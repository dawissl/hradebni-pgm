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notesMasterIdLst>
    <p:notesMasterId r:id="rId20"/>
  </p:notesMasterIdLst>
  <p:handoutMasterIdLst>
    <p:handoutMasterId r:id="rId21"/>
  </p:handout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A8B28F-CC29-45EF-AB43-50F295E19475}" v="943" dt="2025-10-19T18:11:18.394"/>
    <p1510:client id="{6B735E7D-7864-40D0-BA04-206FE747E143}" v="115" dt="2025-10-19T18:22:21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4FE9D3CA-13F0-072D-579E-773E214DE922}"/>
    <pc:docChg chg="delSld modSld">
      <pc:chgData name="Sládeček David" userId="S::sladecek@hradebni.cz::474d93f0-3a32-49cc-b837-47806091b590" providerId="AD" clId="Web-{4FE9D3CA-13F0-072D-579E-773E214DE922}" dt="2025-10-05T21:11:40.182" v="693"/>
      <pc:docMkLst>
        <pc:docMk/>
      </pc:docMkLst>
      <pc:sldChg chg="modSp">
        <pc:chgData name="Sládeček David" userId="S::sladecek@hradebni.cz::474d93f0-3a32-49cc-b837-47806091b590" providerId="AD" clId="Web-{4FE9D3CA-13F0-072D-579E-773E214DE922}" dt="2025-10-05T20:44:03.918" v="22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4FE9D3CA-13F0-072D-579E-773E214DE922}" dt="2025-10-05T20:44:03.918" v="22" actId="20577"/>
          <ac:spMkLst>
            <pc:docMk/>
            <pc:sldMk cId="2475805559" sldId="257"/>
            <ac:spMk id="3" creationId="{835D6E6B-3353-491C-A3C6-F278D6CED8B3}"/>
          </ac:spMkLst>
        </pc:spChg>
      </pc:sldChg>
      <pc:sldChg chg="modSp">
        <pc:chgData name="Sládeček David" userId="S::sladecek@hradebni.cz::474d93f0-3a32-49cc-b837-47806091b590" providerId="AD" clId="Web-{4FE9D3CA-13F0-072D-579E-773E214DE922}" dt="2025-10-05T21:00:33.256" v="458" actId="20577"/>
        <pc:sldMkLst>
          <pc:docMk/>
          <pc:sldMk cId="3171784789" sldId="258"/>
        </pc:sldMkLst>
        <pc:spChg chg="mod">
          <ac:chgData name="Sládeček David" userId="S::sladecek@hradebni.cz::474d93f0-3a32-49cc-b837-47806091b590" providerId="AD" clId="Web-{4FE9D3CA-13F0-072D-579E-773E214DE922}" dt="2025-10-05T20:45:30.780" v="135" actId="20577"/>
          <ac:spMkLst>
            <pc:docMk/>
            <pc:sldMk cId="3171784789" sldId="258"/>
            <ac:spMk id="2" creationId="{110DF41B-4E8C-29A6-23C0-674102BB8451}"/>
          </ac:spMkLst>
        </pc:spChg>
        <pc:spChg chg="mod">
          <ac:chgData name="Sládeček David" userId="S::sladecek@hradebni.cz::474d93f0-3a32-49cc-b837-47806091b590" providerId="AD" clId="Web-{4FE9D3CA-13F0-072D-579E-773E214DE922}" dt="2025-10-05T21:00:33.256" v="458" actId="20577"/>
          <ac:spMkLst>
            <pc:docMk/>
            <pc:sldMk cId="3171784789" sldId="258"/>
            <ac:spMk id="3" creationId="{E8D6CF06-9793-3113-32F8-18B3F35E9009}"/>
          </ac:spMkLst>
        </pc:spChg>
      </pc:sldChg>
    </pc:docChg>
  </pc:docChgLst>
  <pc:docChgLst>
    <pc:chgData name="Sládeček David" userId="S::sladecek@hradebni.cz::474d93f0-3a32-49cc-b837-47806091b590" providerId="AD" clId="Web-{31A8B28F-CC29-45EF-AB43-50F295E19475}"/>
    <pc:docChg chg="addSld delSld modSld sldOrd">
      <pc:chgData name="Sládeček David" userId="S::sladecek@hradebni.cz::474d93f0-3a32-49cc-b837-47806091b590" providerId="AD" clId="Web-{31A8B28F-CC29-45EF-AB43-50F295E19475}" dt="2025-10-19T18:11:18.394" v="942" actId="20577"/>
      <pc:docMkLst>
        <pc:docMk/>
      </pc:docMkLst>
      <pc:sldChg chg="modSp">
        <pc:chgData name="Sládeček David" userId="S::sladecek@hradebni.cz::474d93f0-3a32-49cc-b837-47806091b590" providerId="AD" clId="Web-{31A8B28F-CC29-45EF-AB43-50F295E19475}" dt="2025-10-19T17:40:31.688" v="12" actId="20577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31A8B28F-CC29-45EF-AB43-50F295E19475}" dt="2025-10-19T17:40:31.688" v="12" actId="20577"/>
          <ac:spMkLst>
            <pc:docMk/>
            <pc:sldMk cId="2475805559" sldId="257"/>
            <ac:spMk id="3" creationId="{835D6E6B-3353-491C-A3C6-F278D6CED8B3}"/>
          </ac:spMkLst>
        </pc:spChg>
      </pc:sldChg>
      <pc:sldChg chg="addSp delSp modSp mod modClrScheme chgLayout">
        <pc:chgData name="Sládeček David" userId="S::sladecek@hradebni.cz::474d93f0-3a32-49cc-b837-47806091b590" providerId="AD" clId="Web-{31A8B28F-CC29-45EF-AB43-50F295E19475}" dt="2025-10-19T17:52:17.410" v="258"/>
        <pc:sldMkLst>
          <pc:docMk/>
          <pc:sldMk cId="3171784789" sldId="258"/>
        </pc:sldMkLst>
        <pc:spChg chg="mod">
          <ac:chgData name="Sládeček David" userId="S::sladecek@hradebni.cz::474d93f0-3a32-49cc-b837-47806091b590" providerId="AD" clId="Web-{31A8B28F-CC29-45EF-AB43-50F295E19475}" dt="2025-10-19T17:52:17.410" v="258"/>
          <ac:spMkLst>
            <pc:docMk/>
            <pc:sldMk cId="3171784789" sldId="258"/>
            <ac:spMk id="2" creationId="{110DF41B-4E8C-29A6-23C0-674102BB8451}"/>
          </ac:spMkLst>
        </pc:spChg>
        <pc:spChg chg="mod">
          <ac:chgData name="Sládeček David" userId="S::sladecek@hradebni.cz::474d93f0-3a32-49cc-b837-47806091b590" providerId="AD" clId="Web-{31A8B28F-CC29-45EF-AB43-50F295E19475}" dt="2025-10-19T17:52:17.410" v="258"/>
          <ac:spMkLst>
            <pc:docMk/>
            <pc:sldMk cId="3171784789" sldId="258"/>
            <ac:spMk id="3" creationId="{E8D6CF06-9793-3113-32F8-18B3F35E9009}"/>
          </ac:spMkLst>
        </pc:spChg>
        <pc:spChg chg="add del">
          <ac:chgData name="Sládeček David" userId="S::sladecek@hradebni.cz::474d93f0-3a32-49cc-b837-47806091b590" providerId="AD" clId="Web-{31A8B28F-CC29-45EF-AB43-50F295E19475}" dt="2025-10-19T17:52:17.410" v="258"/>
          <ac:spMkLst>
            <pc:docMk/>
            <pc:sldMk cId="3171784789" sldId="258"/>
            <ac:spMk id="4" creationId="{1B631222-4091-6844-69BE-7ADE41FD59C2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0:41.377" v="254"/>
          <ac:spMkLst>
            <pc:docMk/>
            <pc:sldMk cId="3171784789" sldId="258"/>
            <ac:spMk id="9" creationId="{A6F10A74-AE17-DC71-1251-4D0FB49EB57A}"/>
          </ac:spMkLst>
        </pc:spChg>
        <pc:spChg chg="add mod">
          <ac:chgData name="Sládeček David" userId="S::sladecek@hradebni.cz::474d93f0-3a32-49cc-b837-47806091b590" providerId="AD" clId="Web-{31A8B28F-CC29-45EF-AB43-50F295E19475}" dt="2025-10-19T17:52:17.410" v="258"/>
          <ac:spMkLst>
            <pc:docMk/>
            <pc:sldMk cId="3171784789" sldId="258"/>
            <ac:spMk id="10" creationId="{E9B70967-0147-652E-A837-66259D44F691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0:41.377" v="254"/>
          <ac:spMkLst>
            <pc:docMk/>
            <pc:sldMk cId="3171784789" sldId="258"/>
            <ac:spMk id="11" creationId="{9E7BDC3E-1ABF-C563-DAFB-710F99817E70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0:44.893" v="256"/>
          <ac:spMkLst>
            <pc:docMk/>
            <pc:sldMk cId="3171784789" sldId="258"/>
            <ac:spMk id="13" creationId="{F958EB47-BC07-7215-9A83-E6F7FE972D3F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0:44.893" v="256"/>
          <ac:spMkLst>
            <pc:docMk/>
            <pc:sldMk cId="3171784789" sldId="258"/>
            <ac:spMk id="14" creationId="{86DD0E3C-28EB-D4C8-9FAF-587B11576EB0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0:44.893" v="256"/>
          <ac:spMkLst>
            <pc:docMk/>
            <pc:sldMk cId="3171784789" sldId="258"/>
            <ac:spMk id="15" creationId="{6D6946B6-ED30-944A-1687-8AA2433A01A0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0:44.893" v="256"/>
          <ac:spMkLst>
            <pc:docMk/>
            <pc:sldMk cId="3171784789" sldId="258"/>
            <ac:spMk id="16" creationId="{E9A394E9-6233-866D-1AB2-D2D43C23A489}"/>
          </ac:spMkLst>
        </pc:spChg>
        <pc:picChg chg="add mod">
          <ac:chgData name="Sládeček David" userId="S::sladecek@hradebni.cz::474d93f0-3a32-49cc-b837-47806091b590" providerId="AD" clId="Web-{31A8B28F-CC29-45EF-AB43-50F295E19475}" dt="2025-10-19T17:52:17.410" v="258"/>
          <ac:picMkLst>
            <pc:docMk/>
            <pc:sldMk cId="3171784789" sldId="258"/>
            <ac:picMk id="5" creationId="{C72FCC41-F4AE-0D8D-751D-F2EE22910729}"/>
          </ac:picMkLst>
        </pc:picChg>
      </pc:sldChg>
      <pc:sldChg chg="del">
        <pc:chgData name="Sládeček David" userId="S::sladecek@hradebni.cz::474d93f0-3a32-49cc-b837-47806091b590" providerId="AD" clId="Web-{31A8B28F-CC29-45EF-AB43-50F295E19475}" dt="2025-10-19T17:40:38.126" v="17"/>
        <pc:sldMkLst>
          <pc:docMk/>
          <pc:sldMk cId="1411401390" sldId="259"/>
        </pc:sldMkLst>
      </pc:sldChg>
      <pc:sldChg chg="addSp delSp modSp new mod modClrScheme chgLayout">
        <pc:chgData name="Sládeček David" userId="S::sladecek@hradebni.cz::474d93f0-3a32-49cc-b837-47806091b590" providerId="AD" clId="Web-{31A8B28F-CC29-45EF-AB43-50F295E19475}" dt="2025-10-19T17:56:44.824" v="331"/>
        <pc:sldMkLst>
          <pc:docMk/>
          <pc:sldMk cId="2727913825" sldId="259"/>
        </pc:sldMkLst>
        <pc:spChg chg="mod ord">
          <ac:chgData name="Sládeček David" userId="S::sladecek@hradebni.cz::474d93f0-3a32-49cc-b837-47806091b590" providerId="AD" clId="Web-{31A8B28F-CC29-45EF-AB43-50F295E19475}" dt="2025-10-19T17:56:44.824" v="331"/>
          <ac:spMkLst>
            <pc:docMk/>
            <pc:sldMk cId="2727913825" sldId="259"/>
            <ac:spMk id="2" creationId="{18DC2285-BD17-F73B-7386-C6BD1ADDDCAC}"/>
          </ac:spMkLst>
        </pc:spChg>
        <pc:spChg chg="mod ord">
          <ac:chgData name="Sládeček David" userId="S::sladecek@hradebni.cz::474d93f0-3a32-49cc-b837-47806091b590" providerId="AD" clId="Web-{31A8B28F-CC29-45EF-AB43-50F295E19475}" dt="2025-10-19T17:56:44.824" v="331"/>
          <ac:spMkLst>
            <pc:docMk/>
            <pc:sldMk cId="2727913825" sldId="259"/>
            <ac:spMk id="3" creationId="{6E738700-9E55-1D69-1A1A-257F4CEA439A}"/>
          </ac:spMkLst>
        </pc:spChg>
        <pc:spChg chg="mod ord">
          <ac:chgData name="Sládeček David" userId="S::sladecek@hradebni.cz::474d93f0-3a32-49cc-b837-47806091b590" providerId="AD" clId="Web-{31A8B28F-CC29-45EF-AB43-50F295E19475}" dt="2025-10-19T17:56:44.824" v="331"/>
          <ac:spMkLst>
            <pc:docMk/>
            <pc:sldMk cId="2727913825" sldId="259"/>
            <ac:spMk id="4" creationId="{33546F0B-04EB-D4D3-A8EB-7976F789A3BD}"/>
          </ac:spMkLst>
        </pc:spChg>
        <pc:spChg chg="add del mod ord">
          <ac:chgData name="Sládeček David" userId="S::sladecek@hradebni.cz::474d93f0-3a32-49cc-b837-47806091b590" providerId="AD" clId="Web-{31A8B28F-CC29-45EF-AB43-50F295E19475}" dt="2025-10-19T17:56:44.824" v="331"/>
          <ac:spMkLst>
            <pc:docMk/>
            <pc:sldMk cId="2727913825" sldId="259"/>
            <ac:spMk id="5" creationId="{2B3AA218-4B66-23F9-0CF2-243055B84555}"/>
          </ac:spMkLst>
        </pc:spChg>
        <pc:spChg chg="add mod topLvl">
          <ac:chgData name="Sládeček David" userId="S::sladecek@hradebni.cz::474d93f0-3a32-49cc-b837-47806091b590" providerId="AD" clId="Web-{31A8B28F-CC29-45EF-AB43-50F295E19475}" dt="2025-10-19T17:56:29.652" v="321"/>
          <ac:spMkLst>
            <pc:docMk/>
            <pc:sldMk cId="2727913825" sldId="259"/>
            <ac:spMk id="6" creationId="{B39B6D0A-457E-E341-D993-C1F02AF96221}"/>
          </ac:spMkLst>
        </pc:spChg>
        <pc:spChg chg="add mod topLvl">
          <ac:chgData name="Sládeček David" userId="S::sladecek@hradebni.cz::474d93f0-3a32-49cc-b837-47806091b590" providerId="AD" clId="Web-{31A8B28F-CC29-45EF-AB43-50F295E19475}" dt="2025-10-19T17:56:33.199" v="326" actId="1076"/>
          <ac:spMkLst>
            <pc:docMk/>
            <pc:sldMk cId="2727913825" sldId="259"/>
            <ac:spMk id="7" creationId="{D212ADD0-9156-6C62-5CDD-6D4D6DB2DFA7}"/>
          </ac:spMkLst>
        </pc:spChg>
        <pc:spChg chg="add mod topLvl">
          <ac:chgData name="Sládeček David" userId="S::sladecek@hradebni.cz::474d93f0-3a32-49cc-b837-47806091b590" providerId="AD" clId="Web-{31A8B28F-CC29-45EF-AB43-50F295E19475}" dt="2025-10-19T17:56:33.199" v="327" actId="1076"/>
          <ac:spMkLst>
            <pc:docMk/>
            <pc:sldMk cId="2727913825" sldId="259"/>
            <ac:spMk id="8" creationId="{8724A62A-8AC8-D5FF-77DC-82067D35CAD6}"/>
          </ac:spMkLst>
        </pc:spChg>
        <pc:spChg chg="add mod topLvl">
          <ac:chgData name="Sládeček David" userId="S::sladecek@hradebni.cz::474d93f0-3a32-49cc-b837-47806091b590" providerId="AD" clId="Web-{31A8B28F-CC29-45EF-AB43-50F295E19475}" dt="2025-10-19T17:56:33.199" v="328" actId="1076"/>
          <ac:spMkLst>
            <pc:docMk/>
            <pc:sldMk cId="2727913825" sldId="259"/>
            <ac:spMk id="10" creationId="{41CC6D33-530F-C48A-ECE9-C57E2086A84D}"/>
          </ac:spMkLst>
        </pc:spChg>
        <pc:spChg chg="add mod topLvl">
          <ac:chgData name="Sládeček David" userId="S::sladecek@hradebni.cz::474d93f0-3a32-49cc-b837-47806091b590" providerId="AD" clId="Web-{31A8B28F-CC29-45EF-AB43-50F295E19475}" dt="2025-10-19T17:56:33.199" v="329" actId="1076"/>
          <ac:spMkLst>
            <pc:docMk/>
            <pc:sldMk cId="2727913825" sldId="259"/>
            <ac:spMk id="11" creationId="{183DDE2C-6DBA-84CF-45EC-27D0F6AFCBC9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6:28.105" v="320"/>
          <ac:spMkLst>
            <pc:docMk/>
            <pc:sldMk cId="2727913825" sldId="259"/>
            <ac:spMk id="17" creationId="{62715646-0D7D-64A3-4BDC-94992ACCCD0C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6:28.105" v="320"/>
          <ac:spMkLst>
            <pc:docMk/>
            <pc:sldMk cId="2727913825" sldId="259"/>
            <ac:spMk id="19" creationId="{4A86DDE8-76A0-AA37-92BF-CA54C4060FDA}"/>
          </ac:spMkLst>
        </pc:spChg>
        <pc:grpChg chg="add del mod">
          <ac:chgData name="Sládeček David" userId="S::sladecek@hradebni.cz::474d93f0-3a32-49cc-b837-47806091b590" providerId="AD" clId="Web-{31A8B28F-CC29-45EF-AB43-50F295E19475}" dt="2025-10-19T17:56:29.652" v="321"/>
          <ac:grpSpMkLst>
            <pc:docMk/>
            <pc:sldMk cId="2727913825" sldId="259"/>
            <ac:grpSpMk id="12" creationId="{1105F4BB-617E-37C7-E8BF-6F066C740982}"/>
          </ac:grpSpMkLst>
        </pc:grpChg>
        <pc:grpChg chg="add mod">
          <ac:chgData name="Sládeček David" userId="S::sladecek@hradebni.cz::474d93f0-3a32-49cc-b837-47806091b590" providerId="AD" clId="Web-{31A8B28F-CC29-45EF-AB43-50F295E19475}" dt="2025-10-19T17:56:44.824" v="331"/>
          <ac:grpSpMkLst>
            <pc:docMk/>
            <pc:sldMk cId="2727913825" sldId="259"/>
            <ac:grpSpMk id="13" creationId="{1D7CE6F1-3513-BC72-50F2-26D2D22DA692}"/>
          </ac:grpSpMkLst>
        </pc:grpChg>
        <pc:cxnChg chg="add del">
          <ac:chgData name="Sládeček David" userId="S::sladecek@hradebni.cz::474d93f0-3a32-49cc-b837-47806091b590" providerId="AD" clId="Web-{31A8B28F-CC29-45EF-AB43-50F295E19475}" dt="2025-10-19T17:54:53.116" v="298"/>
          <ac:cxnSpMkLst>
            <pc:docMk/>
            <pc:sldMk cId="2727913825" sldId="259"/>
            <ac:cxnSpMk id="9" creationId="{5B9312B4-335B-C1BF-633C-BB04BAAEAE91}"/>
          </ac:cxnSpMkLst>
        </pc:cxnChg>
      </pc:sldChg>
      <pc:sldChg chg="del">
        <pc:chgData name="Sládeček David" userId="S::sladecek@hradebni.cz::474d93f0-3a32-49cc-b837-47806091b590" providerId="AD" clId="Web-{31A8B28F-CC29-45EF-AB43-50F295E19475}" dt="2025-10-19T17:40:38.126" v="16"/>
        <pc:sldMkLst>
          <pc:docMk/>
          <pc:sldMk cId="869788384" sldId="260"/>
        </pc:sldMkLst>
      </pc:sldChg>
      <pc:sldChg chg="addSp delSp modSp new mod modClrScheme chgLayout">
        <pc:chgData name="Sládeček David" userId="S::sladecek@hradebni.cz::474d93f0-3a32-49cc-b837-47806091b590" providerId="AD" clId="Web-{31A8B28F-CC29-45EF-AB43-50F295E19475}" dt="2025-10-19T17:58:59.548" v="369" actId="20577"/>
        <pc:sldMkLst>
          <pc:docMk/>
          <pc:sldMk cId="3345688295" sldId="260"/>
        </pc:sldMkLst>
        <pc:spChg chg="add del mod ord">
          <ac:chgData name="Sládeček David" userId="S::sladecek@hradebni.cz::474d93f0-3a32-49cc-b837-47806091b590" providerId="AD" clId="Web-{31A8B28F-CC29-45EF-AB43-50F295E19475}" dt="2025-10-19T17:58:46.922" v="362"/>
          <ac:spMkLst>
            <pc:docMk/>
            <pc:sldMk cId="3345688295" sldId="260"/>
            <ac:spMk id="2" creationId="{E841809D-8C03-51D3-D5AB-CC611BF97B8F}"/>
          </ac:spMkLst>
        </pc:spChg>
        <pc:spChg chg="mod ord">
          <ac:chgData name="Sládeček David" userId="S::sladecek@hradebni.cz::474d93f0-3a32-49cc-b837-47806091b590" providerId="AD" clId="Web-{31A8B28F-CC29-45EF-AB43-50F295E19475}" dt="2025-10-19T17:58:46.922" v="362"/>
          <ac:spMkLst>
            <pc:docMk/>
            <pc:sldMk cId="3345688295" sldId="260"/>
            <ac:spMk id="3" creationId="{2F488CDD-4271-55DD-1B52-52C909A90C26}"/>
          </ac:spMkLst>
        </pc:spChg>
        <pc:spChg chg="del">
          <ac:chgData name="Sládeček David" userId="S::sladecek@hradebni.cz::474d93f0-3a32-49cc-b837-47806091b590" providerId="AD" clId="Web-{31A8B28F-CC29-45EF-AB43-50F295E19475}" dt="2025-10-19T17:57:29.201" v="333"/>
          <ac:spMkLst>
            <pc:docMk/>
            <pc:sldMk cId="3345688295" sldId="260"/>
            <ac:spMk id="4" creationId="{310BD5E7-6805-2893-9BBB-F5FF14574F19}"/>
          </ac:spMkLst>
        </pc:spChg>
        <pc:spChg chg="mod ord">
          <ac:chgData name="Sládeček David" userId="S::sladecek@hradebni.cz::474d93f0-3a32-49cc-b837-47806091b590" providerId="AD" clId="Web-{31A8B28F-CC29-45EF-AB43-50F295E19475}" dt="2025-10-19T17:58:46.922" v="362"/>
          <ac:spMkLst>
            <pc:docMk/>
            <pc:sldMk cId="3345688295" sldId="260"/>
            <ac:spMk id="5" creationId="{6CE805E9-17FC-09FB-7F79-40DDEB74AEF6}"/>
          </ac:spMkLst>
        </pc:spChg>
        <pc:spChg chg="add del mod">
          <ac:chgData name="Sládeček David" userId="S::sladecek@hradebni.cz::474d93f0-3a32-49cc-b837-47806091b590" providerId="AD" clId="Web-{31A8B28F-CC29-45EF-AB43-50F295E19475}" dt="2025-10-19T17:58:46.907" v="361"/>
          <ac:spMkLst>
            <pc:docMk/>
            <pc:sldMk cId="3345688295" sldId="260"/>
            <ac:spMk id="11" creationId="{6AA6640F-E407-7EFB-9085-45D9DC086760}"/>
          </ac:spMkLst>
        </pc:spChg>
        <pc:spChg chg="add mod">
          <ac:chgData name="Sládeček David" userId="S::sladecek@hradebni.cz::474d93f0-3a32-49cc-b837-47806091b590" providerId="AD" clId="Web-{31A8B28F-CC29-45EF-AB43-50F295E19475}" dt="2025-10-19T17:58:59.548" v="369" actId="20577"/>
          <ac:spMkLst>
            <pc:docMk/>
            <pc:sldMk cId="3345688295" sldId="260"/>
            <ac:spMk id="13" creationId="{769879B9-4277-ACA2-7971-6E4188E3B588}"/>
          </ac:spMkLst>
        </pc:spChg>
        <pc:picChg chg="add mod">
          <ac:chgData name="Sládeček David" userId="S::sladecek@hradebni.cz::474d93f0-3a32-49cc-b837-47806091b590" providerId="AD" clId="Web-{31A8B28F-CC29-45EF-AB43-50F295E19475}" dt="2025-10-19T17:58:46.922" v="362"/>
          <ac:picMkLst>
            <pc:docMk/>
            <pc:sldMk cId="3345688295" sldId="260"/>
            <ac:picMk id="6" creationId="{C228A10F-0312-C1EF-E4D0-46286D796775}"/>
          </ac:picMkLst>
        </pc:picChg>
      </pc:sldChg>
      <pc:sldChg chg="addSp delSp modSp new mod ord modClrScheme chgLayout">
        <pc:chgData name="Sládeček David" userId="S::sladecek@hradebni.cz::474d93f0-3a32-49cc-b837-47806091b590" providerId="AD" clId="Web-{31A8B28F-CC29-45EF-AB43-50F295E19475}" dt="2025-10-19T18:01:45.020" v="482" actId="20577"/>
        <pc:sldMkLst>
          <pc:docMk/>
          <pc:sldMk cId="1091119225" sldId="261"/>
        </pc:sldMkLst>
        <pc:spChg chg="mod ord">
          <ac:chgData name="Sládeček David" userId="S::sladecek@hradebni.cz::474d93f0-3a32-49cc-b837-47806091b590" providerId="AD" clId="Web-{31A8B28F-CC29-45EF-AB43-50F295E19475}" dt="2025-10-19T18:01:03.191" v="473"/>
          <ac:spMkLst>
            <pc:docMk/>
            <pc:sldMk cId="1091119225" sldId="261"/>
            <ac:spMk id="2" creationId="{AB92A947-2FE8-E0BF-AFFA-77B811409116}"/>
          </ac:spMkLst>
        </pc:spChg>
        <pc:spChg chg="mod ord">
          <ac:chgData name="Sládeček David" userId="S::sladecek@hradebni.cz::474d93f0-3a32-49cc-b837-47806091b590" providerId="AD" clId="Web-{31A8B28F-CC29-45EF-AB43-50F295E19475}" dt="2025-10-19T18:01:45.020" v="482" actId="20577"/>
          <ac:spMkLst>
            <pc:docMk/>
            <pc:sldMk cId="1091119225" sldId="261"/>
            <ac:spMk id="3" creationId="{8EC0082F-C21B-6806-3FB0-22F94CA8936D}"/>
          </ac:spMkLst>
        </pc:spChg>
        <pc:spChg chg="del">
          <ac:chgData name="Sládeček David" userId="S::sladecek@hradebni.cz::474d93f0-3a32-49cc-b837-47806091b590" providerId="AD" clId="Web-{31A8B28F-CC29-45EF-AB43-50F295E19475}" dt="2025-10-19T17:59:17.314" v="371"/>
          <ac:spMkLst>
            <pc:docMk/>
            <pc:sldMk cId="1091119225" sldId="261"/>
            <ac:spMk id="4" creationId="{506CEF40-BEDD-10D5-4347-F91BBFF088C9}"/>
          </ac:spMkLst>
        </pc:spChg>
        <pc:spChg chg="mod ord">
          <ac:chgData name="Sládeček David" userId="S::sladecek@hradebni.cz::474d93f0-3a32-49cc-b837-47806091b590" providerId="AD" clId="Web-{31A8B28F-CC29-45EF-AB43-50F295E19475}" dt="2025-10-19T18:01:03.191" v="473"/>
          <ac:spMkLst>
            <pc:docMk/>
            <pc:sldMk cId="1091119225" sldId="261"/>
            <ac:spMk id="5" creationId="{C9F45DA4-9C13-0C1F-0584-481635E6FADE}"/>
          </ac:spMkLst>
        </pc:spChg>
        <pc:picChg chg="add">
          <ac:chgData name="Sládeček David" userId="S::sladecek@hradebni.cz::474d93f0-3a32-49cc-b837-47806091b590" providerId="AD" clId="Web-{31A8B28F-CC29-45EF-AB43-50F295E19475}" dt="2025-10-19T18:00:59.769" v="472"/>
          <ac:picMkLst>
            <pc:docMk/>
            <pc:sldMk cId="1091119225" sldId="261"/>
            <ac:picMk id="7" creationId="{33B5A2E1-10FA-D5F3-4ADF-917DB0557E3C}"/>
          </ac:picMkLst>
        </pc:picChg>
      </pc:sldChg>
      <pc:sldChg chg="del">
        <pc:chgData name="Sládeček David" userId="S::sladecek@hradebni.cz::474d93f0-3a32-49cc-b837-47806091b590" providerId="AD" clId="Web-{31A8B28F-CC29-45EF-AB43-50F295E19475}" dt="2025-10-19T17:40:38.126" v="15"/>
        <pc:sldMkLst>
          <pc:docMk/>
          <pc:sldMk cId="2323171730" sldId="261"/>
        </pc:sldMkLst>
      </pc:sldChg>
      <pc:sldChg chg="modSp add replId">
        <pc:chgData name="Sládeček David" userId="S::sladecek@hradebni.cz::474d93f0-3a32-49cc-b837-47806091b590" providerId="AD" clId="Web-{31A8B28F-CC29-45EF-AB43-50F295E19475}" dt="2025-10-19T18:04:16.447" v="684"/>
        <pc:sldMkLst>
          <pc:docMk/>
          <pc:sldMk cId="3599397" sldId="262"/>
        </pc:sldMkLst>
        <pc:spChg chg="mod">
          <ac:chgData name="Sládeček David" userId="S::sladecek@hradebni.cz::474d93f0-3a32-49cc-b837-47806091b590" providerId="AD" clId="Web-{31A8B28F-CC29-45EF-AB43-50F295E19475}" dt="2025-10-19T18:02:00.801" v="509" actId="20577"/>
          <ac:spMkLst>
            <pc:docMk/>
            <pc:sldMk cId="3599397" sldId="262"/>
            <ac:spMk id="2" creationId="{35766791-E315-CBBA-A71D-150A647756A2}"/>
          </ac:spMkLst>
        </pc:spChg>
        <pc:spChg chg="mod">
          <ac:chgData name="Sládeček David" userId="S::sladecek@hradebni.cz::474d93f0-3a32-49cc-b837-47806091b590" providerId="AD" clId="Web-{31A8B28F-CC29-45EF-AB43-50F295E19475}" dt="2025-10-19T18:04:16.447" v="684"/>
          <ac:spMkLst>
            <pc:docMk/>
            <pc:sldMk cId="3599397" sldId="262"/>
            <ac:spMk id="3" creationId="{0873B5F1-D7BB-1183-B8BD-CF4134A1F4C4}"/>
          </ac:spMkLst>
        </pc:spChg>
      </pc:sldChg>
      <pc:sldChg chg="del">
        <pc:chgData name="Sládeček David" userId="S::sladecek@hradebni.cz::474d93f0-3a32-49cc-b837-47806091b590" providerId="AD" clId="Web-{31A8B28F-CC29-45EF-AB43-50F295E19475}" dt="2025-10-19T17:40:38.126" v="14"/>
        <pc:sldMkLst>
          <pc:docMk/>
          <pc:sldMk cId="1411873343" sldId="262"/>
        </pc:sldMkLst>
      </pc:sldChg>
      <pc:sldChg chg="new del">
        <pc:chgData name="Sládeček David" userId="S::sladecek@hradebni.cz::474d93f0-3a32-49cc-b837-47806091b590" providerId="AD" clId="Web-{31A8B28F-CC29-45EF-AB43-50F295E19475}" dt="2025-10-19T18:01:24.035" v="475"/>
        <pc:sldMkLst>
          <pc:docMk/>
          <pc:sldMk cId="1501282017" sldId="262"/>
        </pc:sldMkLst>
      </pc:sldChg>
      <pc:sldChg chg="addSp delSp modSp add replId">
        <pc:chgData name="Sládeček David" userId="S::sladecek@hradebni.cz::474d93f0-3a32-49cc-b837-47806091b590" providerId="AD" clId="Web-{31A8B28F-CC29-45EF-AB43-50F295E19475}" dt="2025-10-19T18:08:11.032" v="878" actId="20577"/>
        <pc:sldMkLst>
          <pc:docMk/>
          <pc:sldMk cId="235063" sldId="263"/>
        </pc:sldMkLst>
        <pc:spChg chg="mod">
          <ac:chgData name="Sládeček David" userId="S::sladecek@hradebni.cz::474d93f0-3a32-49cc-b837-47806091b590" providerId="AD" clId="Web-{31A8B28F-CC29-45EF-AB43-50F295E19475}" dt="2025-10-19T18:05:38.137" v="709" actId="20577"/>
          <ac:spMkLst>
            <pc:docMk/>
            <pc:sldMk cId="235063" sldId="263"/>
            <ac:spMk id="2" creationId="{073F5F3C-9DF9-DBB7-C44F-B0C01A5D81C3}"/>
          </ac:spMkLst>
        </pc:spChg>
        <pc:spChg chg="mod">
          <ac:chgData name="Sládeček David" userId="S::sladecek@hradebni.cz::474d93f0-3a32-49cc-b837-47806091b590" providerId="AD" clId="Web-{31A8B28F-CC29-45EF-AB43-50F295E19475}" dt="2025-10-19T18:08:11.032" v="878" actId="20577"/>
          <ac:spMkLst>
            <pc:docMk/>
            <pc:sldMk cId="235063" sldId="263"/>
            <ac:spMk id="3" creationId="{FA7711D8-BFA0-DA11-095C-7EEB60143453}"/>
          </ac:spMkLst>
        </pc:spChg>
        <pc:spChg chg="ord">
          <ac:chgData name="Sládeček David" userId="S::sladecek@hradebni.cz::474d93f0-3a32-49cc-b837-47806091b590" providerId="AD" clId="Web-{31A8B28F-CC29-45EF-AB43-50F295E19475}" dt="2025-10-19T18:07:27.187" v="869"/>
          <ac:spMkLst>
            <pc:docMk/>
            <pc:sldMk cId="235063" sldId="263"/>
            <ac:spMk id="5" creationId="{F93A37DA-44C7-A6DD-6ECB-93123B14E2C0}"/>
          </ac:spMkLst>
        </pc:spChg>
        <pc:picChg chg="add mod">
          <ac:chgData name="Sládeček David" userId="S::sladecek@hradebni.cz::474d93f0-3a32-49cc-b837-47806091b590" providerId="AD" clId="Web-{31A8B28F-CC29-45EF-AB43-50F295E19475}" dt="2025-10-19T18:07:27.187" v="869"/>
          <ac:picMkLst>
            <pc:docMk/>
            <pc:sldMk cId="235063" sldId="263"/>
            <ac:picMk id="4" creationId="{9BBA403A-5406-174C-5E67-C4C499A91AB9}"/>
          </ac:picMkLst>
        </pc:picChg>
        <pc:picChg chg="del">
          <ac:chgData name="Sládeček David" userId="S::sladecek@hradebni.cz::474d93f0-3a32-49cc-b837-47806091b590" providerId="AD" clId="Web-{31A8B28F-CC29-45EF-AB43-50F295E19475}" dt="2025-10-19T18:05:30.403" v="686"/>
          <ac:picMkLst>
            <pc:docMk/>
            <pc:sldMk cId="235063" sldId="263"/>
            <ac:picMk id="7" creationId="{60E9E657-BA11-AB92-DDBD-93B9A02DEF6C}"/>
          </ac:picMkLst>
        </pc:picChg>
      </pc:sldChg>
      <pc:sldChg chg="del">
        <pc:chgData name="Sládeček David" userId="S::sladecek@hradebni.cz::474d93f0-3a32-49cc-b837-47806091b590" providerId="AD" clId="Web-{31A8B28F-CC29-45EF-AB43-50F295E19475}" dt="2025-10-19T17:40:35.157" v="13"/>
        <pc:sldMkLst>
          <pc:docMk/>
          <pc:sldMk cId="894060384" sldId="263"/>
        </pc:sldMkLst>
      </pc:sldChg>
      <pc:sldChg chg="addSp delSp modSp new mod modClrScheme chgLayout">
        <pc:chgData name="Sládeček David" userId="S::sladecek@hradebni.cz::474d93f0-3a32-49cc-b837-47806091b590" providerId="AD" clId="Web-{31A8B28F-CC29-45EF-AB43-50F295E19475}" dt="2025-10-19T18:11:18.394" v="942" actId="20577"/>
        <pc:sldMkLst>
          <pc:docMk/>
          <pc:sldMk cId="2870436348" sldId="264"/>
        </pc:sldMkLst>
        <pc:spChg chg="mod ord">
          <ac:chgData name="Sládeček David" userId="S::sladecek@hradebni.cz::474d93f0-3a32-49cc-b837-47806091b590" providerId="AD" clId="Web-{31A8B28F-CC29-45EF-AB43-50F295E19475}" dt="2025-10-19T18:08:57.173" v="896"/>
          <ac:spMkLst>
            <pc:docMk/>
            <pc:sldMk cId="2870436348" sldId="264"/>
            <ac:spMk id="2" creationId="{28C61D55-1F08-87D9-8959-E505158CD91E}"/>
          </ac:spMkLst>
        </pc:spChg>
        <pc:spChg chg="mod ord">
          <ac:chgData name="Sládeček David" userId="S::sladecek@hradebni.cz::474d93f0-3a32-49cc-b837-47806091b590" providerId="AD" clId="Web-{31A8B28F-CC29-45EF-AB43-50F295E19475}" dt="2025-10-19T18:11:08.363" v="939" actId="20577"/>
          <ac:spMkLst>
            <pc:docMk/>
            <pc:sldMk cId="2870436348" sldId="264"/>
            <ac:spMk id="3" creationId="{F4E489B3-6A76-6FFA-7906-577ADFC50DFA}"/>
          </ac:spMkLst>
        </pc:spChg>
        <pc:spChg chg="del">
          <ac:chgData name="Sládeček David" userId="S::sladecek@hradebni.cz::474d93f0-3a32-49cc-b837-47806091b590" providerId="AD" clId="Web-{31A8B28F-CC29-45EF-AB43-50F295E19475}" dt="2025-10-19T18:08:26.860" v="880"/>
          <ac:spMkLst>
            <pc:docMk/>
            <pc:sldMk cId="2870436348" sldId="264"/>
            <ac:spMk id="4" creationId="{1279CB65-28C0-8D5C-11C3-D41DFF5BF097}"/>
          </ac:spMkLst>
        </pc:spChg>
        <pc:spChg chg="mod ord">
          <ac:chgData name="Sládeček David" userId="S::sladecek@hradebni.cz::474d93f0-3a32-49cc-b837-47806091b590" providerId="AD" clId="Web-{31A8B28F-CC29-45EF-AB43-50F295E19475}" dt="2025-10-19T18:08:57.173" v="896"/>
          <ac:spMkLst>
            <pc:docMk/>
            <pc:sldMk cId="2870436348" sldId="264"/>
            <ac:spMk id="5" creationId="{12860DFB-958C-BA23-7604-D6467654FEA4}"/>
          </ac:spMkLst>
        </pc:spChg>
        <pc:spChg chg="add mod ord">
          <ac:chgData name="Sládeček David" userId="S::sladecek@hradebni.cz::474d93f0-3a32-49cc-b837-47806091b590" providerId="AD" clId="Web-{31A8B28F-CC29-45EF-AB43-50F295E19475}" dt="2025-10-19T18:11:18.394" v="942" actId="20577"/>
          <ac:spMkLst>
            <pc:docMk/>
            <pc:sldMk cId="2870436348" sldId="264"/>
            <ac:spMk id="6" creationId="{FAE40357-6360-96CB-B2BD-3C60FF4FFEE5}"/>
          </ac:spMkLst>
        </pc:spChg>
      </pc:sldChg>
    </pc:docChg>
  </pc:docChgLst>
  <pc:docChgLst>
    <pc:chgData name="Sládeček David" userId="S::sladecek@hradebni.cz::474d93f0-3a32-49cc-b837-47806091b590" providerId="AD" clId="Web-{6B735E7D-7864-40D0-BA04-206FE747E143}"/>
    <pc:docChg chg="addSld modSld">
      <pc:chgData name="Sládeček David" userId="S::sladecek@hradebni.cz::474d93f0-3a32-49cc-b837-47806091b590" providerId="AD" clId="Web-{6B735E7D-7864-40D0-BA04-206FE747E143}" dt="2025-10-19T18:22:20.478" v="114" actId="20577"/>
      <pc:docMkLst>
        <pc:docMk/>
      </pc:docMkLst>
      <pc:sldChg chg="addSp delSp modSp new mod modClrScheme chgLayout">
        <pc:chgData name="Sládeček David" userId="S::sladecek@hradebni.cz::474d93f0-3a32-49cc-b837-47806091b590" providerId="AD" clId="Web-{6B735E7D-7864-40D0-BA04-206FE747E143}" dt="2025-10-19T18:22:20.478" v="114" actId="20577"/>
        <pc:sldMkLst>
          <pc:docMk/>
          <pc:sldMk cId="2907450857" sldId="265"/>
        </pc:sldMkLst>
        <pc:spChg chg="mod">
          <ac:chgData name="Sládeček David" userId="S::sladecek@hradebni.cz::474d93f0-3a32-49cc-b837-47806091b590" providerId="AD" clId="Web-{6B735E7D-7864-40D0-BA04-206FE747E143}" dt="2025-10-19T18:20:43.507" v="35"/>
          <ac:spMkLst>
            <pc:docMk/>
            <pc:sldMk cId="2907450857" sldId="265"/>
            <ac:spMk id="2" creationId="{BFBE57A7-7920-DDE1-0B59-7B74F91C2865}"/>
          </ac:spMkLst>
        </pc:spChg>
        <pc:spChg chg="mod">
          <ac:chgData name="Sládeček David" userId="S::sladecek@hradebni.cz::474d93f0-3a32-49cc-b837-47806091b590" providerId="AD" clId="Web-{6B735E7D-7864-40D0-BA04-206FE747E143}" dt="2025-10-19T18:22:20.478" v="114" actId="20577"/>
          <ac:spMkLst>
            <pc:docMk/>
            <pc:sldMk cId="2907450857" sldId="265"/>
            <ac:spMk id="3" creationId="{FD8232D5-4935-AE15-E791-DD4D503E4279}"/>
          </ac:spMkLst>
        </pc:spChg>
        <pc:spChg chg="mod ord">
          <ac:chgData name="Sládeček David" userId="S::sladecek@hradebni.cz::474d93f0-3a32-49cc-b837-47806091b590" providerId="AD" clId="Web-{6B735E7D-7864-40D0-BA04-206FE747E143}" dt="2025-10-19T18:20:43.507" v="35"/>
          <ac:spMkLst>
            <pc:docMk/>
            <pc:sldMk cId="2907450857" sldId="265"/>
            <ac:spMk id="4" creationId="{D9C797B2-8617-F5A6-5E7C-29EDF0F44D9E}"/>
          </ac:spMkLst>
        </pc:spChg>
        <pc:spChg chg="add del mod">
          <ac:chgData name="Sládeček David" userId="S::sladecek@hradebni.cz::474d93f0-3a32-49cc-b837-47806091b590" providerId="AD" clId="Web-{6B735E7D-7864-40D0-BA04-206FE747E143}" dt="2025-10-19T18:20:36.757" v="31"/>
          <ac:spMkLst>
            <pc:docMk/>
            <pc:sldMk cId="2907450857" sldId="265"/>
            <ac:spMk id="5" creationId="{13FB4D0E-44F4-0CE2-0509-25BA71D6C18B}"/>
          </ac:spMkLst>
        </pc:spChg>
        <pc:picChg chg="add mod">
          <ac:chgData name="Sládeček David" userId="S::sladecek@hradebni.cz::474d93f0-3a32-49cc-b837-47806091b590" providerId="AD" clId="Web-{6B735E7D-7864-40D0-BA04-206FE747E143}" dt="2025-10-19T18:20:43.507" v="35"/>
          <ac:picMkLst>
            <pc:docMk/>
            <pc:sldMk cId="2907450857" sldId="265"/>
            <ac:picMk id="6" creationId="{102268F9-556C-F5E8-A851-2EE7B7C823E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7DCA4C-7825-44A0-B31A-4BAD6120D580}" type="datetime1">
              <a:rPr lang="cs-CZ" smtClean="0"/>
              <a:t>10.11.2025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CCFE8D-08E6-40AC-BF4B-494C67BC535C}" type="datetime1">
              <a:rPr lang="cs-CZ" smtClean="0"/>
              <a:t>10.11.2025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C4697-A511-4167-98D5-E240268A2670}" type="datetime1">
              <a:rPr lang="cs-CZ" smtClean="0"/>
              <a:t>10.11.2025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5B38F-3440-48E9-8BA6-B9B0E297B628}" type="datetime1">
              <a:rPr lang="cs-CZ" smtClean="0"/>
              <a:t>10.11.2025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CB43DD-355E-4ACB-AF6B-F0A0D93B1FF7}" type="datetime1">
              <a:rPr lang="cs-CZ" smtClean="0"/>
              <a:t>10.11.2025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0DC0DA-1C84-4CFB-A589-758D033EC754}" type="datetime1">
              <a:rPr lang="cs-CZ" smtClean="0"/>
              <a:t>10.11.2025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8CB40-5E53-430A-BC80-66A7330A3E11}" type="datetime1">
              <a:rPr lang="cs-CZ" smtClean="0"/>
              <a:t>10.11.2025</a:t>
            </a:fld>
            <a:endParaRPr lang="en-US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030092-A1C2-46B4-B050-3676FFA9CD44}" type="datetime1">
              <a:rPr lang="cs-CZ" smtClean="0"/>
              <a:t>10.11.2025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CD7C02-7CC9-44AF-9768-6A6F42347937}" type="datetime1">
              <a:rPr lang="cs-CZ" smtClean="0"/>
              <a:t>10.11.2025</a:t>
            </a:fld>
            <a:endParaRPr lang="en-US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4E756D9B-B1BA-4BAF-99A5-DC08EF34F207}" type="datetime1">
              <a:rPr lang="cs-CZ" smtClean="0"/>
              <a:t>10.11.2025</a:t>
            </a:fld>
            <a:endParaRPr lang="en-US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295CD-EF07-4568-A35E-D8DFD54CCEB6}" type="datetime1">
              <a:rPr lang="cs-CZ" smtClean="0"/>
              <a:t>10.11.2025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2422F-D08F-49D0-98CD-DC7D2F2607DE}" type="datetime1">
              <a:rPr lang="cs-CZ" smtClean="0"/>
              <a:t>10.11.2025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Zástupný symbol pro datum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72C44F-B7A3-4350-988C-CFC166A0AA82}" type="datetime1">
              <a:rPr lang="cs-CZ" smtClean="0"/>
              <a:t>10.11.2025</a:t>
            </a:fld>
            <a:endParaRPr lang="en-US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Zástupný symbol pro číslo snímku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"/>
              <a:t>Kliknutím můžete upravit styl předlohy nadpisů.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00C9E6-3834-4C30-AC74-37ACA7F99694}" type="datetime1">
              <a:rPr lang="cs-CZ" smtClean="0"/>
              <a:t>10.11.2025</a:t>
            </a:fld>
            <a:endParaRPr lang="en-US" dirty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délník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0" name="Obdélní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1" name="Obdélník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Obdélní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cs" dirty="0"/>
              <a:t>Programování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r>
              <a:rPr lang="cs" dirty="0"/>
              <a:t>Vývoj software, ladění, debugging</a:t>
            </a:r>
          </a:p>
          <a:p>
            <a:endParaRPr lang="cs-CZ" dirty="0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pic>
        <p:nvPicPr>
          <p:cNvPr id="6" name="Obrázek 5" descr="Logo v detailu&#10;&#10;Automaticky generovaný popi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58CE9E-AAAC-46B7-B34F-73F38DAB9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stojí za tvorbou aplikace z pohledu programátora?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E794949-00E6-4BAD-AA92-10367BB2B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Specifikace zadání</a:t>
            </a:r>
          </a:p>
          <a:p>
            <a:r>
              <a:rPr lang="cs-CZ" dirty="0"/>
              <a:t>Zjištění řešitelnosti</a:t>
            </a:r>
          </a:p>
          <a:p>
            <a:r>
              <a:rPr lang="cs-CZ" dirty="0"/>
              <a:t>Identifikace vstupů a výstupů</a:t>
            </a:r>
          </a:p>
          <a:p>
            <a:r>
              <a:rPr lang="cs-CZ" dirty="0"/>
              <a:t>Rozdělení funkcionality na menší, lépe řešitelné části</a:t>
            </a:r>
          </a:p>
          <a:p>
            <a:r>
              <a:rPr lang="cs-CZ" dirty="0"/>
              <a:t>Návrh modelů – databáze, třídy, struktura komunikace</a:t>
            </a:r>
          </a:p>
          <a:p>
            <a:r>
              <a:rPr lang="cs-CZ" dirty="0"/>
              <a:t>Volba technologií použité pro tvorbu aplikace</a:t>
            </a:r>
          </a:p>
          <a:p>
            <a:r>
              <a:rPr lang="cs-CZ" dirty="0"/>
              <a:t>Návrh algoritmů pro funkční části</a:t>
            </a:r>
          </a:p>
          <a:p>
            <a:r>
              <a:rPr lang="cs-CZ" dirty="0"/>
              <a:t>Implementace</a:t>
            </a:r>
          </a:p>
          <a:p>
            <a:r>
              <a:rPr lang="cs-CZ" dirty="0"/>
              <a:t>Testování aplikace – ověření, zda splňuje zadané požadavky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60916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1BA614-7CB1-45E9-84B1-7B20A113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Specifikace zadání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B5D9205-2A19-4BF5-BE2E-2D59C9E21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Ujasnění požadavků na výsledek aplikace</a:t>
            </a:r>
          </a:p>
          <a:p>
            <a:pPr lvl="1"/>
            <a:r>
              <a:rPr lang="cs-CZ" dirty="0"/>
              <a:t>Co „zákazník“ požaduje</a:t>
            </a:r>
          </a:p>
          <a:p>
            <a:pPr lvl="1"/>
            <a:r>
              <a:rPr lang="cs-CZ" dirty="0"/>
              <a:t>Stanovení funkčních a nefunkčních požadavků</a:t>
            </a:r>
          </a:p>
          <a:p>
            <a:r>
              <a:rPr lang="cs-CZ" dirty="0"/>
              <a:t>Velmi kritická část při samotném procesu</a:t>
            </a:r>
          </a:p>
          <a:p>
            <a:pPr lvl="1"/>
            <a:r>
              <a:rPr lang="cs-CZ" dirty="0"/>
              <a:t>Špatně pochopené zadání je postupem času velmi drahé</a:t>
            </a:r>
          </a:p>
          <a:p>
            <a:pPr lvl="1"/>
            <a:r>
              <a:rPr lang="cs-CZ" dirty="0"/>
              <a:t>Uživatel/zákazník potřebuje jasně vymezit, co má aplikace splňovat</a:t>
            </a:r>
          </a:p>
          <a:p>
            <a:r>
              <a:rPr lang="cs-CZ" dirty="0"/>
              <a:t>V praxi se o shromažďování těchto specifikací a uživatelských scénářů stará tzv. </a:t>
            </a:r>
            <a:r>
              <a:rPr lang="cs-CZ" b="1" dirty="0"/>
              <a:t>PRODUCT OWNER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17796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98AD70-F337-4FA5-B484-CED29E31C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Zjištění řešitelnosti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62EA955-9028-4E34-B27C-1FF759AE7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Částečně je samotná řešitelnost vyřešena již ve specifikaci</a:t>
            </a:r>
          </a:p>
          <a:p>
            <a:r>
              <a:rPr lang="cs-CZ" dirty="0"/>
              <a:t>Cílem této fáze je dopátrat se, zda existuje řešení na daný problém</a:t>
            </a:r>
          </a:p>
          <a:p>
            <a:r>
              <a:rPr lang="cs-CZ" dirty="0"/>
              <a:t>Aplikace, kterou tvoříme v zásadě řeší nějaký problém</a:t>
            </a:r>
          </a:p>
          <a:p>
            <a:r>
              <a:rPr lang="cs-CZ" dirty="0"/>
              <a:t>Řešitelnost potřebujeme posoudit nejen z pohledu algoritmu, ale i technického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4929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D459C2-0A12-468B-894E-4C35B972A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Identifikace vstupů a výstupů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5B5AC6C-7B5C-4CD4-90FC-C3B602508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Zásadní část nutná pro konstrukci algoritmu</a:t>
            </a:r>
          </a:p>
          <a:p>
            <a:r>
              <a:rPr lang="cs-CZ" dirty="0"/>
              <a:t>Tato část je rovněž naznačena při specifikaci problému</a:t>
            </a:r>
          </a:p>
          <a:p>
            <a:r>
              <a:rPr lang="cs-CZ" dirty="0"/>
              <a:t>Potřeba znát dostupné vstupy, se kterými lze pracovat</a:t>
            </a:r>
          </a:p>
          <a:p>
            <a:r>
              <a:rPr lang="cs-CZ" dirty="0"/>
              <a:t>Očekávaný výstup na základě vstupních dat</a:t>
            </a:r>
          </a:p>
          <a:p>
            <a:r>
              <a:rPr lang="cs-CZ" dirty="0"/>
              <a:t>V rámci identifikace vstupů řešíme i okrajové podmínky, které mohou nastat</a:t>
            </a:r>
          </a:p>
          <a:p>
            <a:pPr lvl="1"/>
            <a:r>
              <a:rPr lang="cs-CZ" dirty="0"/>
              <a:t>Rozsah vstupních hodnot a určení jeho typu</a:t>
            </a:r>
          </a:p>
          <a:p>
            <a:pPr lvl="1"/>
            <a:r>
              <a:rPr lang="cs-CZ" dirty="0"/>
              <a:t>Rozlišení platných a neplatných vstupů</a:t>
            </a:r>
          </a:p>
          <a:p>
            <a:r>
              <a:rPr lang="cs-CZ" dirty="0"/>
              <a:t>Jaké jsou požadavky na výstup – zejména jejich forma a jak je budeme zobrazovat</a:t>
            </a:r>
          </a:p>
          <a:p>
            <a:pPr lvl="1"/>
            <a:endParaRPr lang="cs-CZ" dirty="0"/>
          </a:p>
          <a:p>
            <a:pPr marL="457200" lvl="1" indent="0">
              <a:buNone/>
            </a:pP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74907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B58EED-CD3C-4FB9-8827-B973F8E4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Návrhy modelů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FBB485-DF11-4917-8D3C-57466C048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 praxi tuto činnost zajišťují SW architekti a analytici</a:t>
            </a:r>
          </a:p>
          <a:p>
            <a:r>
              <a:rPr lang="cs-CZ" dirty="0"/>
              <a:t>Během návrhu modelů řešíme:</a:t>
            </a:r>
          </a:p>
          <a:p>
            <a:pPr lvl="1"/>
            <a:r>
              <a:rPr lang="cs-CZ" dirty="0"/>
              <a:t>Specifikací rolí – uživatel, administrátor, super admin, …</a:t>
            </a:r>
          </a:p>
          <a:p>
            <a:pPr lvl="1"/>
            <a:r>
              <a:rPr lang="cs-CZ" dirty="0"/>
              <a:t>Určení tříd v databázovém modelu</a:t>
            </a:r>
          </a:p>
          <a:p>
            <a:pPr lvl="1"/>
            <a:r>
              <a:rPr lang="cs-CZ" dirty="0"/>
              <a:t>Určení tříd pro strukturu aplikace</a:t>
            </a:r>
          </a:p>
          <a:p>
            <a:pPr lvl="1"/>
            <a:r>
              <a:rPr lang="cs-CZ" dirty="0"/>
              <a:t>Specifikace akcí navazující na konkrétní události</a:t>
            </a:r>
          </a:p>
          <a:p>
            <a:pPr lvl="1"/>
            <a:r>
              <a:rPr lang="cs-CZ" dirty="0"/>
              <a:t>Popsání toku dat v aplikaci – co s čím komunikuje</a:t>
            </a:r>
          </a:p>
        </p:txBody>
      </p:sp>
    </p:spTree>
    <p:extLst>
      <p:ext uri="{BB962C8B-B14F-4D97-AF65-F5344CB8AC3E}">
        <p14:creationId xmlns:p14="http://schemas.microsoft.com/office/powerpoint/2010/main" val="270745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4113D9-2B12-491E-A158-6D5BD3BD9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Návrh algoritmů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66CB38E-839D-404F-9156-55CF753F5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Algoritmy v našich aplikací jsou ve výsledku malé aplikace v jedné velké aplikaci</a:t>
            </a:r>
          </a:p>
          <a:p>
            <a:r>
              <a:rPr lang="cs-CZ" dirty="0"/>
              <a:t>Postup návrhu algoritmu je totožný s celým životním cyklem samotné aplikace</a:t>
            </a:r>
          </a:p>
          <a:p>
            <a:r>
              <a:rPr lang="cs-CZ" dirty="0"/>
              <a:t>Analýza řešitelnosti -&gt; identifikace vstupů a výstupů -&gt; návrh -&gt; implementace -&gt; ladění</a:t>
            </a:r>
          </a:p>
          <a:p>
            <a:r>
              <a:rPr lang="cs-CZ" dirty="0"/>
              <a:t>Výstup jednoho dílčího algoritmu může být vstupem pro následující algoritmus – utváříme posloupnost akcí </a:t>
            </a:r>
          </a:p>
          <a:p>
            <a:pPr lvl="1"/>
            <a:r>
              <a:rPr lang="cs-CZ" dirty="0"/>
              <a:t>Příkladem je zpracování vstupních dat do formy, se kterou umíme pracovat</a:t>
            </a:r>
          </a:p>
        </p:txBody>
      </p:sp>
    </p:spTree>
    <p:extLst>
      <p:ext uri="{BB962C8B-B14F-4D97-AF65-F5344CB8AC3E}">
        <p14:creationId xmlns:p14="http://schemas.microsoft.com/office/powerpoint/2010/main" val="115923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86AB03-C4B4-4B4A-9194-DE50E274A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Implementace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B98D52E-9616-4DA9-9330-A6B581933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Jedna z nejnákladnějších fází při vývoji aplikace</a:t>
            </a:r>
          </a:p>
          <a:p>
            <a:r>
              <a:rPr lang="cs-CZ" dirty="0"/>
              <a:t>Odstranění chyby, které se v průběhu implementace objeví je časově náročná – často se musíme vracet zpět do prvotních fází vývoje aplikace</a:t>
            </a:r>
          </a:p>
          <a:p>
            <a:r>
              <a:rPr lang="cs-CZ" dirty="0"/>
              <a:t>Jakýkoliv zásah do navržené struktury může dominovým efektem poškodit další části naší aplikace</a:t>
            </a:r>
          </a:p>
          <a:p>
            <a:r>
              <a:rPr lang="cs-CZ" dirty="0"/>
              <a:t>K implementaci se uchylujeme v momentě, kdy jsme si odsouhlasili výsledky v předešlých fázích</a:t>
            </a:r>
          </a:p>
          <a:p>
            <a:r>
              <a:rPr lang="cs-CZ" dirty="0"/>
              <a:t>Samotná implementace se skládá z převedení myšlenek, které jsme vytvořili při modelování a návrhů algoritmů, do kódu v příslušném programovacím jazyce</a:t>
            </a:r>
          </a:p>
        </p:txBody>
      </p:sp>
    </p:spTree>
    <p:extLst>
      <p:ext uri="{BB962C8B-B14F-4D97-AF65-F5344CB8AC3E}">
        <p14:creationId xmlns:p14="http://schemas.microsoft.com/office/powerpoint/2010/main" val="3232788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F78398-029C-4617-98BD-5F028282B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Testování aplikace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A87092D-0427-48E8-B0AA-9EC6558AD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 mnoha případech přehlížená fáze při vývoji</a:t>
            </a:r>
          </a:p>
          <a:p>
            <a:r>
              <a:rPr lang="cs-CZ" dirty="0"/>
              <a:t>Testování aplikace neslouží pouze k ověření, že funkcionalita stanovená při specifikace je naplněna</a:t>
            </a:r>
          </a:p>
          <a:p>
            <a:r>
              <a:rPr lang="cs-CZ" dirty="0"/>
              <a:t>Na testování aplikací koukáme na více úrovních:</a:t>
            </a:r>
          </a:p>
          <a:p>
            <a:pPr lvl="1"/>
            <a:r>
              <a:rPr lang="cs-CZ" dirty="0"/>
              <a:t>Unit testování</a:t>
            </a:r>
          </a:p>
          <a:p>
            <a:pPr lvl="1"/>
            <a:r>
              <a:rPr lang="cs-CZ" dirty="0"/>
              <a:t>Integrační testování</a:t>
            </a:r>
          </a:p>
          <a:p>
            <a:pPr lvl="1"/>
            <a:r>
              <a:rPr lang="cs-CZ" dirty="0"/>
              <a:t>Behaviorální testování</a:t>
            </a:r>
          </a:p>
          <a:p>
            <a:r>
              <a:rPr lang="cs-CZ" dirty="0"/>
              <a:t>V ideálním případě jsou lidé zodpovídající za testování přítomní v nějaké míře v každé fázi a dohlíží na kvalitu doručené práce - </a:t>
            </a:r>
            <a:r>
              <a:rPr lang="cs-CZ" b="1" dirty="0"/>
              <a:t>QA</a:t>
            </a:r>
          </a:p>
        </p:txBody>
      </p:sp>
    </p:spTree>
    <p:extLst>
      <p:ext uri="{BB962C8B-B14F-4D97-AF65-F5344CB8AC3E}">
        <p14:creationId xmlns:p14="http://schemas.microsoft.com/office/powerpoint/2010/main" val="3663181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5504AD-5935-4683-AF3D-AB1E17A53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anchor="b">
            <a:normAutofit/>
          </a:bodyPr>
          <a:lstStyle/>
          <a:p>
            <a:r>
              <a:rPr lang="cs-CZ" dirty="0"/>
              <a:t>Životní cyklus aplikace</a:t>
            </a:r>
          </a:p>
        </p:txBody>
      </p:sp>
      <p:pic>
        <p:nvPicPr>
          <p:cNvPr id="1026" name="Picture 2" descr="What is Application Lifecycle Management - Learn the Tools &amp;amp; Methods">
            <a:extLst>
              <a:ext uri="{FF2B5EF4-FFF2-40B4-BE49-F238E27FC236}">
                <a16:creationId xmlns:a16="http://schemas.microsoft.com/office/drawing/2014/main" id="{393B3105-DEAF-434D-9702-66740A852DA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67606" y="2340864"/>
            <a:ext cx="5656787" cy="3634486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Date Placeholder 3">
            <a:extLst>
              <a:ext uri="{FF2B5EF4-FFF2-40B4-BE49-F238E27FC236}">
                <a16:creationId xmlns:a16="http://schemas.microsoft.com/office/drawing/2014/main" id="{08320EDD-B305-448E-4C7F-48F20FE71A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9E25B38F-3440-48E9-8BA6-B9B0E297B628}" type="datetime1">
              <a:rPr lang="cs-CZ" smtClean="0"/>
              <a:pPr rtl="0">
                <a:spcAft>
                  <a:spcPts val="600"/>
                </a:spcAft>
              </a:pPr>
              <a:t>10.11.2025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23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09E21C-A17D-4A85-A3AC-CA5C64E63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Řešení chyb v kódu v průběhu implementace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F07D376-14E7-4E6E-B38C-12B393FC6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b="1" dirty="0"/>
              <a:t>Syntaktická chyba</a:t>
            </a:r>
          </a:p>
          <a:p>
            <a:pPr lvl="1"/>
            <a:r>
              <a:rPr lang="cs-CZ" dirty="0"/>
              <a:t>Viditelná přímo v IDE (červené podtržení)</a:t>
            </a:r>
          </a:p>
          <a:p>
            <a:pPr lvl="1"/>
            <a:r>
              <a:rPr lang="cs-CZ" dirty="0"/>
              <a:t>Zabraňuje kompilaci a sestavení projektu</a:t>
            </a:r>
          </a:p>
          <a:p>
            <a:pPr lvl="1"/>
            <a:r>
              <a:rPr lang="cs-CZ" dirty="0"/>
              <a:t>IDE se nám snaží poradit, jak daný problém vyřešit v přehledu chyb</a:t>
            </a:r>
          </a:p>
          <a:p>
            <a:r>
              <a:rPr lang="cs-CZ" b="1" dirty="0"/>
              <a:t>Běhová chyba </a:t>
            </a:r>
            <a:r>
              <a:rPr lang="cs-CZ" dirty="0"/>
              <a:t>(nepohlídání podmínek, vstupů, …)</a:t>
            </a:r>
          </a:p>
          <a:p>
            <a:pPr lvl="1"/>
            <a:r>
              <a:rPr lang="cs-CZ" dirty="0"/>
              <a:t>Odhalení pomocí </a:t>
            </a:r>
            <a:r>
              <a:rPr lang="cs-CZ" b="1" dirty="0" err="1"/>
              <a:t>try-catch</a:t>
            </a:r>
            <a:endParaRPr lang="cs-CZ" b="1" dirty="0"/>
          </a:p>
          <a:p>
            <a:pPr lvl="1"/>
            <a:r>
              <a:rPr lang="cs-CZ" dirty="0"/>
              <a:t>Nebrání v překladu kódu</a:t>
            </a:r>
          </a:p>
          <a:p>
            <a:pPr lvl="1"/>
            <a:r>
              <a:rPr lang="cs-CZ" dirty="0"/>
              <a:t>Často způsobuje pád programu, vytvoření výjimky v běhu programu</a:t>
            </a:r>
          </a:p>
          <a:p>
            <a:r>
              <a:rPr lang="cs-CZ" b="1" dirty="0"/>
              <a:t>Logická chyba</a:t>
            </a:r>
          </a:p>
          <a:p>
            <a:pPr lvl="1"/>
            <a:r>
              <a:rPr lang="cs-CZ" dirty="0"/>
              <a:t>Velmi špatně odhalitelná</a:t>
            </a:r>
          </a:p>
          <a:p>
            <a:pPr lvl="1"/>
            <a:r>
              <a:rPr lang="cs-CZ" dirty="0"/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2036264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53AA54-C8D6-471D-89E4-B3458F083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Syntaktická chyba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FC7DADD-6235-4321-9384-BD571131D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Chyb, které odhalí samotné IDE a znemožňuje spuštění</a:t>
            </a:r>
          </a:p>
          <a:p>
            <a:r>
              <a:rPr lang="cs-CZ" dirty="0"/>
              <a:t>Oprava takové chyby závisí od jejího typu</a:t>
            </a:r>
          </a:p>
          <a:p>
            <a:r>
              <a:rPr lang="cs-CZ" dirty="0"/>
              <a:t>Zpravidla se jedná o chybějící nebo přebývající znaky</a:t>
            </a:r>
          </a:p>
          <a:p>
            <a:r>
              <a:rPr lang="cs-CZ" dirty="0"/>
              <a:t>Syntaktická chyba vzniká i voláním proměnné nebo funkce která neexistuje</a:t>
            </a:r>
          </a:p>
          <a:p>
            <a:r>
              <a:rPr lang="cs-CZ" dirty="0"/>
              <a:t>Chyby, které jsou vypsány v příslušné sekci řešte odshora</a:t>
            </a:r>
          </a:p>
          <a:p>
            <a:pPr lvl="1"/>
            <a:r>
              <a:rPr lang="cs-CZ" dirty="0"/>
              <a:t>Je dost možné, že drobná chyba je navázána na další chybová hlášení</a:t>
            </a:r>
          </a:p>
          <a:p>
            <a:r>
              <a:rPr lang="cs-CZ" dirty="0"/>
              <a:t>V případě, že nerozumíte, co za chyby vám IDE hlásí – zkopírujte chybovou hlášku a využijte Google (určitě nejste první s daným problémem)</a:t>
            </a:r>
          </a:p>
        </p:txBody>
      </p:sp>
    </p:spTree>
    <p:extLst>
      <p:ext uri="{BB962C8B-B14F-4D97-AF65-F5344CB8AC3E}">
        <p14:creationId xmlns:p14="http://schemas.microsoft.com/office/powerpoint/2010/main" val="2924969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DCFDAA-C12E-4E6B-AE4B-7C6666EC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Běhová chyba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A3FA8F2-7E3E-4223-A2D6-D527F5F77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Středně závažná chyba, která se projeví až po spuštění a používání programu</a:t>
            </a:r>
          </a:p>
          <a:p>
            <a:r>
              <a:rPr lang="cs-CZ" dirty="0"/>
              <a:t>Typickým příkladem běhové chyby například nemožnost přistoupit na volaný soubor, nesprávný formát vstupů nebo špatná práce s pamětí</a:t>
            </a:r>
          </a:p>
          <a:p>
            <a:r>
              <a:rPr lang="cs-CZ" dirty="0"/>
              <a:t>Pro tyto typy chyb využíváme pojem </a:t>
            </a:r>
            <a:r>
              <a:rPr lang="cs-CZ" b="1" dirty="0" err="1"/>
              <a:t>Exceptions</a:t>
            </a:r>
            <a:r>
              <a:rPr lang="cs-CZ" dirty="0"/>
              <a:t> (výjimky v běhu programu)</a:t>
            </a:r>
          </a:p>
          <a:p>
            <a:r>
              <a:rPr lang="cs-CZ" dirty="0"/>
              <a:t>Vznik výjimky můžeme vynutit pomocí klíčového slova </a:t>
            </a:r>
            <a:r>
              <a:rPr lang="cs-CZ" b="1" dirty="0" err="1"/>
              <a:t>throw</a:t>
            </a:r>
            <a:endParaRPr lang="cs-CZ" b="1" dirty="0"/>
          </a:p>
          <a:p>
            <a:pPr lvl="1"/>
            <a:r>
              <a:rPr lang="cs-CZ" i="1" dirty="0" err="1"/>
              <a:t>throw</a:t>
            </a:r>
            <a:r>
              <a:rPr lang="cs-CZ" i="1" dirty="0"/>
              <a:t> </a:t>
            </a:r>
            <a:r>
              <a:rPr lang="cs-CZ" i="1" dirty="0" err="1"/>
              <a:t>new</a:t>
            </a:r>
            <a:r>
              <a:rPr lang="cs-CZ" i="1" dirty="0"/>
              <a:t> </a:t>
            </a:r>
            <a:r>
              <a:rPr lang="cs-CZ" i="1" dirty="0" err="1"/>
              <a:t>Exception</a:t>
            </a:r>
            <a:r>
              <a:rPr lang="cs-CZ" i="1" dirty="0"/>
              <a:t>(“zpráva nové výjimky“);</a:t>
            </a:r>
          </a:p>
          <a:p>
            <a:r>
              <a:rPr lang="cs-CZ" dirty="0"/>
              <a:t>Výjimky odchytáváme pomocí konstrukce </a:t>
            </a:r>
            <a:r>
              <a:rPr lang="cs-CZ" b="1" dirty="0" err="1"/>
              <a:t>try-catch</a:t>
            </a:r>
            <a:endParaRPr lang="cs-CZ" b="1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20842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FA303F-3511-4122-B89B-97D31C4A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Logická chyba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ED23AD6-9697-4EC7-A058-DAA32DFFD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Vytvořený program lze spustit, nevzniká žádná výjimka při běhu</a:t>
            </a:r>
          </a:p>
          <a:p>
            <a:r>
              <a:rPr lang="cs-CZ" dirty="0"/>
              <a:t>Program ovšem nedělá to, co od něj očekáváme</a:t>
            </a:r>
          </a:p>
          <a:p>
            <a:r>
              <a:rPr lang="cs-CZ" dirty="0"/>
              <a:t>Neexistuje obecný postup jak takovou chybu opravit</a:t>
            </a:r>
          </a:p>
          <a:p>
            <a:r>
              <a:rPr lang="cs-CZ" dirty="0"/>
              <a:t>Pro identifikaci chyby využíváme </a:t>
            </a:r>
            <a:r>
              <a:rPr lang="cs-CZ" b="1" dirty="0"/>
              <a:t>debuggingu</a:t>
            </a:r>
            <a:r>
              <a:rPr lang="cs-CZ" dirty="0"/>
              <a:t> (krokování)</a:t>
            </a:r>
          </a:p>
          <a:p>
            <a:r>
              <a:rPr lang="cs-CZ" dirty="0"/>
              <a:t>Umístění tzv. </a:t>
            </a:r>
            <a:r>
              <a:rPr lang="cs-CZ" dirty="0" err="1"/>
              <a:t>breakpointu</a:t>
            </a:r>
            <a:r>
              <a:rPr lang="cs-CZ" dirty="0"/>
              <a:t> na řádek kódu, od kterého sledujeme chování programu </a:t>
            </a:r>
          </a:p>
          <a:p>
            <a:pPr lvl="1"/>
            <a:r>
              <a:rPr lang="cs-CZ" dirty="0"/>
              <a:t>Sledujeme hodnoty proměnných a kontrolujeme vůči navrženému algoritmu</a:t>
            </a:r>
          </a:p>
          <a:p>
            <a:r>
              <a:rPr lang="cs-CZ" dirty="0"/>
              <a:t>Chyba ovšem může vzniknout již při návrhu algoritmu</a:t>
            </a:r>
          </a:p>
          <a:p>
            <a:pPr lvl="1"/>
            <a:r>
              <a:rPr lang="cs-CZ" dirty="0"/>
              <a:t>Proto nepodceňujme návrh algoritmu například pomocí vývojového diagramu</a:t>
            </a:r>
          </a:p>
        </p:txBody>
      </p:sp>
    </p:spTree>
    <p:extLst>
      <p:ext uri="{BB962C8B-B14F-4D97-AF65-F5344CB8AC3E}">
        <p14:creationId xmlns:p14="http://schemas.microsoft.com/office/powerpoint/2010/main" val="3979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14F729-433E-4A21-AD54-48C6F8E70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98494"/>
          </a:xfrm>
        </p:spPr>
        <p:txBody>
          <a:bodyPr/>
          <a:lstStyle/>
          <a:p>
            <a:r>
              <a:rPr lang="cs-CZ" dirty="0"/>
              <a:t>Ukázka debuggingu</a:t>
            </a:r>
          </a:p>
        </p:txBody>
      </p:sp>
      <p:pic>
        <p:nvPicPr>
          <p:cNvPr id="4" name="Zástupný obsah 6">
            <a:extLst>
              <a:ext uri="{FF2B5EF4-FFF2-40B4-BE49-F238E27FC236}">
                <a16:creationId xmlns:a16="http://schemas.microsoft.com/office/drawing/2014/main" id="{116FE85F-F4D6-4FA3-9462-5BA5CDE8F5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6100" y="1500650"/>
            <a:ext cx="6019800" cy="2524125"/>
          </a:xfrm>
          <a:prstGeom prst="rect">
            <a:avLst/>
          </a:prstGeom>
        </p:spPr>
      </p:pic>
      <p:pic>
        <p:nvPicPr>
          <p:cNvPr id="5" name="Zástupný obsah 8">
            <a:extLst>
              <a:ext uri="{FF2B5EF4-FFF2-40B4-BE49-F238E27FC236}">
                <a16:creationId xmlns:a16="http://schemas.microsoft.com/office/drawing/2014/main" id="{EE20219A-34BD-4E83-83D6-D2CB324B4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815" y="4255573"/>
            <a:ext cx="7192370" cy="253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4633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98_TF33552983" id="{76B99DA1-8F4B-4CDD-AF17-E230D0ABAD07}" vid="{3FF160E1-38F3-4E00-BD3B-0B3A46B6642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7e4c6b7bee7b970a2b5bc6838edbe0d6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55af27d9ad2c548dfcd892bb20bc1f37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3CDFA7-8B23-4853-8EB8-EE6E351B90A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E49B5DC-8932-455E-8A8D-F16FDACEC9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75DE0E-8155-4597-BC70-24E1E28C7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0cc4f6-0c3c-4ea8-92ec-990817b169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{057ABDF0-0FF1-49A1-B0D8-3ACA9F4F8DB4}TF201209c3-d067-44f9-a26f-c8f216c44313d714db88_win32-5cc965dfc2a9</Template>
  <TotalTime>61</TotalTime>
  <Words>793</Words>
  <Application>Microsoft Office PowerPoint</Application>
  <PresentationFormat>Širokoúhlá obrazovka</PresentationFormat>
  <Paragraphs>103</Paragraphs>
  <Slides>15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0" baseType="lpstr">
      <vt:lpstr>Calibri</vt:lpstr>
      <vt:lpstr>Franklin Gothic Book</vt:lpstr>
      <vt:lpstr>Franklin Gothic Demi</vt:lpstr>
      <vt:lpstr>Wingdings 2</vt:lpstr>
      <vt:lpstr>DividendVTI</vt:lpstr>
      <vt:lpstr>Programování</vt:lpstr>
      <vt:lpstr>Co stojí za tvorbou aplikace z pohledu programátora?</vt:lpstr>
      <vt:lpstr>Specifikace zadání</vt:lpstr>
      <vt:lpstr>Zjištění řešitelnosti</vt:lpstr>
      <vt:lpstr>Identifikace vstupů a výstupů</vt:lpstr>
      <vt:lpstr>Návrhy modelů</vt:lpstr>
      <vt:lpstr>Návrh algoritmů</vt:lpstr>
      <vt:lpstr>Implementace</vt:lpstr>
      <vt:lpstr>Testování aplikace</vt:lpstr>
      <vt:lpstr>Životní cyklus aplikace</vt:lpstr>
      <vt:lpstr>Řešení chyb v kódu v průběhu implementace</vt:lpstr>
      <vt:lpstr>Syntaktická chyba</vt:lpstr>
      <vt:lpstr>Běhová chyba</vt:lpstr>
      <vt:lpstr>Logická chyba</vt:lpstr>
      <vt:lpstr>Ukázka debuggingu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301</cp:revision>
  <dcterms:created xsi:type="dcterms:W3CDTF">2025-09-08T04:51:09Z</dcterms:created>
  <dcterms:modified xsi:type="dcterms:W3CDTF">2025-11-10T06:58:49Z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0x0101001551E01F061E674F96D9948F82E90CC0</vt:lpwstr>
  </property>
</Properties>
</file>