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3"/>
  </p:notesMasterIdLst>
  <p:handoutMasterIdLst>
    <p:handoutMasterId r:id="rId14"/>
  </p:handoutMasterIdLst>
  <p:sldIdLst>
    <p:sldId id="257" r:id="rId5"/>
    <p:sldId id="258" r:id="rId6"/>
    <p:sldId id="259" r:id="rId7"/>
    <p:sldId id="262" r:id="rId8"/>
    <p:sldId id="263" r:id="rId9"/>
    <p:sldId id="264" r:id="rId10"/>
    <p:sldId id="260" r:id="rId11"/>
    <p:sldId id="261" r:id="rId12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33F09-9D05-400C-A5D0-C526DE8AA022}" v="306" dt="2026-01-19T06:58:06.625"/>
    <p1510:client id="{E9C8C898-D681-438C-B73C-0B0F39629882}" v="96" dt="2026-01-19T08:33:49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9F9E9AFD-EDB2-4BE0-8FCD-80F6CD53B3B9}"/>
    <pc:docChg chg="modSld">
      <pc:chgData name="" userId="" providerId="" clId="Web-{9F9E9AFD-EDB2-4BE0-8FCD-80F6CD53B3B9}" dt="2026-01-12T06:43:15.896" v="3" actId="20577"/>
      <pc:docMkLst>
        <pc:docMk/>
      </pc:docMkLst>
      <pc:sldChg chg="modSp">
        <pc:chgData name="" userId="" providerId="" clId="Web-{9F9E9AFD-EDB2-4BE0-8FCD-80F6CD53B3B9}" dt="2026-01-12T06:43:15.896" v="3" actId="20577"/>
        <pc:sldMkLst>
          <pc:docMk/>
          <pc:sldMk cId="2475805559" sldId="257"/>
        </pc:sldMkLst>
        <pc:spChg chg="mod">
          <ac:chgData name="" userId="" providerId="" clId="Web-{9F9E9AFD-EDB2-4BE0-8FCD-80F6CD53B3B9}" dt="2026-01-12T06:43:15.896" v="3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86AD2D4C-319E-48F0-AEC7-E125CEFDB54B}"/>
    <pc:docChg chg="addSld delSld modSld">
      <pc:chgData name="Sládeček David" userId="S::sladecek@hradebni.cz::474d93f0-3a32-49cc-b837-47806091b590" providerId="AD" clId="Web-{86AD2D4C-319E-48F0-AEC7-E125CEFDB54B}" dt="2026-01-05T06:54:31.742" v="374" actId="20577"/>
      <pc:docMkLst>
        <pc:docMk/>
      </pc:docMkLst>
      <pc:sldChg chg="modSp">
        <pc:chgData name="Sládeček David" userId="S::sladecek@hradebni.cz::474d93f0-3a32-49cc-b837-47806091b590" providerId="AD" clId="Web-{86AD2D4C-319E-48F0-AEC7-E125CEFDB54B}" dt="2026-01-05T06:33:55.137" v="27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86AD2D4C-319E-48F0-AEC7-E125CEFDB54B}" dt="2026-01-05T06:33:55.137" v="27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E9C8C898-D681-438C-B73C-0B0F39629882}"/>
    <pc:docChg chg="addSld modSld">
      <pc:chgData name="Sládeček David" userId="S::sladecek@hradebni.cz::474d93f0-3a32-49cc-b837-47806091b590" providerId="AD" clId="Web-{E9C8C898-D681-438C-B73C-0B0F39629882}" dt="2026-01-19T08:33:49.840" v="93" actId="1076"/>
      <pc:docMkLst>
        <pc:docMk/>
      </pc:docMkLst>
      <pc:sldChg chg="modSp">
        <pc:chgData name="Sládeček David" userId="S::sladecek@hradebni.cz::474d93f0-3a32-49cc-b837-47806091b590" providerId="AD" clId="Web-{E9C8C898-D681-438C-B73C-0B0F39629882}" dt="2026-01-19T08:29:13.374" v="30" actId="20577"/>
        <pc:sldMkLst>
          <pc:docMk/>
          <pc:sldMk cId="2167882590" sldId="262"/>
        </pc:sldMkLst>
        <pc:spChg chg="mod">
          <ac:chgData name="Sládeček David" userId="S::sladecek@hradebni.cz::474d93f0-3a32-49cc-b837-47806091b590" providerId="AD" clId="Web-{E9C8C898-D681-438C-B73C-0B0F39629882}" dt="2026-01-19T08:29:13.374" v="30" actId="20577"/>
          <ac:spMkLst>
            <pc:docMk/>
            <pc:sldMk cId="2167882590" sldId="262"/>
            <ac:spMk id="8" creationId="{E1E55B16-6EBE-9643-5951-C0DA63615551}"/>
          </ac:spMkLst>
        </pc:spChg>
      </pc:sldChg>
      <pc:sldChg chg="delSp modSp new mod modClrScheme chgLayout">
        <pc:chgData name="Sládeček David" userId="S::sladecek@hradebni.cz::474d93f0-3a32-49cc-b837-47806091b590" providerId="AD" clId="Web-{E9C8C898-D681-438C-B73C-0B0F39629882}" dt="2026-01-19T08:32:58.447" v="83" actId="20577"/>
        <pc:sldMkLst>
          <pc:docMk/>
          <pc:sldMk cId="2593211140" sldId="263"/>
        </pc:sldMkLst>
        <pc:spChg chg="mod ord">
          <ac:chgData name="Sládeček David" userId="S::sladecek@hradebni.cz::474d93f0-3a32-49cc-b837-47806091b590" providerId="AD" clId="Web-{E9C8C898-D681-438C-B73C-0B0F39629882}" dt="2026-01-19T08:29:35.954" v="35" actId="20577"/>
          <ac:spMkLst>
            <pc:docMk/>
            <pc:sldMk cId="2593211140" sldId="263"/>
            <ac:spMk id="2" creationId="{02A12757-016E-5B4A-95DD-0F9F92D30EB2}"/>
          </ac:spMkLst>
        </pc:spChg>
        <pc:spChg chg="del">
          <ac:chgData name="Sládeček David" userId="S::sladecek@hradebni.cz::474d93f0-3a32-49cc-b837-47806091b590" providerId="AD" clId="Web-{E9C8C898-D681-438C-B73C-0B0F39629882}" dt="2026-01-19T08:29:20.297" v="32"/>
          <ac:spMkLst>
            <pc:docMk/>
            <pc:sldMk cId="2593211140" sldId="263"/>
            <ac:spMk id="3" creationId="{ADA19555-29DD-BC9B-7F47-46FF67E8D185}"/>
          </ac:spMkLst>
        </pc:spChg>
        <pc:spChg chg="mod ord">
          <ac:chgData name="Sládeček David" userId="S::sladecek@hradebni.cz::474d93f0-3a32-49cc-b837-47806091b590" providerId="AD" clId="Web-{E9C8C898-D681-438C-B73C-0B0F39629882}" dt="2026-01-19T08:32:58.447" v="83" actId="20577"/>
          <ac:spMkLst>
            <pc:docMk/>
            <pc:sldMk cId="2593211140" sldId="263"/>
            <ac:spMk id="4" creationId="{7178BEE9-F70E-BE44-CF8E-11E4571607B8}"/>
          </ac:spMkLst>
        </pc:spChg>
        <pc:spChg chg="del">
          <ac:chgData name="Sládeček David" userId="S::sladecek@hradebni.cz::474d93f0-3a32-49cc-b837-47806091b590" providerId="AD" clId="Web-{E9C8C898-D681-438C-B73C-0B0F39629882}" dt="2026-01-19T08:29:20.297" v="32"/>
          <ac:spMkLst>
            <pc:docMk/>
            <pc:sldMk cId="2593211140" sldId="263"/>
            <ac:spMk id="5" creationId="{D964C803-A49D-7807-E499-FE5B6EDDCE28}"/>
          </ac:spMkLst>
        </pc:spChg>
        <pc:spChg chg="del">
          <ac:chgData name="Sládeček David" userId="S::sladecek@hradebni.cz::474d93f0-3a32-49cc-b837-47806091b590" providerId="AD" clId="Web-{E9C8C898-D681-438C-B73C-0B0F39629882}" dt="2026-01-19T08:29:20.297" v="32"/>
          <ac:spMkLst>
            <pc:docMk/>
            <pc:sldMk cId="2593211140" sldId="263"/>
            <ac:spMk id="6" creationId="{302E5BF3-0EE1-F946-8452-6D4D5480946B}"/>
          </ac:spMkLst>
        </pc:spChg>
        <pc:spChg chg="mod ord">
          <ac:chgData name="Sládeček David" userId="S::sladecek@hradebni.cz::474d93f0-3a32-49cc-b837-47806091b590" providerId="AD" clId="Web-{E9C8C898-D681-438C-B73C-0B0F39629882}" dt="2026-01-19T08:29:20.297" v="32"/>
          <ac:spMkLst>
            <pc:docMk/>
            <pc:sldMk cId="2593211140" sldId="263"/>
            <ac:spMk id="7" creationId="{83987B03-0C61-F8F3-4243-FFDF4D942EB9}"/>
          </ac:spMkLst>
        </pc:spChg>
      </pc:sldChg>
      <pc:sldChg chg="addSp delSp modSp add replId">
        <pc:chgData name="Sládeček David" userId="S::sladecek@hradebni.cz::474d93f0-3a32-49cc-b837-47806091b590" providerId="AD" clId="Web-{E9C8C898-D681-438C-B73C-0B0F39629882}" dt="2026-01-19T08:33:49.840" v="93" actId="1076"/>
        <pc:sldMkLst>
          <pc:docMk/>
          <pc:sldMk cId="311938226" sldId="264"/>
        </pc:sldMkLst>
        <pc:spChg chg="mod">
          <ac:chgData name="Sládeček David" userId="S::sladecek@hradebni.cz::474d93f0-3a32-49cc-b837-47806091b590" providerId="AD" clId="Web-{E9C8C898-D681-438C-B73C-0B0F39629882}" dt="2026-01-19T08:33:49.840" v="93" actId="1076"/>
          <ac:spMkLst>
            <pc:docMk/>
            <pc:sldMk cId="311938226" sldId="264"/>
            <ac:spMk id="2" creationId="{CF7BFB36-8338-8B78-1782-48A5C84CE4AF}"/>
          </ac:spMkLst>
        </pc:spChg>
        <pc:spChg chg="del mod">
          <ac:chgData name="Sládeček David" userId="S::sladecek@hradebni.cz::474d93f0-3a32-49cc-b837-47806091b590" providerId="AD" clId="Web-{E9C8C898-D681-438C-B73C-0B0F39629882}" dt="2026-01-19T08:33:08.526" v="86"/>
          <ac:spMkLst>
            <pc:docMk/>
            <pc:sldMk cId="311938226" sldId="264"/>
            <ac:spMk id="4" creationId="{EE6C18F4-ABBC-5583-0297-474674A81C88}"/>
          </ac:spMkLst>
        </pc:spChg>
        <pc:picChg chg="add mod ord">
          <ac:chgData name="Sládeček David" userId="S::sladecek@hradebni.cz::474d93f0-3a32-49cc-b837-47806091b590" providerId="AD" clId="Web-{E9C8C898-D681-438C-B73C-0B0F39629882}" dt="2026-01-19T08:33:16.917" v="88" actId="1076"/>
          <ac:picMkLst>
            <pc:docMk/>
            <pc:sldMk cId="311938226" sldId="264"/>
            <ac:picMk id="3" creationId="{8BA36641-172C-955C-0072-3297366D8F4B}"/>
          </ac:picMkLst>
        </pc:picChg>
        <pc:picChg chg="add mod">
          <ac:chgData name="Sládeček David" userId="S::sladecek@hradebni.cz::474d93f0-3a32-49cc-b837-47806091b590" providerId="AD" clId="Web-{E9C8C898-D681-438C-B73C-0B0F39629882}" dt="2026-01-19T08:33:43.761" v="91" actId="1076"/>
          <ac:picMkLst>
            <pc:docMk/>
            <pc:sldMk cId="311938226" sldId="264"/>
            <ac:picMk id="5" creationId="{FD7B8C87-B716-CE3D-CB37-590718BB3367}"/>
          </ac:picMkLst>
        </pc:picChg>
      </pc:sldChg>
    </pc:docChg>
  </pc:docChgLst>
  <pc:docChgLst>
    <pc:chgData name="Sládeček David" userId="S::sladecek@hradebni.cz::474d93f0-3a32-49cc-b837-47806091b590" providerId="AD" clId="Web-{9F9E9AFD-EDB2-4BE0-8FCD-80F6CD53B3B9}"/>
    <pc:docChg chg="addSld delSld modSld">
      <pc:chgData name="Sládeček David" userId="S::sladecek@hradebni.cz::474d93f0-3a32-49cc-b837-47806091b590" providerId="AD" clId="Web-{9F9E9AFD-EDB2-4BE0-8FCD-80F6CD53B3B9}" dt="2026-01-12T06:49:41.491" v="248" actId="1076"/>
      <pc:docMkLst>
        <pc:docMk/>
      </pc:docMkLst>
      <pc:sldChg chg="modSp">
        <pc:chgData name="Sládeček David" userId="S::sladecek@hradebni.cz::474d93f0-3a32-49cc-b837-47806091b590" providerId="AD" clId="Web-{9F9E9AFD-EDB2-4BE0-8FCD-80F6CD53B3B9}" dt="2026-01-12T06:43:21.974" v="17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9F9E9AFD-EDB2-4BE0-8FCD-80F6CD53B3B9}" dt="2026-01-12T06:43:21.974" v="17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30E33F09-9D05-400C-A5D0-C526DE8AA022}"/>
    <pc:docChg chg="addSld delSld modSld">
      <pc:chgData name="Sládeček David" userId="S::sladecek@hradebni.cz::474d93f0-3a32-49cc-b837-47806091b590" providerId="AD" clId="Web-{30E33F09-9D05-400C-A5D0-C526DE8AA022}" dt="2026-01-19T06:58:06.625" v="296" actId="20577"/>
      <pc:docMkLst>
        <pc:docMk/>
      </pc:docMkLst>
      <pc:sldChg chg="modSp">
        <pc:chgData name="Sládeček David" userId="S::sladecek@hradebni.cz::474d93f0-3a32-49cc-b837-47806091b590" providerId="AD" clId="Web-{30E33F09-9D05-400C-A5D0-C526DE8AA022}" dt="2026-01-19T06:37:31.880" v="10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30E33F09-9D05-400C-A5D0-C526DE8AA022}" dt="2026-01-19T06:37:31.880" v="10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del">
        <pc:chgData name="Sládeček David" userId="S::sladecek@hradebni.cz::474d93f0-3a32-49cc-b837-47806091b590" providerId="AD" clId="Web-{30E33F09-9D05-400C-A5D0-C526DE8AA022}" dt="2026-01-19T06:37:35.583" v="17"/>
        <pc:sldMkLst>
          <pc:docMk/>
          <pc:sldMk cId="876974633" sldId="258"/>
        </pc:sldMkLst>
      </pc:sldChg>
      <pc:sldChg chg="addSp modSp new mod modClrScheme chgLayout">
        <pc:chgData name="Sládeček David" userId="S::sladecek@hradebni.cz::474d93f0-3a32-49cc-b837-47806091b590" providerId="AD" clId="Web-{30E33F09-9D05-400C-A5D0-C526DE8AA022}" dt="2026-01-19T06:42:13.808" v="46" actId="20577"/>
        <pc:sldMkLst>
          <pc:docMk/>
          <pc:sldMk cId="1539850208" sldId="258"/>
        </pc:sldMkLst>
        <pc:spChg chg="mod">
          <ac:chgData name="Sládeček David" userId="S::sladecek@hradebni.cz::474d93f0-3a32-49cc-b837-47806091b590" providerId="AD" clId="Web-{30E33F09-9D05-400C-A5D0-C526DE8AA022}" dt="2026-01-19T06:42:08.761" v="44"/>
          <ac:spMkLst>
            <pc:docMk/>
            <pc:sldMk cId="1539850208" sldId="258"/>
            <ac:spMk id="2" creationId="{71C06895-9332-58DB-890F-263672225221}"/>
          </ac:spMkLst>
        </pc:spChg>
        <pc:spChg chg="mod">
          <ac:chgData name="Sládeček David" userId="S::sladecek@hradebni.cz::474d93f0-3a32-49cc-b837-47806091b590" providerId="AD" clId="Web-{30E33F09-9D05-400C-A5D0-C526DE8AA022}" dt="2026-01-19T06:42:13.808" v="46" actId="20577"/>
          <ac:spMkLst>
            <pc:docMk/>
            <pc:sldMk cId="1539850208" sldId="258"/>
            <ac:spMk id="3" creationId="{55F4DF1E-FF05-6880-8D2A-AA5942C414E6}"/>
          </ac:spMkLst>
        </pc:spChg>
        <pc:spChg chg="mod ord">
          <ac:chgData name="Sládeček David" userId="S::sladecek@hradebni.cz::474d93f0-3a32-49cc-b837-47806091b590" providerId="AD" clId="Web-{30E33F09-9D05-400C-A5D0-C526DE8AA022}" dt="2026-01-19T06:42:08.761" v="44"/>
          <ac:spMkLst>
            <pc:docMk/>
            <pc:sldMk cId="1539850208" sldId="258"/>
            <ac:spMk id="4" creationId="{F602522C-925F-FC84-D250-B968992B07F2}"/>
          </ac:spMkLst>
        </pc:spChg>
        <pc:picChg chg="add mod">
          <ac:chgData name="Sládeček David" userId="S::sladecek@hradebni.cz::474d93f0-3a32-49cc-b837-47806091b590" providerId="AD" clId="Web-{30E33F09-9D05-400C-A5D0-C526DE8AA022}" dt="2026-01-19T06:42:08.761" v="44"/>
          <ac:picMkLst>
            <pc:docMk/>
            <pc:sldMk cId="1539850208" sldId="258"/>
            <ac:picMk id="5" creationId="{054336B4-FA0A-B92C-68D5-37EAB931FFBE}"/>
          </ac:picMkLst>
        </pc:picChg>
      </pc:sldChg>
      <pc:sldChg chg="addSp delSp modSp new mod modClrScheme chgLayout">
        <pc:chgData name="Sládeček David" userId="S::sladecek@hradebni.cz::474d93f0-3a32-49cc-b837-47806091b590" providerId="AD" clId="Web-{30E33F09-9D05-400C-A5D0-C526DE8AA022}" dt="2026-01-19T06:46:19.487" v="139" actId="20577"/>
        <pc:sldMkLst>
          <pc:docMk/>
          <pc:sldMk cId="369196253" sldId="259"/>
        </pc:sldMkLst>
        <pc:spChg chg="mod ord">
          <ac:chgData name="Sládeček David" userId="S::sladecek@hradebni.cz::474d93f0-3a32-49cc-b837-47806091b590" providerId="AD" clId="Web-{30E33F09-9D05-400C-A5D0-C526DE8AA022}" dt="2026-01-19T06:45:34.502" v="84"/>
          <ac:spMkLst>
            <pc:docMk/>
            <pc:sldMk cId="369196253" sldId="259"/>
            <ac:spMk id="2" creationId="{94549053-7EE3-FF4A-36F8-1DC28D4CA44F}"/>
          </ac:spMkLst>
        </pc:spChg>
        <pc:spChg chg="mod ord">
          <ac:chgData name="Sládeček David" userId="S::sladecek@hradebni.cz::474d93f0-3a32-49cc-b837-47806091b590" providerId="AD" clId="Web-{30E33F09-9D05-400C-A5D0-C526DE8AA022}" dt="2026-01-19T06:46:19.487" v="139" actId="20577"/>
          <ac:spMkLst>
            <pc:docMk/>
            <pc:sldMk cId="369196253" sldId="259"/>
            <ac:spMk id="3" creationId="{86E0CE28-7673-49CF-D85A-01F03A24417D}"/>
          </ac:spMkLst>
        </pc:spChg>
        <pc:spChg chg="del">
          <ac:chgData name="Sládeček David" userId="S::sladecek@hradebni.cz::474d93f0-3a32-49cc-b837-47806091b590" providerId="AD" clId="Web-{30E33F09-9D05-400C-A5D0-C526DE8AA022}" dt="2026-01-19T06:42:56.638" v="48"/>
          <ac:spMkLst>
            <pc:docMk/>
            <pc:sldMk cId="369196253" sldId="259"/>
            <ac:spMk id="4" creationId="{D405B1B5-49FA-5C5E-67AE-BF1131643520}"/>
          </ac:spMkLst>
        </pc:spChg>
        <pc:spChg chg="mod ord">
          <ac:chgData name="Sládeček David" userId="S::sladecek@hradebni.cz::474d93f0-3a32-49cc-b837-47806091b590" providerId="AD" clId="Web-{30E33F09-9D05-400C-A5D0-C526DE8AA022}" dt="2026-01-19T06:45:34.502" v="84"/>
          <ac:spMkLst>
            <pc:docMk/>
            <pc:sldMk cId="369196253" sldId="259"/>
            <ac:spMk id="5" creationId="{448639DA-D197-A69D-5B65-1D28AE7BBBCA}"/>
          </ac:spMkLst>
        </pc:spChg>
        <pc:picChg chg="add mod">
          <ac:chgData name="Sládeček David" userId="S::sladecek@hradebni.cz::474d93f0-3a32-49cc-b837-47806091b590" providerId="AD" clId="Web-{30E33F09-9D05-400C-A5D0-C526DE8AA022}" dt="2026-01-19T06:45:34.502" v="84"/>
          <ac:picMkLst>
            <pc:docMk/>
            <pc:sldMk cId="369196253" sldId="259"/>
            <ac:picMk id="6" creationId="{571193BD-95C2-8CE2-512E-4BA61373A4BA}"/>
          </ac:picMkLst>
        </pc:picChg>
      </pc:sldChg>
      <pc:sldChg chg="del">
        <pc:chgData name="Sládeček David" userId="S::sladecek@hradebni.cz::474d93f0-3a32-49cc-b837-47806091b590" providerId="AD" clId="Web-{30E33F09-9D05-400C-A5D0-C526DE8AA022}" dt="2026-01-19T06:37:35.583" v="18"/>
        <pc:sldMkLst>
          <pc:docMk/>
          <pc:sldMk cId="2470496364" sldId="259"/>
        </pc:sldMkLst>
      </pc:sldChg>
      <pc:sldChg chg="del">
        <pc:chgData name="Sládeček David" userId="S::sladecek@hradebni.cz::474d93f0-3a32-49cc-b837-47806091b590" providerId="AD" clId="Web-{30E33F09-9D05-400C-A5D0-C526DE8AA022}" dt="2026-01-19T06:37:35.583" v="16"/>
        <pc:sldMkLst>
          <pc:docMk/>
          <pc:sldMk cId="1867860217" sldId="260"/>
        </pc:sldMkLst>
      </pc:sldChg>
      <pc:sldChg chg="addSp delSp modSp new mod modClrScheme chgLayout">
        <pc:chgData name="Sládeček David" userId="S::sladecek@hradebni.cz::474d93f0-3a32-49cc-b837-47806091b590" providerId="AD" clId="Web-{30E33F09-9D05-400C-A5D0-C526DE8AA022}" dt="2026-01-19T06:51:21.498" v="194"/>
        <pc:sldMkLst>
          <pc:docMk/>
          <pc:sldMk cId="4036135138" sldId="260"/>
        </pc:sldMkLst>
        <pc:spChg chg="mod ord">
          <ac:chgData name="Sládeček David" userId="S::sladecek@hradebni.cz::474d93f0-3a32-49cc-b837-47806091b590" providerId="AD" clId="Web-{30E33F09-9D05-400C-A5D0-C526DE8AA022}" dt="2026-01-19T06:51:21.498" v="194"/>
          <ac:spMkLst>
            <pc:docMk/>
            <pc:sldMk cId="4036135138" sldId="260"/>
            <ac:spMk id="2" creationId="{90C49082-33A4-624D-05AB-027093E10634}"/>
          </ac:spMkLst>
        </pc:spChg>
        <pc:spChg chg="add del mod ord">
          <ac:chgData name="Sládeček David" userId="S::sladecek@hradebni.cz::474d93f0-3a32-49cc-b837-47806091b590" providerId="AD" clId="Web-{30E33F09-9D05-400C-A5D0-C526DE8AA022}" dt="2026-01-19T06:51:21.498" v="194"/>
          <ac:spMkLst>
            <pc:docMk/>
            <pc:sldMk cId="4036135138" sldId="260"/>
            <ac:spMk id="3" creationId="{64A69498-84D2-97EF-36AB-7EDD1977BFDE}"/>
          </ac:spMkLst>
        </pc:spChg>
        <pc:spChg chg="del">
          <ac:chgData name="Sládeček David" userId="S::sladecek@hradebni.cz::474d93f0-3a32-49cc-b837-47806091b590" providerId="AD" clId="Web-{30E33F09-9D05-400C-A5D0-C526DE8AA022}" dt="2026-01-19T06:47:27.662" v="141"/>
          <ac:spMkLst>
            <pc:docMk/>
            <pc:sldMk cId="4036135138" sldId="260"/>
            <ac:spMk id="4" creationId="{551FA4CE-0667-5D70-3739-A787A27A7371}"/>
          </ac:spMkLst>
        </pc:spChg>
        <pc:spChg chg="mod ord">
          <ac:chgData name="Sládeček David" userId="S::sladecek@hradebni.cz::474d93f0-3a32-49cc-b837-47806091b590" providerId="AD" clId="Web-{30E33F09-9D05-400C-A5D0-C526DE8AA022}" dt="2026-01-19T06:51:21.498" v="194"/>
          <ac:spMkLst>
            <pc:docMk/>
            <pc:sldMk cId="4036135138" sldId="260"/>
            <ac:spMk id="5" creationId="{85A82FA6-7D42-AEAC-73DF-E24D12A88BDC}"/>
          </ac:spMkLst>
        </pc:spChg>
        <pc:picChg chg="add del mod ord">
          <ac:chgData name="Sládeček David" userId="S::sladecek@hradebni.cz::474d93f0-3a32-49cc-b837-47806091b590" providerId="AD" clId="Web-{30E33F09-9D05-400C-A5D0-C526DE8AA022}" dt="2026-01-19T06:48:27.961" v="145"/>
          <ac:picMkLst>
            <pc:docMk/>
            <pc:sldMk cId="4036135138" sldId="260"/>
            <ac:picMk id="6" creationId="{AF58B08E-C31D-FDCE-229D-9B7F4F09293A}"/>
          </ac:picMkLst>
        </pc:picChg>
        <pc:picChg chg="add mod">
          <ac:chgData name="Sládeček David" userId="S::sladecek@hradebni.cz::474d93f0-3a32-49cc-b837-47806091b590" providerId="AD" clId="Web-{30E33F09-9D05-400C-A5D0-C526DE8AA022}" dt="2026-01-19T06:51:21.498" v="194"/>
          <ac:picMkLst>
            <pc:docMk/>
            <pc:sldMk cId="4036135138" sldId="260"/>
            <ac:picMk id="7" creationId="{D08D4CD4-CDF2-66E8-3669-DD1BA25DE03D}"/>
          </ac:picMkLst>
        </pc:picChg>
      </pc:sldChg>
      <pc:sldChg chg="addSp delSp modSp new mod modClrScheme modShow chgLayout">
        <pc:chgData name="Sládeček David" userId="S::sladecek@hradebni.cz::474d93f0-3a32-49cc-b837-47806091b590" providerId="AD" clId="Web-{30E33F09-9D05-400C-A5D0-C526DE8AA022}" dt="2026-01-19T06:54:06.657" v="249" actId="1076"/>
        <pc:sldMkLst>
          <pc:docMk/>
          <pc:sldMk cId="1798355196" sldId="261"/>
        </pc:sldMkLst>
        <pc:spChg chg="mod ord">
          <ac:chgData name="Sládeček David" userId="S::sladecek@hradebni.cz::474d93f0-3a32-49cc-b837-47806091b590" providerId="AD" clId="Web-{30E33F09-9D05-400C-A5D0-C526DE8AA022}" dt="2026-01-19T06:52:56.359" v="213"/>
          <ac:spMkLst>
            <pc:docMk/>
            <pc:sldMk cId="1798355196" sldId="261"/>
            <ac:spMk id="2" creationId="{A4B00660-5DE9-96DE-B252-8D011953D131}"/>
          </ac:spMkLst>
        </pc:spChg>
        <pc:spChg chg="del mod ord">
          <ac:chgData name="Sládeček David" userId="S::sladecek@hradebni.cz::474d93f0-3a32-49cc-b837-47806091b590" providerId="AD" clId="Web-{30E33F09-9D05-400C-A5D0-C526DE8AA022}" dt="2026-01-19T06:53:38.751" v="233"/>
          <ac:spMkLst>
            <pc:docMk/>
            <pc:sldMk cId="1798355196" sldId="261"/>
            <ac:spMk id="3" creationId="{F7ACCA78-CFAD-2DD7-3E63-CFCBF1DD1B98}"/>
          </ac:spMkLst>
        </pc:spChg>
        <pc:spChg chg="del mod ord">
          <ac:chgData name="Sládeček David" userId="S::sladecek@hradebni.cz::474d93f0-3a32-49cc-b837-47806091b590" providerId="AD" clId="Web-{30E33F09-9D05-400C-A5D0-C526DE8AA022}" dt="2026-01-19T06:53:19.578" v="232"/>
          <ac:spMkLst>
            <pc:docMk/>
            <pc:sldMk cId="1798355196" sldId="261"/>
            <ac:spMk id="4" creationId="{67BC27A7-3F1D-A641-A6A6-D9C0D1006DFF}"/>
          </ac:spMkLst>
        </pc:spChg>
        <pc:spChg chg="mod ord">
          <ac:chgData name="Sládeček David" userId="S::sladecek@hradebni.cz::474d93f0-3a32-49cc-b837-47806091b590" providerId="AD" clId="Web-{30E33F09-9D05-400C-A5D0-C526DE8AA022}" dt="2026-01-19T06:52:56.359" v="213"/>
          <ac:spMkLst>
            <pc:docMk/>
            <pc:sldMk cId="1798355196" sldId="261"/>
            <ac:spMk id="5" creationId="{FF3A4E95-5A52-4593-EB98-2C75A6B6F516}"/>
          </ac:spMkLst>
        </pc:spChg>
        <pc:spChg chg="add mod ord">
          <ac:chgData name="Sládeček David" userId="S::sladecek@hradebni.cz::474d93f0-3a32-49cc-b837-47806091b590" providerId="AD" clId="Web-{30E33F09-9D05-400C-A5D0-C526DE8AA022}" dt="2026-01-19T06:53:55.235" v="243" actId="20577"/>
          <ac:spMkLst>
            <pc:docMk/>
            <pc:sldMk cId="1798355196" sldId="261"/>
            <ac:spMk id="6" creationId="{C769FE2C-635A-8B3D-2DEC-450767A00267}"/>
          </ac:spMkLst>
        </pc:spChg>
        <pc:spChg chg="add mod ord">
          <ac:chgData name="Sládeček David" userId="S::sladecek@hradebni.cz::474d93f0-3a32-49cc-b837-47806091b590" providerId="AD" clId="Web-{30E33F09-9D05-400C-A5D0-C526DE8AA022}" dt="2026-01-19T06:53:50.813" v="242" actId="20577"/>
          <ac:spMkLst>
            <pc:docMk/>
            <pc:sldMk cId="1798355196" sldId="261"/>
            <ac:spMk id="7" creationId="{97CDA898-F2FF-FB32-E639-4F1C785E1CDA}"/>
          </ac:spMkLst>
        </pc:spChg>
        <pc:picChg chg="add mod ord">
          <ac:chgData name="Sládeček David" userId="S::sladecek@hradebni.cz::474d93f0-3a32-49cc-b837-47806091b590" providerId="AD" clId="Web-{30E33F09-9D05-400C-A5D0-C526DE8AA022}" dt="2026-01-19T06:54:05.079" v="248" actId="1076"/>
          <ac:picMkLst>
            <pc:docMk/>
            <pc:sldMk cId="1798355196" sldId="261"/>
            <ac:picMk id="8" creationId="{FED668FD-EAE8-3C2E-EF2D-F9A06CF6ABC4}"/>
          </ac:picMkLst>
        </pc:picChg>
        <pc:picChg chg="add mod ord">
          <ac:chgData name="Sládeček David" userId="S::sladecek@hradebni.cz::474d93f0-3a32-49cc-b837-47806091b590" providerId="AD" clId="Web-{30E33F09-9D05-400C-A5D0-C526DE8AA022}" dt="2026-01-19T06:54:06.657" v="249" actId="1076"/>
          <ac:picMkLst>
            <pc:docMk/>
            <pc:sldMk cId="1798355196" sldId="261"/>
            <ac:picMk id="9" creationId="{E3644A2D-EF76-7CBD-84B2-658821412549}"/>
          </ac:picMkLst>
        </pc:picChg>
      </pc:sldChg>
      <pc:sldChg chg="del">
        <pc:chgData name="Sládeček David" userId="S::sladecek@hradebni.cz::474d93f0-3a32-49cc-b837-47806091b590" providerId="AD" clId="Web-{30E33F09-9D05-400C-A5D0-C526DE8AA022}" dt="2026-01-19T06:37:35.583" v="15"/>
        <pc:sldMkLst>
          <pc:docMk/>
          <pc:sldMk cId="3646616591" sldId="261"/>
        </pc:sldMkLst>
      </pc:sldChg>
      <pc:sldChg chg="del">
        <pc:chgData name="Sládeček David" userId="S::sladecek@hradebni.cz::474d93f0-3a32-49cc-b837-47806091b590" providerId="AD" clId="Web-{30E33F09-9D05-400C-A5D0-C526DE8AA022}" dt="2026-01-19T06:37:35.583" v="14"/>
        <pc:sldMkLst>
          <pc:docMk/>
          <pc:sldMk cId="1959018248" sldId="262"/>
        </pc:sldMkLst>
      </pc:sldChg>
      <pc:sldChg chg="addSp delSp modSp new mod modClrScheme chgLayout">
        <pc:chgData name="Sládeček David" userId="S::sladecek@hradebni.cz::474d93f0-3a32-49cc-b837-47806091b590" providerId="AD" clId="Web-{30E33F09-9D05-400C-A5D0-C526DE8AA022}" dt="2026-01-19T06:58:06.625" v="296" actId="20577"/>
        <pc:sldMkLst>
          <pc:docMk/>
          <pc:sldMk cId="2167882590" sldId="262"/>
        </pc:sldMkLst>
        <pc:spChg chg="mod ord">
          <ac:chgData name="Sládeček David" userId="S::sladecek@hradebni.cz::474d93f0-3a32-49cc-b837-47806091b590" providerId="AD" clId="Web-{30E33F09-9D05-400C-A5D0-C526DE8AA022}" dt="2026-01-19T06:56:56.245" v="259"/>
          <ac:spMkLst>
            <pc:docMk/>
            <pc:sldMk cId="2167882590" sldId="262"/>
            <ac:spMk id="2" creationId="{65DB8AEB-69E1-0622-13DE-D0DD2D826867}"/>
          </ac:spMkLst>
        </pc:spChg>
        <pc:spChg chg="mod ord">
          <ac:chgData name="Sládeček David" userId="S::sladecek@hradebni.cz::474d93f0-3a32-49cc-b837-47806091b590" providerId="AD" clId="Web-{30E33F09-9D05-400C-A5D0-C526DE8AA022}" dt="2026-01-19T06:57:37.920" v="280" actId="20577"/>
          <ac:spMkLst>
            <pc:docMk/>
            <pc:sldMk cId="2167882590" sldId="262"/>
            <ac:spMk id="3" creationId="{7CE5ACAF-A7DA-2CAA-9E8E-311BB39276DC}"/>
          </ac:spMkLst>
        </pc:spChg>
        <pc:spChg chg="del">
          <ac:chgData name="Sládeček David" userId="S::sladecek@hradebni.cz::474d93f0-3a32-49cc-b837-47806091b590" providerId="AD" clId="Web-{30E33F09-9D05-400C-A5D0-C526DE8AA022}" dt="2026-01-19T06:56:19.258" v="251"/>
          <ac:spMkLst>
            <pc:docMk/>
            <pc:sldMk cId="2167882590" sldId="262"/>
            <ac:spMk id="4" creationId="{2AFB0DAB-FF5B-2DC7-9CAB-561B324514A2}"/>
          </ac:spMkLst>
        </pc:spChg>
        <pc:spChg chg="mod ord">
          <ac:chgData name="Sládeček David" userId="S::sladecek@hradebni.cz::474d93f0-3a32-49cc-b837-47806091b590" providerId="AD" clId="Web-{30E33F09-9D05-400C-A5D0-C526DE8AA022}" dt="2026-01-19T06:56:56.245" v="259"/>
          <ac:spMkLst>
            <pc:docMk/>
            <pc:sldMk cId="2167882590" sldId="262"/>
            <ac:spMk id="5" creationId="{759F9627-6018-4FE2-2DF8-E8F3B1D2081E}"/>
          </ac:spMkLst>
        </pc:spChg>
        <pc:spChg chg="add mod ord">
          <ac:chgData name="Sládeček David" userId="S::sladecek@hradebni.cz::474d93f0-3a32-49cc-b837-47806091b590" providerId="AD" clId="Web-{30E33F09-9D05-400C-A5D0-C526DE8AA022}" dt="2026-01-19T06:58:03.953" v="294" actId="20577"/>
          <ac:spMkLst>
            <pc:docMk/>
            <pc:sldMk cId="2167882590" sldId="262"/>
            <ac:spMk id="6" creationId="{5AF28E63-B949-5205-1809-A23F59BF7357}"/>
          </ac:spMkLst>
        </pc:spChg>
        <pc:spChg chg="add mod ord">
          <ac:chgData name="Sládeček David" userId="S::sladecek@hradebni.cz::474d93f0-3a32-49cc-b837-47806091b590" providerId="AD" clId="Web-{30E33F09-9D05-400C-A5D0-C526DE8AA022}" dt="2026-01-19T06:58:06.625" v="296" actId="20577"/>
          <ac:spMkLst>
            <pc:docMk/>
            <pc:sldMk cId="2167882590" sldId="262"/>
            <ac:spMk id="7" creationId="{5D900A93-9F08-B30C-4631-4F1C4E10CA62}"/>
          </ac:spMkLst>
        </pc:spChg>
        <pc:spChg chg="add mod ord">
          <ac:chgData name="Sládeček David" userId="S::sladecek@hradebni.cz::474d93f0-3a32-49cc-b837-47806091b590" providerId="AD" clId="Web-{30E33F09-9D05-400C-A5D0-C526DE8AA022}" dt="2026-01-19T06:58:01.406" v="292" actId="20577"/>
          <ac:spMkLst>
            <pc:docMk/>
            <pc:sldMk cId="2167882590" sldId="262"/>
            <ac:spMk id="8" creationId="{E1E55B16-6EBE-9643-5951-C0DA63615551}"/>
          </ac:spMkLst>
        </pc:spChg>
      </pc:sldChg>
      <pc:sldChg chg="del">
        <pc:chgData name="Sládeček David" userId="S::sladecek@hradebni.cz::474d93f0-3a32-49cc-b837-47806091b590" providerId="AD" clId="Web-{30E33F09-9D05-400C-A5D0-C526DE8AA022}" dt="2026-01-19T06:37:35.583" v="13"/>
        <pc:sldMkLst>
          <pc:docMk/>
          <pc:sldMk cId="587334703" sldId="263"/>
        </pc:sldMkLst>
      </pc:sldChg>
      <pc:sldChg chg="del">
        <pc:chgData name="Sládeček David" userId="S::sladecek@hradebni.cz::474d93f0-3a32-49cc-b837-47806091b590" providerId="AD" clId="Web-{30E33F09-9D05-400C-A5D0-C526DE8AA022}" dt="2026-01-19T06:37:35.583" v="12"/>
        <pc:sldMkLst>
          <pc:docMk/>
          <pc:sldMk cId="3843645697" sldId="264"/>
        </pc:sldMkLst>
      </pc:sldChg>
      <pc:sldChg chg="del">
        <pc:chgData name="Sládeček David" userId="S::sladecek@hradebni.cz::474d93f0-3a32-49cc-b837-47806091b590" providerId="AD" clId="Web-{30E33F09-9D05-400C-A5D0-C526DE8AA022}" dt="2026-01-19T06:37:35.583" v="11"/>
        <pc:sldMkLst>
          <pc:docMk/>
          <pc:sldMk cId="3351682840" sldId="2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19.01.2026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5" y="3085766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4" y="2393952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3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4"/>
            <a:ext cx="5194767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4"/>
            <a:ext cx="5194771" cy="553373"/>
          </a:xfrm>
        </p:spPr>
        <p:txBody>
          <a:bodyPr rtlCol="0" anchor="ctr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4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5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8" y="933452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8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56918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2"/>
            <a:ext cx="6917211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8"/>
            <a:ext cx="1052511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2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5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4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3" y="642391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19.01.2026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6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1" y="6423916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1" name="Obdélník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35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894" y="1622574"/>
            <a:ext cx="8245162" cy="757011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895" y="2322999"/>
            <a:ext cx="8245160" cy="757011"/>
          </a:xfrm>
        </p:spPr>
        <p:txBody>
          <a:bodyPr rtlCol="0">
            <a:normAutofit/>
          </a:bodyPr>
          <a:lstStyle/>
          <a:p>
            <a:r>
              <a:rPr lang="cs" sz="1800" dirty="0"/>
              <a:t>OOP pokročilé koncepty</a:t>
            </a:r>
            <a:endParaRPr lang="cs-CZ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0550" y="3168650"/>
            <a:ext cx="84455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C06895-9332-58DB-890F-263672225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Zapouzdření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5F4DF1E-FF05-6880-8D2A-AA5942C41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>
              <a:buFont typeface="Wingdings 2"/>
            </a:pPr>
            <a:r>
              <a:rPr lang="cs-CZ" sz="2000" dirty="0"/>
              <a:t>Zapouzdření = ochrana dat uvnitř objektu</a:t>
            </a:r>
          </a:p>
          <a:p>
            <a:pPr marL="305435" indent="-305435"/>
            <a:r>
              <a:rPr lang="cs-CZ" sz="2000" dirty="0"/>
              <a:t>Navenek zpřístupnit jen to, co je potřeba</a:t>
            </a:r>
          </a:p>
          <a:p>
            <a:pPr marL="305435" indent="-305435"/>
            <a:r>
              <a:rPr lang="cs-CZ" sz="2000" dirty="0"/>
              <a:t>Chceme zabránit nesmyslným stavům objektu</a:t>
            </a:r>
          </a:p>
          <a:p>
            <a:pPr marL="305435" indent="-305435"/>
            <a:endParaRPr lang="cs-CZ" dirty="0"/>
          </a:p>
        </p:txBody>
      </p:sp>
      <p:pic>
        <p:nvPicPr>
          <p:cNvPr id="5" name="Obrázek 4" descr="Obsah obrázku text, Písmo, snímek obrazovky, řada/pruh&#10;&#10;Obsah generovaný pomocí AI může být nesprávný.">
            <a:extLst>
              <a:ext uri="{FF2B5EF4-FFF2-40B4-BE49-F238E27FC236}">
                <a16:creationId xmlns:a16="http://schemas.microsoft.com/office/drawing/2014/main" id="{054336B4-FA0A-B92C-68D5-37EAB931F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1" y="2719862"/>
            <a:ext cx="5194769" cy="2649331"/>
          </a:xfrm>
          <a:prstGeom prst="rect">
            <a:avLst/>
          </a:prstGeom>
          <a:noFill/>
        </p:spPr>
      </p:pic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602522C-925F-FC84-D250-B968992B07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19.01.2026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50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549053-7EE3-FF4A-36F8-1DC28D4C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polymorfismus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6E0CE28-7673-49CF-D85A-01F03A244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dirty="0"/>
              <a:t>Vznikající objekt může mít více podob</a:t>
            </a:r>
          </a:p>
          <a:p>
            <a:pPr marL="305435" indent="-305435"/>
            <a:r>
              <a:rPr lang="cs-CZ" dirty="0"/>
              <a:t>Kód zůstává neměnný, ale chování objektu se může lišit</a:t>
            </a:r>
          </a:p>
          <a:p>
            <a:pPr marL="305435" indent="-305435"/>
            <a:r>
              <a:rPr lang="cs-CZ" dirty="0"/>
              <a:t>Proč nepoužít </a:t>
            </a:r>
            <a:r>
              <a:rPr lang="cs-CZ" err="1"/>
              <a:t>if-else</a:t>
            </a:r>
            <a:r>
              <a:rPr lang="cs-CZ" dirty="0"/>
              <a:t> s kontrolou typu pomocí operátoru </a:t>
            </a:r>
            <a:r>
              <a:rPr lang="cs-CZ" b="1" i="1" err="1"/>
              <a:t>is</a:t>
            </a:r>
            <a:r>
              <a:rPr lang="cs-CZ" dirty="0"/>
              <a:t>?</a:t>
            </a:r>
          </a:p>
        </p:txBody>
      </p:sp>
      <p:pic>
        <p:nvPicPr>
          <p:cNvPr id="6" name="Obrázek 5" descr="Obsah obrázku text, Písmo, snímek obrazovky&#10;&#10;Obsah generovaný pomocí AI může být nesprávný.">
            <a:extLst>
              <a:ext uri="{FF2B5EF4-FFF2-40B4-BE49-F238E27FC236}">
                <a16:creationId xmlns:a16="http://schemas.microsoft.com/office/drawing/2014/main" id="{571193BD-95C2-8CE2-512E-4BA61373A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441" y="2228004"/>
            <a:ext cx="4827969" cy="3633047"/>
          </a:xfrm>
          <a:prstGeom prst="rect">
            <a:avLst/>
          </a:prstGeom>
          <a:noFill/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48639DA-D197-A69D-5B65-1D28AE7B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19.01.2026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6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DB8AEB-69E1-0622-13DE-D0DD2D826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Kompozice vs dědičnost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5AF28E63-B949-5205-1809-A23F59BF7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2000" dirty="0"/>
              <a:t>Dědičnost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CE5ACAF-A7DA-2CAA-9E8E-311BB39276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05435" indent="-305435"/>
            <a:r>
              <a:rPr lang="cs-CZ" b="1" dirty="0">
                <a:ea typeface="+mn-lt"/>
                <a:cs typeface="+mn-lt"/>
              </a:rPr>
              <a:t>„</a:t>
            </a:r>
            <a:r>
              <a:rPr lang="cs-CZ" b="1" err="1">
                <a:ea typeface="+mn-lt"/>
                <a:cs typeface="+mn-lt"/>
              </a:rPr>
              <a:t>is</a:t>
            </a:r>
            <a:r>
              <a:rPr lang="cs-CZ" b="1" dirty="0">
                <a:ea typeface="+mn-lt"/>
                <a:cs typeface="+mn-lt"/>
              </a:rPr>
              <a:t> a“</a:t>
            </a:r>
            <a:br>
              <a:rPr lang="cs-CZ" b="1" dirty="0">
                <a:ea typeface="+mn-lt"/>
                <a:cs typeface="+mn-lt"/>
              </a:rPr>
            </a:br>
            <a:r>
              <a:rPr lang="cs-CZ" dirty="0">
                <a:ea typeface="+mn-lt"/>
                <a:cs typeface="+mn-lt"/>
              </a:rPr>
              <a:t> Znamená: objekt podtřídy je typ rodiče</a:t>
            </a:r>
            <a:br>
              <a:rPr lang="cs-CZ" dirty="0">
                <a:ea typeface="+mn-lt"/>
                <a:cs typeface="+mn-lt"/>
              </a:rPr>
            </a:br>
            <a:r>
              <a:rPr lang="cs-CZ">
                <a:ea typeface="+mn-lt"/>
                <a:cs typeface="+mn-lt"/>
              </a:rPr>
              <a:t> Příklad:</a:t>
            </a:r>
            <a:endParaRPr lang="cs-CZ" dirty="0">
              <a:latin typeface="Franklin Gothic Book" panose="020B0502020104020203"/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dirty="0" err="1">
                <a:latin typeface="Consolas"/>
              </a:rPr>
              <a:t>class</a:t>
            </a:r>
            <a:r>
              <a:rPr lang="cs-CZ" dirty="0">
                <a:latin typeface="Consolas"/>
              </a:rPr>
              <a:t> Auto : Vozidlo</a:t>
            </a:r>
            <a:r>
              <a:rPr lang="cs-CZ" dirty="0">
                <a:ea typeface="+mn-lt"/>
                <a:cs typeface="+mn-lt"/>
              </a:rPr>
              <a:t> → Auto </a:t>
            </a:r>
            <a:r>
              <a:rPr lang="cs-CZ" b="1" dirty="0">
                <a:ea typeface="+mn-lt"/>
                <a:cs typeface="+mn-lt"/>
              </a:rPr>
              <a:t>je</a:t>
            </a:r>
            <a:r>
              <a:rPr lang="cs-CZ" dirty="0">
                <a:ea typeface="+mn-lt"/>
                <a:cs typeface="+mn-lt"/>
              </a:rPr>
              <a:t> Vozidlo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dirty="0" err="1">
                <a:latin typeface="Consolas"/>
                <a:ea typeface="+mn-lt"/>
                <a:cs typeface="+mn-lt"/>
              </a:rPr>
              <a:t>class</a:t>
            </a:r>
            <a:r>
              <a:rPr lang="cs-CZ" dirty="0">
                <a:latin typeface="Consolas"/>
              </a:rPr>
              <a:t> Pes : Zvíře</a:t>
            </a:r>
            <a:r>
              <a:rPr lang="cs-CZ" dirty="0">
                <a:ea typeface="+mn-lt"/>
                <a:cs typeface="+mn-lt"/>
              </a:rPr>
              <a:t> → Pes </a:t>
            </a:r>
            <a:r>
              <a:rPr lang="cs-CZ" b="1" dirty="0">
                <a:ea typeface="+mn-lt"/>
                <a:cs typeface="+mn-lt"/>
              </a:rPr>
              <a:t>je</a:t>
            </a:r>
            <a:r>
              <a:rPr lang="cs-CZ" dirty="0">
                <a:ea typeface="+mn-lt"/>
                <a:cs typeface="+mn-lt"/>
              </a:rPr>
              <a:t> Zvíře</a:t>
            </a:r>
            <a:endParaRPr lang="cs-CZ" dirty="0"/>
          </a:p>
          <a:p>
            <a:pPr marL="305435" indent="-305435"/>
            <a:endParaRPr lang="cs-CZ" dirty="0"/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5D900A93-9F08-B30C-4631-4F1C4E10C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sz="2000" dirty="0"/>
              <a:t>Kompozice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E1E55B16-6EBE-9643-5951-C0DA636155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05435" indent="-305435"/>
            <a:r>
              <a:rPr lang="cs-CZ" b="1" dirty="0">
                <a:ea typeface="+mn-lt"/>
                <a:cs typeface="+mn-lt"/>
              </a:rPr>
              <a:t>„has a“</a:t>
            </a:r>
            <a:br>
              <a:rPr lang="cs-CZ" b="1" dirty="0">
                <a:ea typeface="+mn-lt"/>
                <a:cs typeface="+mn-lt"/>
              </a:rPr>
            </a:br>
            <a:r>
              <a:rPr lang="cs-CZ" dirty="0">
                <a:ea typeface="+mn-lt"/>
                <a:cs typeface="+mn-lt"/>
              </a:rPr>
              <a:t> Znamená: objekt obsahuje jiný objekt jako součást svého stavu.</a:t>
            </a:r>
            <a:br>
              <a:rPr lang="cs-CZ" dirty="0">
                <a:ea typeface="+mn-lt"/>
                <a:cs typeface="+mn-lt"/>
              </a:rPr>
            </a:br>
            <a:r>
              <a:rPr lang="cs-CZ" b="1" dirty="0">
                <a:ea typeface="+mn-lt"/>
                <a:cs typeface="+mn-lt"/>
              </a:rPr>
              <a:t> </a:t>
            </a:r>
            <a:r>
              <a:rPr lang="cs-CZ" dirty="0">
                <a:ea typeface="+mn-lt"/>
                <a:cs typeface="+mn-lt"/>
              </a:rPr>
              <a:t>Příklad:</a:t>
            </a:r>
            <a:endParaRPr lang="cs-CZ" dirty="0">
              <a:latin typeface="Franklin Gothic Book"/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dirty="0" err="1">
                <a:latin typeface="Consolas"/>
              </a:rPr>
              <a:t>class</a:t>
            </a:r>
            <a:r>
              <a:rPr lang="cs-CZ" dirty="0">
                <a:latin typeface="Consolas"/>
              </a:rPr>
              <a:t> Auto { Motor </a:t>
            </a:r>
            <a:r>
              <a:rPr lang="cs-CZ" dirty="0" err="1">
                <a:latin typeface="Consolas"/>
              </a:rPr>
              <a:t>motor</a:t>
            </a:r>
            <a:r>
              <a:rPr lang="cs-CZ" dirty="0">
                <a:latin typeface="Consolas"/>
              </a:rPr>
              <a:t>; }</a:t>
            </a:r>
            <a:r>
              <a:rPr lang="cs-CZ" dirty="0">
                <a:ea typeface="+mn-lt"/>
                <a:cs typeface="+mn-lt"/>
              </a:rPr>
              <a:t> → Auto </a:t>
            </a:r>
            <a:r>
              <a:rPr lang="cs-CZ" b="1" dirty="0">
                <a:ea typeface="+mn-lt"/>
                <a:cs typeface="+mn-lt"/>
              </a:rPr>
              <a:t>má</a:t>
            </a:r>
            <a:r>
              <a:rPr lang="cs-CZ" dirty="0">
                <a:ea typeface="+mn-lt"/>
                <a:cs typeface="+mn-lt"/>
              </a:rPr>
              <a:t> Motor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dirty="0" err="1">
                <a:latin typeface="Consolas"/>
                <a:ea typeface="+mn-lt"/>
                <a:cs typeface="+mn-lt"/>
              </a:rPr>
              <a:t>class</a:t>
            </a:r>
            <a:r>
              <a:rPr lang="cs-CZ" dirty="0">
                <a:latin typeface="Consolas"/>
              </a:rPr>
              <a:t> Laptop { Baterie </a:t>
            </a:r>
            <a:r>
              <a:rPr lang="cs-CZ" dirty="0" err="1">
                <a:latin typeface="Consolas"/>
              </a:rPr>
              <a:t>baterie</a:t>
            </a:r>
            <a:r>
              <a:rPr lang="cs-CZ" dirty="0">
                <a:latin typeface="Consolas"/>
              </a:rPr>
              <a:t>; }</a:t>
            </a:r>
            <a:r>
              <a:rPr lang="cs-CZ" dirty="0">
                <a:ea typeface="+mn-lt"/>
                <a:cs typeface="+mn-lt"/>
              </a:rPr>
              <a:t> → Laptop </a:t>
            </a:r>
            <a:r>
              <a:rPr lang="cs-CZ" b="1" dirty="0">
                <a:ea typeface="+mn-lt"/>
                <a:cs typeface="+mn-lt"/>
              </a:rPr>
              <a:t>má</a:t>
            </a:r>
            <a:r>
              <a:rPr lang="cs-CZ" dirty="0">
                <a:ea typeface="+mn-lt"/>
                <a:cs typeface="+mn-lt"/>
              </a:rPr>
              <a:t> Baterii</a:t>
            </a:r>
            <a:endParaRPr lang="cs-CZ" dirty="0"/>
          </a:p>
          <a:p>
            <a:pPr marL="324485" lvl="1" indent="0">
              <a:lnSpc>
                <a:spcPct val="110000"/>
              </a:lnSpc>
              <a:buNone/>
            </a:pPr>
            <a:r>
              <a:rPr lang="cs-CZ" dirty="0"/>
              <a:t>Snáze testovatelná pomocí jednotkových testů</a:t>
            </a:r>
          </a:p>
          <a:p>
            <a:pPr marL="305435" indent="-305435">
              <a:lnSpc>
                <a:spcPct val="110000"/>
              </a:lnSpc>
            </a:pPr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59F9627-6018-4FE2-2DF8-E8F3B1D2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D0DC0DA-1C84-4CFB-A589-758D033EC754}" type="datetime1">
              <a:rPr lang="cs-CZ" smtClean="0"/>
              <a:t>19.01.2026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882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A12757-016E-5B4A-95DD-0F9F92D3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Singleton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178BEE9-F70E-BE44-CF8E-11E457160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>
                <a:ea typeface="+mn-lt"/>
                <a:cs typeface="+mn-lt"/>
              </a:rPr>
              <a:t>Vzor, který zajišťuje, že existuje </a:t>
            </a:r>
            <a:r>
              <a:rPr lang="cs-CZ" b="1">
                <a:ea typeface="+mn-lt"/>
                <a:cs typeface="+mn-lt"/>
              </a:rPr>
              <a:t>pouze jedna instance třídy</a:t>
            </a:r>
            <a:r>
              <a:rPr lang="cs-CZ">
                <a:ea typeface="+mn-lt"/>
                <a:cs typeface="+mn-lt"/>
              </a:rPr>
              <a:t> v celém programu.</a:t>
            </a:r>
          </a:p>
          <a:p>
            <a:pPr marL="305435" indent="-305435"/>
            <a:r>
              <a:rPr lang="cs-CZ" dirty="0">
                <a:ea typeface="+mn-lt"/>
                <a:cs typeface="+mn-lt"/>
              </a:rPr>
              <a:t>Poskytuje </a:t>
            </a:r>
            <a:r>
              <a:rPr lang="cs-CZ" b="1" dirty="0">
                <a:ea typeface="+mn-lt"/>
                <a:cs typeface="+mn-lt"/>
              </a:rPr>
              <a:t>globální přístupový bod</a:t>
            </a:r>
            <a:r>
              <a:rPr lang="cs-CZ" dirty="0">
                <a:ea typeface="+mn-lt"/>
                <a:cs typeface="+mn-lt"/>
              </a:rPr>
              <a:t> k této instanci.</a:t>
            </a:r>
          </a:p>
          <a:p>
            <a:pPr marL="305435" indent="-305435"/>
            <a:r>
              <a:rPr lang="cs-CZ" dirty="0">
                <a:ea typeface="+mn-lt"/>
                <a:cs typeface="+mn-lt"/>
              </a:rPr>
              <a:t>Snadný přístup k datům nebo službám globálně</a:t>
            </a:r>
            <a:endParaRPr lang="cs-CZ" dirty="0"/>
          </a:p>
          <a:p>
            <a:pPr marL="305435" indent="-305435"/>
            <a:r>
              <a:rPr lang="cs-CZ" dirty="0"/>
              <a:t>Těžko testovatelný</a:t>
            </a:r>
          </a:p>
          <a:p>
            <a:pPr marL="305435" indent="-305435"/>
            <a:r>
              <a:rPr lang="cs-CZ" dirty="0"/>
              <a:t>Příklady: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/>
              <a:t>Napojení na databází</a:t>
            </a:r>
            <a:endParaRPr lang="cs-CZ" dirty="0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dirty="0"/>
              <a:t>Logovací třída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dirty="0"/>
              <a:t>Konfigurace sytému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83987B03-0C61-F8F3-4243-FFDF4D942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E68CB40-5E53-430A-BC80-66A7330A3E11}" type="datetime1">
              <a:rPr lang="cs-CZ" smtClean="0"/>
              <a:t>19.01.2026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21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7F62B-2537-4F69-3496-3AA92C80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7BFB36-8338-8B78-1782-48A5C84CE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676" y="3184801"/>
            <a:ext cx="2106842" cy="1188720"/>
          </a:xfrm>
        </p:spPr>
        <p:txBody>
          <a:bodyPr/>
          <a:lstStyle/>
          <a:p>
            <a:r>
              <a:rPr lang="cs-CZ" dirty="0" err="1"/>
              <a:t>Singleton</a:t>
            </a:r>
          </a:p>
        </p:txBody>
      </p:sp>
      <p:pic>
        <p:nvPicPr>
          <p:cNvPr id="3" name="Zástupný obsah 2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8BA36641-172C-955C-0072-3297366D8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3546" y="890606"/>
            <a:ext cx="4128266" cy="5789389"/>
          </a:xfrm>
          <a:prstGeom prst="rect">
            <a:avLst/>
          </a:prstGeom>
        </p:spPr>
      </p:pic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45C301B6-DE08-8E01-288A-E7810B2AD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E68CB40-5E53-430A-BC80-66A7330A3E11}" type="datetime1">
              <a:rPr lang="cs-CZ" smtClean="0"/>
              <a:t>19.01.2026</a:t>
            </a:fld>
            <a:endParaRPr lang="en-US" dirty="0"/>
          </a:p>
        </p:txBody>
      </p:sp>
      <p:pic>
        <p:nvPicPr>
          <p:cNvPr id="5" name="Obrázek 4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FD7B8C87-B716-CE3D-CB37-590718BB3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717" y="1434895"/>
            <a:ext cx="497205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8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C49082-33A4-624D-05AB-027093E10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cs-CZ" dirty="0"/>
              <a:t>SOLID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4A69498-84D2-97EF-36AB-7EDD1977B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anchor="ctr">
            <a:normAutofit/>
          </a:bodyPr>
          <a:lstStyle/>
          <a:p>
            <a:pPr marL="305435" indent="-305435"/>
            <a:r>
              <a:rPr lang="cs-CZ" dirty="0"/>
              <a:t>Každá třída má pouze jeden účel</a:t>
            </a:r>
          </a:p>
          <a:p>
            <a:pPr marL="305435" indent="-305435"/>
            <a:r>
              <a:rPr lang="cs-CZ" dirty="0"/>
              <a:t>Otevřeno / Uzavřeno pro rozšíření</a:t>
            </a:r>
          </a:p>
          <a:p>
            <a:pPr marL="305435" indent="-305435"/>
            <a:r>
              <a:rPr lang="cs-CZ"/>
              <a:t>Podtřída musí fungovat všude tam, kde se očekává její rodič, aniž by měnila správnost programu</a:t>
            </a:r>
            <a:endParaRPr lang="cs-CZ" dirty="0"/>
          </a:p>
          <a:p>
            <a:pPr marL="305435" indent="-305435"/>
            <a:r>
              <a:rPr lang="cs-CZ"/>
              <a:t>Raději více specifických rozhraní než jedno obrovské</a:t>
            </a:r>
            <a:endParaRPr lang="cs-CZ" dirty="0"/>
          </a:p>
          <a:p>
            <a:pPr marL="305435" indent="-305435"/>
            <a:r>
              <a:rPr lang="cs-CZ" dirty="0"/>
              <a:t>Třídy by měly záviset na abstrakcích, ne na konkrétních implementacích</a:t>
            </a:r>
          </a:p>
        </p:txBody>
      </p:sp>
      <p:pic>
        <p:nvPicPr>
          <p:cNvPr id="7" name="Obrázek 6" descr="The SOLID principles of Object Oriented Design include these five  principles:">
            <a:extLst>
              <a:ext uri="{FF2B5EF4-FFF2-40B4-BE49-F238E27FC236}">
                <a16:creationId xmlns:a16="http://schemas.microsoft.com/office/drawing/2014/main" id="{D08D4CD4-CDF2-66E8-3669-DD1BA25DE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1" y="2258826"/>
            <a:ext cx="5194769" cy="3571403"/>
          </a:xfrm>
          <a:prstGeom prst="rect">
            <a:avLst/>
          </a:prstGeom>
          <a:noFill/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5A82FA6-7D42-AEAC-73DF-E24D12A8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23916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D0DC0DA-1C84-4CFB-A589-758D033EC754}" type="datetime1">
              <a:rPr lang="cs-CZ" smtClean="0"/>
              <a:pPr rtl="0">
                <a:spcAft>
                  <a:spcPts val="600"/>
                </a:spcAft>
              </a:pPr>
              <a:t>19.01.2026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35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B00660-5DE9-96DE-B252-8D011953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Single </a:t>
            </a:r>
            <a:r>
              <a:rPr lang="cs-CZ" dirty="0" err="1"/>
              <a:t>responsibility</a:t>
            </a:r>
            <a:r>
              <a:rPr lang="cs-CZ" dirty="0"/>
              <a:t> </a:t>
            </a:r>
            <a:r>
              <a:rPr lang="cs-CZ" dirty="0" err="1"/>
              <a:t>principle</a:t>
            </a:r>
          </a:p>
        </p:txBody>
      </p:sp>
      <p:sp>
        <p:nvSpPr>
          <p:cNvPr id="6" name="Zástupný text 5">
            <a:extLst>
              <a:ext uri="{FF2B5EF4-FFF2-40B4-BE49-F238E27FC236}">
                <a16:creationId xmlns:a16="http://schemas.microsoft.com/office/drawing/2014/main" id="{C769FE2C-635A-8B3D-2DEC-450767A00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2400" dirty="0"/>
              <a:t>Špatný návrh</a:t>
            </a:r>
          </a:p>
        </p:txBody>
      </p:sp>
      <p:pic>
        <p:nvPicPr>
          <p:cNvPr id="9" name="Zástupný obsah 8" descr="Obsah obrázku text, Písmo, bílé, rukopis&#10;&#10;Obsah generovaný pomocí AI může být nesprávný.">
            <a:extLst>
              <a:ext uri="{FF2B5EF4-FFF2-40B4-BE49-F238E27FC236}">
                <a16:creationId xmlns:a16="http://schemas.microsoft.com/office/drawing/2014/main" id="{E3644A2D-EF76-7CBD-84B2-6588214125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9045" y="2897481"/>
            <a:ext cx="5194767" cy="1547756"/>
          </a:xfrm>
          <a:prstGeom prst="rect">
            <a:avLst/>
          </a:prstGeom>
        </p:spPr>
      </p:pic>
      <p:sp>
        <p:nvSpPr>
          <p:cNvPr id="7" name="Zástupný text 6">
            <a:extLst>
              <a:ext uri="{FF2B5EF4-FFF2-40B4-BE49-F238E27FC236}">
                <a16:creationId xmlns:a16="http://schemas.microsoft.com/office/drawing/2014/main" id="{97CDA898-F2FF-FB32-E639-4F1C785E1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sz="2400" dirty="0"/>
              <a:t>Správný návrh</a:t>
            </a:r>
          </a:p>
        </p:txBody>
      </p:sp>
      <p:pic>
        <p:nvPicPr>
          <p:cNvPr id="8" name="Zástupný obsah 7" descr="Obsah obrázku text, Písmo, bílé, snímek obrazovky&#10;&#10;Obsah generovaný pomocí AI může být nesprávný.">
            <a:extLst>
              <a:ext uri="{FF2B5EF4-FFF2-40B4-BE49-F238E27FC236}">
                <a16:creationId xmlns:a16="http://schemas.microsoft.com/office/drawing/2014/main" id="{FED668FD-EAE8-3C2E-EF2D-F9A06CF6ABC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136559" y="4868415"/>
            <a:ext cx="6792696" cy="1256664"/>
          </a:xfrm>
          <a:prstGeom prst="rect">
            <a:avLst/>
          </a:prstGeom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F3A4E95-5A52-4593-EB98-2C75A6B6F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D0DC0DA-1C84-4CFB-A589-758D033EC754}" type="datetime1">
              <a:rPr lang="cs-CZ" smtClean="0"/>
              <a:t>19.01.2026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35519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DB8982-3881-4FC3-AD16-22F6FB4BD38F}"/>
</file>

<file path=customXml/itemProps3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116</TotalTime>
  <Words>640</Words>
  <Application>Microsoft Office PowerPoint</Application>
  <PresentationFormat>Širokoúhlá obrazovka</PresentationFormat>
  <Paragraphs>86</Paragraphs>
  <Slides>8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9" baseType="lpstr">
      <vt:lpstr>DividendVTI</vt:lpstr>
      <vt:lpstr>Programování</vt:lpstr>
      <vt:lpstr>Zapouzdření</vt:lpstr>
      <vt:lpstr>polymorfismus</vt:lpstr>
      <vt:lpstr>Kompozice vs dědičnost</vt:lpstr>
      <vt:lpstr>Singleton</vt:lpstr>
      <vt:lpstr>Singleton</vt:lpstr>
      <vt:lpstr>SOLID</vt:lpstr>
      <vt:lpstr>Single responsibility principle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764</cp:revision>
  <dcterms:created xsi:type="dcterms:W3CDTF">2025-09-08T04:51:09Z</dcterms:created>
  <dcterms:modified xsi:type="dcterms:W3CDTF">2026-01-19T08:33:58Z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3700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