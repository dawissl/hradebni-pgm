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notesMasterIdLst>
    <p:notesMasterId r:id="rId13"/>
  </p:notesMasterIdLst>
  <p:handoutMasterIdLst>
    <p:handoutMasterId r:id="rId14"/>
  </p:handoutMasterIdLst>
  <p:sldIdLst>
    <p:sldId id="257" r:id="rId5"/>
    <p:sldId id="258" r:id="rId6"/>
    <p:sldId id="259" r:id="rId7"/>
    <p:sldId id="260" r:id="rId8"/>
    <p:sldId id="263" r:id="rId9"/>
    <p:sldId id="261" r:id="rId10"/>
    <p:sldId id="262" r:id="rId11"/>
    <p:sldId id="264" r:id="rId12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FA788B-4E37-4F8F-AD19-E52A7A839EBA}" v="549" dt="2026-02-02T06:10:56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9F9E9AFD-EDB2-4BE0-8FCD-80F6CD53B3B9}"/>
    <pc:docChg chg="modSld">
      <pc:chgData name="" userId="" providerId="" clId="Web-{9F9E9AFD-EDB2-4BE0-8FCD-80F6CD53B3B9}" dt="2026-01-12T06:43:15.896" v="3" actId="20577"/>
      <pc:docMkLst>
        <pc:docMk/>
      </pc:docMkLst>
      <pc:sldChg chg="modSp">
        <pc:chgData name="" userId="" providerId="" clId="Web-{9F9E9AFD-EDB2-4BE0-8FCD-80F6CD53B3B9}" dt="2026-01-12T06:43:15.896" v="3" actId="20577"/>
        <pc:sldMkLst>
          <pc:docMk/>
          <pc:sldMk cId="2475805559" sldId="257"/>
        </pc:sldMkLst>
        <pc:spChg chg="mod">
          <ac:chgData name="" userId="" providerId="" clId="Web-{9F9E9AFD-EDB2-4BE0-8FCD-80F6CD53B3B9}" dt="2026-01-12T06:43:15.896" v="3" actId="20577"/>
          <ac:spMkLst>
            <pc:docMk/>
            <pc:sldMk cId="2475805559" sldId="257"/>
            <ac:spMk id="3" creationId="{835D6E6B-3353-491C-A3C6-F278D6CED8B3}"/>
          </ac:spMkLst>
        </pc:spChg>
      </pc:sldChg>
    </pc:docChg>
  </pc:docChgLst>
  <pc:docChgLst>
    <pc:chgData name="Sládeček David" userId="S::sladecek@hradebni.cz::474d93f0-3a32-49cc-b837-47806091b590" providerId="AD" clId="Web-{E9C8C898-D681-438C-B73C-0B0F39629882}"/>
    <pc:docChg chg="addSld modSld">
      <pc:chgData name="Sládeček David" userId="S::sladecek@hradebni.cz::474d93f0-3a32-49cc-b837-47806091b590" providerId="AD" clId="Web-{E9C8C898-D681-438C-B73C-0B0F39629882}" dt="2026-01-19T08:33:49.840" v="93" actId="1076"/>
      <pc:docMkLst>
        <pc:docMk/>
      </pc:docMkLst>
    </pc:docChg>
  </pc:docChgLst>
  <pc:docChgLst>
    <pc:chgData name="Sládeček David" userId="S::sladecek@hradebni.cz::474d93f0-3a32-49cc-b837-47806091b590" providerId="AD" clId="Web-{86AD2D4C-319E-48F0-AEC7-E125CEFDB54B}"/>
    <pc:docChg chg="addSld delSld modSld">
      <pc:chgData name="Sládeček David" userId="S::sladecek@hradebni.cz::474d93f0-3a32-49cc-b837-47806091b590" providerId="AD" clId="Web-{86AD2D4C-319E-48F0-AEC7-E125CEFDB54B}" dt="2026-01-05T06:54:31.742" v="374" actId="20577"/>
      <pc:docMkLst>
        <pc:docMk/>
      </pc:docMkLst>
      <pc:sldChg chg="modSp">
        <pc:chgData name="Sládeček David" userId="S::sladecek@hradebni.cz::474d93f0-3a32-49cc-b837-47806091b590" providerId="AD" clId="Web-{86AD2D4C-319E-48F0-AEC7-E125CEFDB54B}" dt="2026-01-05T06:33:55.137" v="27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86AD2D4C-319E-48F0-AEC7-E125CEFDB54B}" dt="2026-01-05T06:33:55.137" v="27" actId="20577"/>
          <ac:spMkLst>
            <pc:docMk/>
            <pc:sldMk cId="2475805559" sldId="257"/>
            <ac:spMk id="3" creationId="{835D6E6B-3353-491C-A3C6-F278D6CED8B3}"/>
          </ac:spMkLst>
        </pc:spChg>
      </pc:sldChg>
    </pc:docChg>
  </pc:docChgLst>
  <pc:docChgLst>
    <pc:chgData name="Sládeček David" userId="S::sladecek@hradebni.cz::474d93f0-3a32-49cc-b837-47806091b590" providerId="AD" clId="Web-{30E33F09-9D05-400C-A5D0-C526DE8AA022}"/>
    <pc:docChg chg="addSld delSld modSld">
      <pc:chgData name="Sládeček David" userId="S::sladecek@hradebni.cz::474d93f0-3a32-49cc-b837-47806091b590" providerId="AD" clId="Web-{30E33F09-9D05-400C-A5D0-C526DE8AA022}" dt="2026-01-19T06:58:06.625" v="296" actId="20577"/>
      <pc:docMkLst>
        <pc:docMk/>
      </pc:docMkLst>
      <pc:sldChg chg="modSp">
        <pc:chgData name="Sládeček David" userId="S::sladecek@hradebni.cz::474d93f0-3a32-49cc-b837-47806091b590" providerId="AD" clId="Web-{30E33F09-9D05-400C-A5D0-C526DE8AA022}" dt="2026-01-19T06:37:31.880" v="10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30E33F09-9D05-400C-A5D0-C526DE8AA022}" dt="2026-01-19T06:37:31.880" v="10" actId="20577"/>
          <ac:spMkLst>
            <pc:docMk/>
            <pc:sldMk cId="2475805559" sldId="257"/>
            <ac:spMk id="3" creationId="{835D6E6B-3353-491C-A3C6-F278D6CED8B3}"/>
          </ac:spMkLst>
        </pc:spChg>
      </pc:sldChg>
    </pc:docChg>
  </pc:docChgLst>
  <pc:docChgLst>
    <pc:chgData name="Sládeček David" userId="S::sladecek@hradebni.cz::474d93f0-3a32-49cc-b837-47806091b590" providerId="AD" clId="Web-{78FA788B-4E37-4F8F-AD19-E52A7A839EBA}"/>
    <pc:docChg chg="addSld delSld modSld">
      <pc:chgData name="Sládeček David" userId="S::sladecek@hradebni.cz::474d93f0-3a32-49cc-b837-47806091b590" providerId="AD" clId="Web-{78FA788B-4E37-4F8F-AD19-E52A7A839EBA}" dt="2026-02-02T06:10:56.448" v="514" actId="1076"/>
      <pc:docMkLst>
        <pc:docMk/>
      </pc:docMkLst>
      <pc:sldChg chg="modSp">
        <pc:chgData name="Sládeček David" userId="S::sladecek@hradebni.cz::474d93f0-3a32-49cc-b837-47806091b590" providerId="AD" clId="Web-{78FA788B-4E37-4F8F-AD19-E52A7A839EBA}" dt="2026-02-02T05:46:47.788" v="1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78FA788B-4E37-4F8F-AD19-E52A7A839EBA}" dt="2026-02-02T05:46:47.788" v="1" actId="20577"/>
          <ac:spMkLst>
            <pc:docMk/>
            <pc:sldMk cId="2475805559" sldId="257"/>
            <ac:spMk id="3" creationId="{835D6E6B-3353-491C-A3C6-F278D6CED8B3}"/>
          </ac:spMkLst>
        </pc:spChg>
      </pc:sldChg>
      <pc:sldChg chg="addSp delSp modSp new mod modClrScheme chgLayout">
        <pc:chgData name="Sládeček David" userId="S::sladecek@hradebni.cz::474d93f0-3a32-49cc-b837-47806091b590" providerId="AD" clId="Web-{78FA788B-4E37-4F8F-AD19-E52A7A839EBA}" dt="2026-02-02T05:55:48.679" v="209" actId="20577"/>
        <pc:sldMkLst>
          <pc:docMk/>
          <pc:sldMk cId="280778142" sldId="258"/>
        </pc:sldMkLst>
        <pc:spChg chg="del">
          <ac:chgData name="Sládeček David" userId="S::sladecek@hradebni.cz::474d93f0-3a32-49cc-b837-47806091b590" providerId="AD" clId="Web-{78FA788B-4E37-4F8F-AD19-E52A7A839EBA}" dt="2026-02-02T05:51:19.600" v="112"/>
          <ac:spMkLst>
            <pc:docMk/>
            <pc:sldMk cId="280778142" sldId="258"/>
            <ac:spMk id="2" creationId="{14AC0F7E-A533-9582-D3D1-BE6A17B00D99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5:48.679" v="209" actId="20577"/>
          <ac:spMkLst>
            <pc:docMk/>
            <pc:sldMk cId="280778142" sldId="258"/>
            <ac:spMk id="3" creationId="{408BD1FA-9A02-C899-736A-8290B30BCF86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1:19.600" v="112"/>
          <ac:spMkLst>
            <pc:docMk/>
            <pc:sldMk cId="280778142" sldId="258"/>
            <ac:spMk id="4" creationId="{1014C87B-A50A-49DE-30B7-5AC3BC18AD18}"/>
          </ac:spMkLst>
        </pc:spChg>
        <pc:spChg chg="add mod">
          <ac:chgData name="Sládeček David" userId="S::sladecek@hradebni.cz::474d93f0-3a32-49cc-b837-47806091b590" providerId="AD" clId="Web-{78FA788B-4E37-4F8F-AD19-E52A7A839EBA}" dt="2026-02-02T05:51:47.678" v="124" actId="20577"/>
          <ac:spMkLst>
            <pc:docMk/>
            <pc:sldMk cId="280778142" sldId="258"/>
            <ac:spMk id="9" creationId="{7F4774E9-FEC5-158A-A5BF-3B2AF1E5EF07}"/>
          </ac:spMkLst>
        </pc:spChg>
        <pc:spChg chg="add mod">
          <ac:chgData name="Sládeček David" userId="S::sladecek@hradebni.cz::474d93f0-3a32-49cc-b837-47806091b590" providerId="AD" clId="Web-{78FA788B-4E37-4F8F-AD19-E52A7A839EBA}" dt="2026-02-02T05:51:19.600" v="112"/>
          <ac:spMkLst>
            <pc:docMk/>
            <pc:sldMk cId="280778142" sldId="258"/>
            <ac:spMk id="11" creationId="{F645D68D-736B-DD4E-BCFC-3BBA66722920}"/>
          </ac:spMkLst>
        </pc:spChg>
      </pc:sldChg>
      <pc:sldChg chg="del">
        <pc:chgData name="Sládeček David" userId="S::sladecek@hradebni.cz::474d93f0-3a32-49cc-b837-47806091b590" providerId="AD" clId="Web-{78FA788B-4E37-4F8F-AD19-E52A7A839EBA}" dt="2026-02-02T05:46:50.976" v="8"/>
        <pc:sldMkLst>
          <pc:docMk/>
          <pc:sldMk cId="1539850208" sldId="258"/>
        </pc:sldMkLst>
      </pc:sldChg>
      <pc:sldChg chg="del">
        <pc:chgData name="Sládeček David" userId="S::sladecek@hradebni.cz::474d93f0-3a32-49cc-b837-47806091b590" providerId="AD" clId="Web-{78FA788B-4E37-4F8F-AD19-E52A7A839EBA}" dt="2026-02-02T05:46:50.976" v="7"/>
        <pc:sldMkLst>
          <pc:docMk/>
          <pc:sldMk cId="369196253" sldId="259"/>
        </pc:sldMkLst>
      </pc:sldChg>
      <pc:sldChg chg="modSp new">
        <pc:chgData name="Sládeček David" userId="S::sladecek@hradebni.cz::474d93f0-3a32-49cc-b837-47806091b590" providerId="AD" clId="Web-{78FA788B-4E37-4F8F-AD19-E52A7A839EBA}" dt="2026-02-02T05:55:39.836" v="204" actId="20577"/>
        <pc:sldMkLst>
          <pc:docMk/>
          <pc:sldMk cId="3616095430" sldId="259"/>
        </pc:sldMkLst>
        <pc:spChg chg="mod">
          <ac:chgData name="Sládeček David" userId="S::sladecek@hradebni.cz::474d93f0-3a32-49cc-b837-47806091b590" providerId="AD" clId="Web-{78FA788B-4E37-4F8F-AD19-E52A7A839EBA}" dt="2026-02-02T05:52:08.788" v="127" actId="20577"/>
          <ac:spMkLst>
            <pc:docMk/>
            <pc:sldMk cId="3616095430" sldId="259"/>
            <ac:spMk id="2" creationId="{E169354B-AFF2-5619-F77F-0523A470E4F4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5:39.836" v="204" actId="20577"/>
          <ac:spMkLst>
            <pc:docMk/>
            <pc:sldMk cId="3616095430" sldId="259"/>
            <ac:spMk id="3" creationId="{207BE4E5-2129-4E6F-491F-0807325FFCD2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2:21.413" v="134" actId="20577"/>
          <ac:spMkLst>
            <pc:docMk/>
            <pc:sldMk cId="3616095430" sldId="259"/>
            <ac:spMk id="4" creationId="{8E7F542D-0087-B9AB-F755-1876E2A1A333}"/>
          </ac:spMkLst>
        </pc:spChg>
      </pc:sldChg>
      <pc:sldChg chg="modSp new">
        <pc:chgData name="Sládeček David" userId="S::sladecek@hradebni.cz::474d93f0-3a32-49cc-b837-47806091b590" providerId="AD" clId="Web-{78FA788B-4E37-4F8F-AD19-E52A7A839EBA}" dt="2026-02-02T05:56:41.414" v="244" actId="20577"/>
        <pc:sldMkLst>
          <pc:docMk/>
          <pc:sldMk cId="971855580" sldId="260"/>
        </pc:sldMkLst>
        <pc:spChg chg="mod">
          <ac:chgData name="Sládeček David" userId="S::sladecek@hradebni.cz::474d93f0-3a32-49cc-b837-47806091b590" providerId="AD" clId="Web-{78FA788B-4E37-4F8F-AD19-E52A7A839EBA}" dt="2026-02-02T05:54:44.039" v="179" actId="20577"/>
          <ac:spMkLst>
            <pc:docMk/>
            <pc:sldMk cId="971855580" sldId="260"/>
            <ac:spMk id="2" creationId="{F32A5A87-0799-A9C1-3FDE-523822CFAE4E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5:34.820" v="200" actId="20577"/>
          <ac:spMkLst>
            <pc:docMk/>
            <pc:sldMk cId="971855580" sldId="260"/>
            <ac:spMk id="3" creationId="{5E8AC394-AF17-F198-EEC9-07B8C72A84A4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6:41.414" v="244" actId="20577"/>
          <ac:spMkLst>
            <pc:docMk/>
            <pc:sldMk cId="971855580" sldId="260"/>
            <ac:spMk id="4" creationId="{03AA7430-9833-8656-1773-0E59348E4072}"/>
          </ac:spMkLst>
        </pc:spChg>
      </pc:sldChg>
      <pc:sldChg chg="del">
        <pc:chgData name="Sládeček David" userId="S::sladecek@hradebni.cz::474d93f0-3a32-49cc-b837-47806091b590" providerId="AD" clId="Web-{78FA788B-4E37-4F8F-AD19-E52A7A839EBA}" dt="2026-02-02T05:46:50.976" v="3"/>
        <pc:sldMkLst>
          <pc:docMk/>
          <pc:sldMk cId="4036135138" sldId="260"/>
        </pc:sldMkLst>
      </pc:sldChg>
      <pc:sldChg chg="modSp add replId">
        <pc:chgData name="Sládeček David" userId="S::sladecek@hradebni.cz::474d93f0-3a32-49cc-b837-47806091b590" providerId="AD" clId="Web-{78FA788B-4E37-4F8F-AD19-E52A7A839EBA}" dt="2026-02-02T05:55:28.507" v="196" actId="20577"/>
        <pc:sldMkLst>
          <pc:docMk/>
          <pc:sldMk cId="1397446518" sldId="261"/>
        </pc:sldMkLst>
        <pc:spChg chg="mod">
          <ac:chgData name="Sládeček David" userId="S::sladecek@hradebni.cz::474d93f0-3a32-49cc-b837-47806091b590" providerId="AD" clId="Web-{78FA788B-4E37-4F8F-AD19-E52A7A839EBA}" dt="2026-02-02T05:55:14.257" v="185" actId="20577"/>
          <ac:spMkLst>
            <pc:docMk/>
            <pc:sldMk cId="1397446518" sldId="261"/>
            <ac:spMk id="2" creationId="{7C86BCF0-5C9A-1CC6-E42A-44A8D6452D73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5:28.507" v="196" actId="20577"/>
          <ac:spMkLst>
            <pc:docMk/>
            <pc:sldMk cId="1397446518" sldId="261"/>
            <ac:spMk id="3" creationId="{DC0F077C-4FDD-2DD0-C2BA-6B381C914EEE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5:16.320" v="186" actId="20577"/>
          <ac:spMkLst>
            <pc:docMk/>
            <pc:sldMk cId="1397446518" sldId="261"/>
            <ac:spMk id="4" creationId="{DAB16427-F371-3AAB-F168-B0EF9E9BDC53}"/>
          </ac:spMkLst>
        </pc:spChg>
      </pc:sldChg>
      <pc:sldChg chg="del">
        <pc:chgData name="Sládeček David" userId="S::sladecek@hradebni.cz::474d93f0-3a32-49cc-b837-47806091b590" providerId="AD" clId="Web-{78FA788B-4E37-4F8F-AD19-E52A7A839EBA}" dt="2026-02-02T05:46:50.976" v="2"/>
        <pc:sldMkLst>
          <pc:docMk/>
          <pc:sldMk cId="1798355196" sldId="261"/>
        </pc:sldMkLst>
      </pc:sldChg>
      <pc:sldChg chg="del">
        <pc:chgData name="Sládeček David" userId="S::sladecek@hradebni.cz::474d93f0-3a32-49cc-b837-47806091b590" providerId="AD" clId="Web-{78FA788B-4E37-4F8F-AD19-E52A7A839EBA}" dt="2026-02-02T05:46:50.976" v="6"/>
        <pc:sldMkLst>
          <pc:docMk/>
          <pc:sldMk cId="2167882590" sldId="262"/>
        </pc:sldMkLst>
      </pc:sldChg>
      <pc:sldChg chg="modSp new">
        <pc:chgData name="Sládeček David" userId="S::sladecek@hradebni.cz::474d93f0-3a32-49cc-b837-47806091b590" providerId="AD" clId="Web-{78FA788B-4E37-4F8F-AD19-E52A7A839EBA}" dt="2026-02-02T06:01:00.724" v="290" actId="20577"/>
        <pc:sldMkLst>
          <pc:docMk/>
          <pc:sldMk cId="2401807858" sldId="262"/>
        </pc:sldMkLst>
        <pc:spChg chg="mod">
          <ac:chgData name="Sládeček David" userId="S::sladecek@hradebni.cz::474d93f0-3a32-49cc-b837-47806091b590" providerId="AD" clId="Web-{78FA788B-4E37-4F8F-AD19-E52A7A839EBA}" dt="2026-02-02T05:56:50.320" v="248" actId="20577"/>
          <ac:spMkLst>
            <pc:docMk/>
            <pc:sldMk cId="2401807858" sldId="262"/>
            <ac:spMk id="2" creationId="{6854F0FF-E081-14F7-409C-D605FCD034C0}"/>
          </ac:spMkLst>
        </pc:spChg>
        <pc:spChg chg="mod">
          <ac:chgData name="Sládeček David" userId="S::sladecek@hradebni.cz::474d93f0-3a32-49cc-b837-47806091b590" providerId="AD" clId="Web-{78FA788B-4E37-4F8F-AD19-E52A7A839EBA}" dt="2026-02-02T06:01:00.724" v="290" actId="20577"/>
          <ac:spMkLst>
            <pc:docMk/>
            <pc:sldMk cId="2401807858" sldId="262"/>
            <ac:spMk id="3" creationId="{37E7B69C-C6F1-B9D9-068F-7055B79FD6D7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6:53.242" v="250" actId="20577"/>
          <ac:spMkLst>
            <pc:docMk/>
            <pc:sldMk cId="2401807858" sldId="262"/>
            <ac:spMk id="4" creationId="{6F14A92B-4B60-CF46-949E-2F1A256CF0B0}"/>
          </ac:spMkLst>
        </pc:spChg>
      </pc:sldChg>
      <pc:sldChg chg="modSp new">
        <pc:chgData name="Sládeček David" userId="S::sladecek@hradebni.cz::474d93f0-3a32-49cc-b837-47806091b590" providerId="AD" clId="Web-{78FA788B-4E37-4F8F-AD19-E52A7A839EBA}" dt="2026-02-02T06:03:09.258" v="356" actId="20577"/>
        <pc:sldMkLst>
          <pc:docMk/>
          <pc:sldMk cId="1616455892" sldId="263"/>
        </pc:sldMkLst>
        <pc:spChg chg="mod">
          <ac:chgData name="Sládeček David" userId="S::sladecek@hradebni.cz::474d93f0-3a32-49cc-b837-47806091b590" providerId="AD" clId="Web-{78FA788B-4E37-4F8F-AD19-E52A7A839EBA}" dt="2026-02-02T06:03:09.258" v="356" actId="20577"/>
          <ac:spMkLst>
            <pc:docMk/>
            <pc:sldMk cId="1616455892" sldId="263"/>
            <ac:spMk id="2" creationId="{37641278-0E1F-CA72-6424-E5163A0E973B}"/>
          </ac:spMkLst>
        </pc:spChg>
        <pc:spChg chg="mod">
          <ac:chgData name="Sládeček David" userId="S::sladecek@hradebni.cz::474d93f0-3a32-49cc-b837-47806091b590" providerId="AD" clId="Web-{78FA788B-4E37-4F8F-AD19-E52A7A839EBA}" dt="2026-02-02T06:01:15.271" v="292" actId="20577"/>
          <ac:spMkLst>
            <pc:docMk/>
            <pc:sldMk cId="1616455892" sldId="263"/>
            <ac:spMk id="3" creationId="{803B65F6-183D-3435-8047-4BCD5CF6808D}"/>
          </ac:spMkLst>
        </pc:spChg>
      </pc:sldChg>
      <pc:sldChg chg="del">
        <pc:chgData name="Sládeček David" userId="S::sladecek@hradebni.cz::474d93f0-3a32-49cc-b837-47806091b590" providerId="AD" clId="Web-{78FA788B-4E37-4F8F-AD19-E52A7A839EBA}" dt="2026-02-02T05:46:50.976" v="5"/>
        <pc:sldMkLst>
          <pc:docMk/>
          <pc:sldMk cId="2593211140" sldId="263"/>
        </pc:sldMkLst>
      </pc:sldChg>
      <pc:sldChg chg="del">
        <pc:chgData name="Sládeček David" userId="S::sladecek@hradebni.cz::474d93f0-3a32-49cc-b837-47806091b590" providerId="AD" clId="Web-{78FA788B-4E37-4F8F-AD19-E52A7A839EBA}" dt="2026-02-02T05:46:50.976" v="4"/>
        <pc:sldMkLst>
          <pc:docMk/>
          <pc:sldMk cId="311938226" sldId="264"/>
        </pc:sldMkLst>
      </pc:sldChg>
      <pc:sldChg chg="modSp new">
        <pc:chgData name="Sládeček David" userId="S::sladecek@hradebni.cz::474d93f0-3a32-49cc-b837-47806091b590" providerId="AD" clId="Web-{78FA788B-4E37-4F8F-AD19-E52A7A839EBA}" dt="2026-02-02T06:03:05.961" v="354" actId="20577"/>
        <pc:sldMkLst>
          <pc:docMk/>
          <pc:sldMk cId="2127412297" sldId="264"/>
        </pc:sldMkLst>
        <pc:spChg chg="mod">
          <ac:chgData name="Sládeček David" userId="S::sladecek@hradebni.cz::474d93f0-3a32-49cc-b837-47806091b590" providerId="AD" clId="Web-{78FA788B-4E37-4F8F-AD19-E52A7A839EBA}" dt="2026-02-02T06:03:05.961" v="354" actId="20577"/>
          <ac:spMkLst>
            <pc:docMk/>
            <pc:sldMk cId="2127412297" sldId="264"/>
            <ac:spMk id="2" creationId="{4774ED9A-B233-B09F-F9F1-66523B7ACDDD}"/>
          </ac:spMkLst>
        </pc:spChg>
        <pc:spChg chg="mod">
          <ac:chgData name="Sládeček David" userId="S::sladecek@hradebni.cz::474d93f0-3a32-49cc-b837-47806091b590" providerId="AD" clId="Web-{78FA788B-4E37-4F8F-AD19-E52A7A839EBA}" dt="2026-02-02T06:03:03.742" v="352" actId="20577"/>
          <ac:spMkLst>
            <pc:docMk/>
            <pc:sldMk cId="2127412297" sldId="264"/>
            <ac:spMk id="3" creationId="{2DA7AEA6-798F-DA00-349C-3C6D465BD117}"/>
          </ac:spMkLst>
        </pc:spChg>
      </pc:sldChg>
      <pc:sldChg chg="modSp new del">
        <pc:chgData name="Sládeček David" userId="S::sladecek@hradebni.cz::474d93f0-3a32-49cc-b837-47806091b590" providerId="AD" clId="Web-{78FA788B-4E37-4F8F-AD19-E52A7A839EBA}" dt="2026-02-02T06:02:04.585" v="299"/>
        <pc:sldMkLst>
          <pc:docMk/>
          <pc:sldMk cId="4166379920" sldId="264"/>
        </pc:sldMkLst>
        <pc:spChg chg="mod">
          <ac:chgData name="Sládeček David" userId="S::sladecek@hradebni.cz::474d93f0-3a32-49cc-b837-47806091b590" providerId="AD" clId="Web-{78FA788B-4E37-4F8F-AD19-E52A7A839EBA}" dt="2026-02-02T06:02:01.960" v="298" actId="20577"/>
          <ac:spMkLst>
            <pc:docMk/>
            <pc:sldMk cId="4166379920" sldId="264"/>
            <ac:spMk id="2" creationId="{6930B76C-4A48-984B-0AA6-E588C3EDA877}"/>
          </ac:spMkLst>
        </pc:spChg>
        <pc:spChg chg="mod">
          <ac:chgData name="Sládeček David" userId="S::sladecek@hradebni.cz::474d93f0-3a32-49cc-b837-47806091b590" providerId="AD" clId="Web-{78FA788B-4E37-4F8F-AD19-E52A7A839EBA}" dt="2026-02-02T06:01:12.334" v="291" actId="20577"/>
          <ac:spMkLst>
            <pc:docMk/>
            <pc:sldMk cId="4166379920" sldId="264"/>
            <ac:spMk id="3" creationId="{BA3A426B-2DED-4BDF-DFB6-40182AE57AF6}"/>
          </ac:spMkLst>
        </pc:spChg>
      </pc:sldChg>
      <pc:sldChg chg="delSp modSp new mod modClrScheme chgLayout">
        <pc:chgData name="Sládeček David" userId="S::sladecek@hradebni.cz::474d93f0-3a32-49cc-b837-47806091b590" providerId="AD" clId="Web-{78FA788B-4E37-4F8F-AD19-E52A7A839EBA}" dt="2026-02-02T06:10:56.448" v="514" actId="1076"/>
        <pc:sldMkLst>
          <pc:docMk/>
          <pc:sldMk cId="3014329788" sldId="265"/>
        </pc:sldMkLst>
        <pc:spChg chg="mod ord">
          <ac:chgData name="Sládeček David" userId="S::sladecek@hradebni.cz::474d93f0-3a32-49cc-b837-47806091b590" providerId="AD" clId="Web-{78FA788B-4E37-4F8F-AD19-E52A7A839EBA}" dt="2026-02-02T06:07:49.071" v="360" actId="20577"/>
          <ac:spMkLst>
            <pc:docMk/>
            <pc:sldMk cId="3014329788" sldId="265"/>
            <ac:spMk id="2" creationId="{56EBC4C2-CC17-FDBD-25FF-FE28BA9216A6}"/>
          </ac:spMkLst>
        </pc:spChg>
        <pc:spChg chg="mod ord">
          <ac:chgData name="Sládeček David" userId="S::sladecek@hradebni.cz::474d93f0-3a32-49cc-b837-47806091b590" providerId="AD" clId="Web-{78FA788B-4E37-4F8F-AD19-E52A7A839EBA}" dt="2026-02-02T06:10:56.448" v="514" actId="1076"/>
          <ac:spMkLst>
            <pc:docMk/>
            <pc:sldMk cId="3014329788" sldId="265"/>
            <ac:spMk id="3" creationId="{3AD1F516-6907-5F69-F4DE-08FC54646B5C}"/>
          </ac:spMkLst>
        </pc:spChg>
        <pc:spChg chg="del">
          <ac:chgData name="Sládeček David" userId="S::sladecek@hradebni.cz::474d93f0-3a32-49cc-b837-47806091b590" providerId="AD" clId="Web-{78FA788B-4E37-4F8F-AD19-E52A7A839EBA}" dt="2026-02-02T06:07:34.836" v="358"/>
          <ac:spMkLst>
            <pc:docMk/>
            <pc:sldMk cId="3014329788" sldId="265"/>
            <ac:spMk id="4" creationId="{CAE64B6B-45EC-681F-9DC5-7621F2C074EC}"/>
          </ac:spMkLst>
        </pc:spChg>
        <pc:spChg chg="mod ord">
          <ac:chgData name="Sládeček David" userId="S::sladecek@hradebni.cz::474d93f0-3a32-49cc-b837-47806091b590" providerId="AD" clId="Web-{78FA788B-4E37-4F8F-AD19-E52A7A839EBA}" dt="2026-02-02T06:07:34.836" v="358"/>
          <ac:spMkLst>
            <pc:docMk/>
            <pc:sldMk cId="3014329788" sldId="265"/>
            <ac:spMk id="5" creationId="{10385012-59A1-02F6-BBC8-8810DD7B1984}"/>
          </ac:spMkLst>
        </pc:spChg>
      </pc:sldChg>
    </pc:docChg>
  </pc:docChgLst>
  <pc:docChgLst>
    <pc:chgData name="Sládeček David" userId="S::sladecek@hradebni.cz::474d93f0-3a32-49cc-b837-47806091b590" providerId="AD" clId="Web-{9F9E9AFD-EDB2-4BE0-8FCD-80F6CD53B3B9}"/>
    <pc:docChg chg="addSld delSld modSld">
      <pc:chgData name="Sládeček David" userId="S::sladecek@hradebni.cz::474d93f0-3a32-49cc-b837-47806091b590" providerId="AD" clId="Web-{9F9E9AFD-EDB2-4BE0-8FCD-80F6CD53B3B9}" dt="2026-01-12T06:49:41.491" v="248" actId="1076"/>
      <pc:docMkLst>
        <pc:docMk/>
      </pc:docMkLst>
      <pc:sldChg chg="modSp">
        <pc:chgData name="Sládeček David" userId="S::sladecek@hradebni.cz::474d93f0-3a32-49cc-b837-47806091b590" providerId="AD" clId="Web-{9F9E9AFD-EDB2-4BE0-8FCD-80F6CD53B3B9}" dt="2026-01-12T06:43:21.974" v="17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9F9E9AFD-EDB2-4BE0-8FCD-80F6CD53B3B9}" dt="2026-01-12T06:43:21.974" v="17" actId="20577"/>
          <ac:spMkLst>
            <pc:docMk/>
            <pc:sldMk cId="2475805559" sldId="257"/>
            <ac:spMk id="3" creationId="{835D6E6B-3353-491C-A3C6-F278D6CED8B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7DCA4C-7825-44A0-B31A-4BAD6120D580}" type="datetime1">
              <a:rPr lang="cs-CZ" smtClean="0"/>
              <a:t>09.02.2026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CCFE8D-08E6-40AC-BF4B-494C67BC535C}" type="datetime1">
              <a:rPr lang="cs-CZ" smtClean="0"/>
              <a:t>09.02.2026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446535" y="3085766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81193" y="2495447"/>
            <a:ext cx="10993547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C4697-A511-4167-98D5-E240268A2670}" type="datetime1">
              <a:rPr lang="cs-CZ" smtClean="0"/>
              <a:t>09.02.2026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4" y="2340864"/>
            <a:ext cx="11029615" cy="3634486"/>
          </a:xfrm>
        </p:spPr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5B38F-3440-48E9-8BA6-B9B0E297B628}" type="datetime1">
              <a:rPr lang="cs-CZ" smtClean="0"/>
              <a:t>09.02.2026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7818" y="5141976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4" y="2393952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CB43DD-355E-4ACB-AF6B-F0A0D93B1FF7}" type="datetime1">
              <a:rPr lang="cs-CZ" smtClean="0"/>
              <a:t>09.02.2026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0DC0DA-1C84-4CFB-A589-758D033EC754}" type="datetime1">
              <a:rPr lang="cs-CZ" smtClean="0"/>
              <a:t>09.02.2026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3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81194" y="2926054"/>
            <a:ext cx="5194767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16039" y="2250894"/>
            <a:ext cx="5194771" cy="553373"/>
          </a:xfrm>
        </p:spPr>
        <p:txBody>
          <a:bodyPr rtlCol="0" anchor="ctr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16037" y="2926054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8CB40-5E53-430A-BC80-66A7330A3E11}" type="datetime1">
              <a:rPr lang="cs-CZ" smtClean="0"/>
              <a:t>09.02.2026</a:t>
            </a:fld>
            <a:endParaRPr lang="en-US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/>
          <p:cNvSpPr>
            <a:spLocks noGrp="1"/>
          </p:cNvSpPr>
          <p:nvPr>
            <p:ph type="title"/>
          </p:nvPr>
        </p:nvSpPr>
        <p:spPr>
          <a:xfrm>
            <a:off x="575895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030092-A1C2-46B4-B050-3676FFA9CD44}" type="datetime1">
              <a:rPr lang="cs-CZ" smtClean="0"/>
              <a:t>09.02.2026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CD7C02-7CC9-44AF-9768-6A6F42347937}" type="datetime1">
              <a:rPr lang="cs-CZ" smtClean="0"/>
              <a:t>09.02.2026</a:t>
            </a:fld>
            <a:endParaRPr lang="en-US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>
            <a:spLocks noChangeAspect="1"/>
          </p:cNvSpPr>
          <p:nvPr/>
        </p:nvSpPr>
        <p:spPr>
          <a:xfrm>
            <a:off x="447817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7858" y="933452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767858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56918"/>
            <a:ext cx="2844799" cy="365125"/>
          </a:xfrm>
        </p:spPr>
        <p:txBody>
          <a:bodyPr rtlCol="0"/>
          <a:lstStyle/>
          <a:p>
            <a:pPr rtl="0"/>
            <a:fld id="{4E756D9B-B1BA-4BAF-99A5-DC08EF34F207}" type="datetime1">
              <a:rPr lang="cs-CZ" smtClean="0"/>
              <a:t>09.02.2026</a:t>
            </a:fld>
            <a:endParaRPr lang="en-US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2"/>
            <a:ext cx="6917211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8"/>
            <a:ext cx="1052511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447817" y="641352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rtl="0"/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295CD-EF07-4568-A35E-D8DFD54CCEB6}" type="datetime1">
              <a:rPr lang="cs-CZ" smtClean="0"/>
              <a:t>09.02.2026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2422F-D08F-49D0-98CD-DC7D2F2607DE}" type="datetime1">
              <a:rPr lang="cs-CZ" smtClean="0"/>
              <a:t>09.02.2026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774925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Zástupný symbol pro datum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72C44F-B7A3-4350-988C-CFC166A0AA82}" type="datetime1">
              <a:rPr lang="cs-CZ" smtClean="0"/>
              <a:t>09.02.2026</a:t>
            </a:fld>
            <a:endParaRPr lang="en-US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Zástupný symbol pro číslo snímku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"/>
              <a:t>Kliknutím můžete upravit styl předlohy nadpisů.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2336004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605953" y="6423916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00C9E6-3834-4C30-AC74-37ACA7F99694}" type="datetime1">
              <a:rPr lang="cs-CZ" smtClean="0"/>
              <a:t>09.02.2026</a:t>
            </a:fld>
            <a:endParaRPr lang="en-US" dirty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581192" y="6423916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58301" y="6423916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délník 8"/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0" name="Obdélní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1" name="Obdélník 10"/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Obdélní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35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894" y="1622574"/>
            <a:ext cx="8245162" cy="757011"/>
          </a:xfrm>
        </p:spPr>
        <p:txBody>
          <a:bodyPr rtlCol="0">
            <a:normAutofit/>
          </a:bodyPr>
          <a:lstStyle/>
          <a:p>
            <a:pPr rtl="0"/>
            <a:r>
              <a:rPr lang="cs" dirty="0"/>
              <a:t>Programování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9895" y="2322999"/>
            <a:ext cx="8245160" cy="757011"/>
          </a:xfrm>
        </p:spPr>
        <p:txBody>
          <a:bodyPr rtlCol="0">
            <a:normAutofit/>
          </a:bodyPr>
          <a:lstStyle/>
          <a:p>
            <a:r>
              <a:rPr lang="cs" sz="1800" dirty="0" smtClean="0"/>
              <a:t>Ovládací komponenty formuláře</a:t>
            </a:r>
            <a:endParaRPr lang="cs-CZ" dirty="0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8901" y="1200150"/>
            <a:ext cx="2777490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5373" y="1200150"/>
            <a:ext cx="2777490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610" y="1197482"/>
            <a:ext cx="2777490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pic>
        <p:nvPicPr>
          <p:cNvPr id="6" name="Obrázek 5" descr="Logo v detailu&#10;&#10;Automaticky generovaný popi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0550" y="3168650"/>
            <a:ext cx="8445500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Uživatelská nabídka a status aplikace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4" y="2340864"/>
            <a:ext cx="11029615" cy="1133856"/>
          </a:xfrm>
        </p:spPr>
        <p:txBody>
          <a:bodyPr/>
          <a:lstStyle/>
          <a:p>
            <a:r>
              <a:rPr lang="cs-CZ" dirty="0"/>
              <a:t>Standartní ovládací prvek u většiny desktopových aplikací</a:t>
            </a:r>
          </a:p>
          <a:p>
            <a:r>
              <a:rPr lang="cs-CZ" dirty="0"/>
              <a:t>Komponenty </a:t>
            </a:r>
            <a:r>
              <a:rPr lang="cs-CZ" b="1" dirty="0" err="1"/>
              <a:t>MenuStrip</a:t>
            </a:r>
            <a:r>
              <a:rPr lang="cs-CZ" dirty="0"/>
              <a:t>, </a:t>
            </a:r>
            <a:r>
              <a:rPr lang="cs-CZ" b="1" dirty="0" err="1"/>
              <a:t>StatusStrip</a:t>
            </a:r>
            <a:endParaRPr lang="cs-CZ" b="1" dirty="0"/>
          </a:p>
          <a:p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09.02.2026</a:t>
            </a:fld>
            <a:endParaRPr lang="en-US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529A3CD-B41B-B73A-2FB7-E3ECBBA3B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035" y="3156736"/>
            <a:ext cx="4494043" cy="3366672"/>
          </a:xfrm>
          <a:prstGeom prst="rect">
            <a:avLst/>
          </a:prstGeom>
        </p:spPr>
      </p:pic>
      <p:sp>
        <p:nvSpPr>
          <p:cNvPr id="6" name="Šipka: doprava 5">
            <a:extLst>
              <a:ext uri="{FF2B5EF4-FFF2-40B4-BE49-F238E27FC236}">
                <a16:creationId xmlns:a16="http://schemas.microsoft.com/office/drawing/2014/main" id="{68B80F48-1817-4E50-94ED-B60338D04874}"/>
              </a:ext>
            </a:extLst>
          </p:cNvPr>
          <p:cNvSpPr/>
          <p:nvPr/>
        </p:nvSpPr>
        <p:spPr>
          <a:xfrm flipH="1">
            <a:off x="6580217" y="2943825"/>
            <a:ext cx="3597639" cy="14428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err="1"/>
              <a:t>MenuStrip</a:t>
            </a:r>
            <a:endParaRPr lang="cs-CZ" dirty="0"/>
          </a:p>
        </p:txBody>
      </p:sp>
      <p:sp>
        <p:nvSpPr>
          <p:cNvPr id="7" name="Šipka: doprava 8">
            <a:extLst>
              <a:ext uri="{FF2B5EF4-FFF2-40B4-BE49-F238E27FC236}">
                <a16:creationId xmlns:a16="http://schemas.microsoft.com/office/drawing/2014/main" id="{AB913AF6-3D30-CB01-9514-8ED23AC5BBFB}"/>
              </a:ext>
            </a:extLst>
          </p:cNvPr>
          <p:cNvSpPr/>
          <p:nvPr/>
        </p:nvSpPr>
        <p:spPr>
          <a:xfrm flipH="1">
            <a:off x="6580216" y="5258971"/>
            <a:ext cx="3597639" cy="14428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err="1"/>
              <a:t>StatusStrip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15634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Uživatelská nabídka a status </a:t>
            </a:r>
            <a:r>
              <a:rPr lang="cs-CZ" dirty="0" err="1" smtClean="0"/>
              <a:t>aplikce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4" y="2340864"/>
            <a:ext cx="11029615" cy="1358300"/>
          </a:xfrm>
        </p:spPr>
        <p:txBody>
          <a:bodyPr>
            <a:normAutofit lnSpcReduction="10000"/>
          </a:bodyPr>
          <a:lstStyle/>
          <a:p>
            <a:r>
              <a:rPr lang="cs-CZ" dirty="0"/>
              <a:t>Obě komponenty </a:t>
            </a:r>
            <a:r>
              <a:rPr lang="cs-CZ" dirty="0" err="1"/>
              <a:t>MenuStrip</a:t>
            </a:r>
            <a:r>
              <a:rPr lang="cs-CZ" dirty="0"/>
              <a:t> a </a:t>
            </a:r>
            <a:r>
              <a:rPr lang="cs-CZ" dirty="0" err="1"/>
              <a:t>StatusStrip</a:t>
            </a:r>
            <a:r>
              <a:rPr lang="cs-CZ" dirty="0"/>
              <a:t> lze nahradit komponentou </a:t>
            </a:r>
            <a:r>
              <a:rPr lang="cs-CZ" b="1" dirty="0" err="1"/>
              <a:t>ToolStrip</a:t>
            </a:r>
            <a:r>
              <a:rPr lang="cs-CZ" dirty="0"/>
              <a:t>, která může dvě samostatné komponenty nahradit</a:t>
            </a:r>
          </a:p>
          <a:p>
            <a:r>
              <a:rPr lang="cs-CZ" dirty="0"/>
              <a:t>Jednotlivé komponenty, které se těchto </a:t>
            </a:r>
            <a:r>
              <a:rPr lang="cs-CZ" dirty="0" err="1"/>
              <a:t>strip</a:t>
            </a:r>
            <a:r>
              <a:rPr lang="cs-CZ" dirty="0"/>
              <a:t> komponent vkládají se chovají jako běžné komponenty – vlastnosti, obslužné metody</a:t>
            </a:r>
          </a:p>
          <a:p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09.02.2026</a:t>
            </a:fld>
            <a:endParaRPr lang="en-US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E3416F5-BC15-3EFB-C128-FDA975C5B5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91" b="9910"/>
          <a:stretch/>
        </p:blipFill>
        <p:spPr>
          <a:xfrm>
            <a:off x="1790892" y="3941349"/>
            <a:ext cx="4907373" cy="1635334"/>
          </a:xfrm>
          <a:prstGeom prst="rect">
            <a:avLst/>
          </a:prstGeom>
        </p:spPr>
      </p:pic>
      <p:sp>
        <p:nvSpPr>
          <p:cNvPr id="6" name="Šipka: doprava 9">
            <a:extLst>
              <a:ext uri="{FF2B5EF4-FFF2-40B4-BE49-F238E27FC236}">
                <a16:creationId xmlns:a16="http://schemas.microsoft.com/office/drawing/2014/main" id="{D4CB42E4-FC86-E6C6-5BCA-CB818BC06819}"/>
              </a:ext>
            </a:extLst>
          </p:cNvPr>
          <p:cNvSpPr/>
          <p:nvPr/>
        </p:nvSpPr>
        <p:spPr>
          <a:xfrm flipH="1">
            <a:off x="6698265" y="3699164"/>
            <a:ext cx="3597639" cy="14428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err="1"/>
              <a:t>ToolStrip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20680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Formulářová okna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4" y="2340864"/>
            <a:ext cx="4038349" cy="3634486"/>
          </a:xfrm>
        </p:spPr>
        <p:txBody>
          <a:bodyPr/>
          <a:lstStyle/>
          <a:p>
            <a:r>
              <a:rPr lang="cs-CZ" dirty="0"/>
              <a:t>Formulářová okna vytváří prostor (kontejner) pro umístění dalších komponent</a:t>
            </a:r>
          </a:p>
          <a:p>
            <a:r>
              <a:rPr lang="cs-CZ" dirty="0"/>
              <a:t>Při spouštění WFA je z funkce </a:t>
            </a:r>
            <a:r>
              <a:rPr lang="cs-CZ" b="1" dirty="0" err="1"/>
              <a:t>Main</a:t>
            </a:r>
            <a:r>
              <a:rPr lang="cs-CZ" b="1" dirty="0"/>
              <a:t> </a:t>
            </a:r>
            <a:r>
              <a:rPr lang="cs-CZ" dirty="0"/>
              <a:t>voláno hlavní formulářové okno</a:t>
            </a:r>
          </a:p>
          <a:p>
            <a:pPr lvl="1"/>
            <a:r>
              <a:rPr lang="cs-CZ" dirty="0"/>
              <a:t>Defaultně Form1 uložený ve souboru Form1.cs</a:t>
            </a:r>
          </a:p>
          <a:p>
            <a:r>
              <a:rPr lang="cs-CZ" dirty="0"/>
              <a:t>Inicializace výchozího okna je proveden v jeho konstruktoru</a:t>
            </a:r>
          </a:p>
          <a:p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09.02.2026</a:t>
            </a:fld>
            <a:endParaRPr lang="en-US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BEC09C3-AD0D-A1BE-6959-7536AB515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231" y="1774390"/>
            <a:ext cx="6953577" cy="399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653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Tab</a:t>
            </a:r>
            <a:r>
              <a:rPr lang="cs-CZ" dirty="0" smtClean="0"/>
              <a:t> </a:t>
            </a:r>
            <a:r>
              <a:rPr lang="cs-CZ" dirty="0" err="1" smtClean="0"/>
              <a:t>control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E293B"/>
                </a:solidFill>
              </a:rPr>
              <a:t>Kontejner</a:t>
            </a:r>
            <a:r>
              <a:rPr lang="en-US" sz="1800" b="1" dirty="0">
                <a:solidFill>
                  <a:srgbClr val="1E293B"/>
                </a:solidFill>
              </a:rPr>
              <a:t> pro </a:t>
            </a:r>
            <a:r>
              <a:rPr lang="en-US" sz="1800" b="1" dirty="0" err="1">
                <a:solidFill>
                  <a:srgbClr val="1E293B"/>
                </a:solidFill>
              </a:rPr>
              <a:t>organizaci</a:t>
            </a:r>
            <a:r>
              <a:rPr lang="en-US" sz="1800" b="1" dirty="0">
                <a:solidFill>
                  <a:srgbClr val="1E293B"/>
                </a:solidFill>
              </a:rPr>
              <a:t> </a:t>
            </a:r>
            <a:r>
              <a:rPr lang="en-US" sz="1800" b="1" dirty="0" err="1">
                <a:solidFill>
                  <a:srgbClr val="1E293B"/>
                </a:solidFill>
              </a:rPr>
              <a:t>obsahu</a:t>
            </a:r>
            <a:r>
              <a:rPr lang="en-US" sz="1800" b="1" dirty="0">
                <a:solidFill>
                  <a:srgbClr val="1E293B"/>
                </a:solidFill>
              </a:rPr>
              <a:t> do </a:t>
            </a:r>
            <a:r>
              <a:rPr lang="en-US" sz="1800" b="1" dirty="0" err="1">
                <a:solidFill>
                  <a:srgbClr val="1E293B"/>
                </a:solidFill>
              </a:rPr>
              <a:t>záložek</a:t>
            </a:r>
            <a:endParaRPr lang="en-US" sz="2800" b="1" dirty="0"/>
          </a:p>
          <a:p>
            <a:r>
              <a:rPr lang="en-US" sz="1800" dirty="0" err="1" smtClean="0">
                <a:solidFill>
                  <a:srgbClr val="1E293B"/>
                </a:solidFill>
              </a:rPr>
              <a:t>Umožňuje</a:t>
            </a:r>
            <a:r>
              <a:rPr lang="en-US" sz="1800" dirty="0" smtClean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přepínat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mezi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různými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stránkami</a:t>
            </a:r>
            <a:r>
              <a:rPr lang="en-US" sz="1800" dirty="0">
                <a:solidFill>
                  <a:srgbClr val="1E293B"/>
                </a:solidFill>
              </a:rPr>
              <a:t> (</a:t>
            </a:r>
            <a:r>
              <a:rPr lang="en-US" sz="1800" dirty="0" err="1">
                <a:solidFill>
                  <a:srgbClr val="1E293B"/>
                </a:solidFill>
              </a:rPr>
              <a:t>TabPages</a:t>
            </a:r>
            <a:r>
              <a:rPr lang="en-US" sz="1800" dirty="0">
                <a:solidFill>
                  <a:srgbClr val="1E293B"/>
                </a:solidFill>
              </a:rPr>
              <a:t>)</a:t>
            </a:r>
            <a:endParaRPr lang="en-US" sz="2800" dirty="0"/>
          </a:p>
          <a:p>
            <a:r>
              <a:rPr lang="en-US" sz="1800" dirty="0" err="1" smtClean="0">
                <a:solidFill>
                  <a:srgbClr val="1E293B"/>
                </a:solidFill>
              </a:rPr>
              <a:t>Každá</a:t>
            </a:r>
            <a:r>
              <a:rPr lang="en-US" sz="1800" dirty="0" smtClean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záložka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obsahuje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vlastní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ovládací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prvky</a:t>
            </a:r>
            <a:endParaRPr lang="en-US" sz="2800" dirty="0"/>
          </a:p>
          <a:p>
            <a:r>
              <a:rPr lang="en-US" sz="1800" dirty="0" err="1" smtClean="0">
                <a:solidFill>
                  <a:srgbClr val="1E293B"/>
                </a:solidFill>
              </a:rPr>
              <a:t>Šetří</a:t>
            </a:r>
            <a:r>
              <a:rPr lang="en-US" sz="1800" dirty="0" smtClean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místo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na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 smtClean="0">
                <a:solidFill>
                  <a:srgbClr val="1E293B"/>
                </a:solidFill>
              </a:rPr>
              <a:t>formuláři</a:t>
            </a:r>
            <a:endParaRPr lang="cs-CZ" sz="1800" dirty="0" smtClean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cs-CZ" sz="1800" b="1" dirty="0" smtClean="0">
                <a:solidFill>
                  <a:srgbClr val="1E293B"/>
                </a:solidFill>
              </a:rPr>
              <a:t>Kdy použít?</a:t>
            </a:r>
            <a:endParaRPr lang="en-US" sz="2800" b="1" dirty="0"/>
          </a:p>
          <a:p>
            <a:r>
              <a:rPr lang="en-US" sz="1800" dirty="0" err="1">
                <a:solidFill>
                  <a:srgbClr val="1E293B"/>
                </a:solidFill>
              </a:rPr>
              <a:t>Nastavení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aplikace</a:t>
            </a:r>
            <a:r>
              <a:rPr lang="en-US" sz="1800" dirty="0">
                <a:solidFill>
                  <a:srgbClr val="1E293B"/>
                </a:solidFill>
              </a:rPr>
              <a:t> (</a:t>
            </a:r>
            <a:r>
              <a:rPr lang="en-US" sz="1800" dirty="0" err="1">
                <a:solidFill>
                  <a:srgbClr val="1E293B"/>
                </a:solidFill>
              </a:rPr>
              <a:t>kategorie</a:t>
            </a:r>
            <a:r>
              <a:rPr lang="en-US" sz="1800" dirty="0">
                <a:solidFill>
                  <a:srgbClr val="1E293B"/>
                </a:solidFill>
              </a:rPr>
              <a:t>)</a:t>
            </a:r>
            <a:endParaRPr lang="en-US" sz="2800" dirty="0"/>
          </a:p>
          <a:p>
            <a:r>
              <a:rPr lang="en-US" sz="1800" dirty="0" err="1" smtClean="0">
                <a:solidFill>
                  <a:srgbClr val="1E293B"/>
                </a:solidFill>
              </a:rPr>
              <a:t>Editační</a:t>
            </a:r>
            <a:r>
              <a:rPr lang="en-US" sz="1800" dirty="0" smtClean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formuláře</a:t>
            </a:r>
            <a:r>
              <a:rPr lang="en-US" sz="1800" dirty="0">
                <a:solidFill>
                  <a:srgbClr val="1E293B"/>
                </a:solidFill>
              </a:rPr>
              <a:t> s </a:t>
            </a:r>
            <a:r>
              <a:rPr lang="en-US" sz="1800" dirty="0" err="1">
                <a:solidFill>
                  <a:srgbClr val="1E293B"/>
                </a:solidFill>
              </a:rPr>
              <a:t>více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sekcemi</a:t>
            </a:r>
            <a:endParaRPr lang="en-US" sz="2800" dirty="0"/>
          </a:p>
          <a:p>
            <a:r>
              <a:rPr lang="en-US" sz="1800" dirty="0" err="1" smtClean="0">
                <a:solidFill>
                  <a:srgbClr val="1E293B"/>
                </a:solidFill>
              </a:rPr>
              <a:t>Zobrazení</a:t>
            </a:r>
            <a:r>
              <a:rPr lang="en-US" sz="1800" dirty="0" smtClean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dat</a:t>
            </a:r>
            <a:r>
              <a:rPr lang="en-US" sz="1800" dirty="0">
                <a:solidFill>
                  <a:srgbClr val="1E293B"/>
                </a:solidFill>
              </a:rPr>
              <a:t> v </a:t>
            </a:r>
            <a:r>
              <a:rPr lang="en-US" sz="1800" dirty="0" err="1">
                <a:solidFill>
                  <a:srgbClr val="1E293B"/>
                </a:solidFill>
              </a:rPr>
              <a:t>různých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 smtClean="0">
                <a:solidFill>
                  <a:srgbClr val="1E293B"/>
                </a:solidFill>
              </a:rPr>
              <a:t>formátech</a:t>
            </a:r>
            <a:endParaRPr lang="cs-CZ" sz="2800" dirty="0" smtClean="0"/>
          </a:p>
          <a:p>
            <a:r>
              <a:rPr lang="en-US" sz="1800" dirty="0" err="1" smtClean="0">
                <a:solidFill>
                  <a:srgbClr val="1E293B"/>
                </a:solidFill>
              </a:rPr>
              <a:t>Průvodci</a:t>
            </a:r>
            <a:r>
              <a:rPr lang="en-US" sz="1800" dirty="0" smtClean="0">
                <a:solidFill>
                  <a:srgbClr val="1E293B"/>
                </a:solidFill>
              </a:rPr>
              <a:t> </a:t>
            </a:r>
            <a:r>
              <a:rPr lang="en-US" sz="1800" dirty="0">
                <a:solidFill>
                  <a:srgbClr val="1E293B"/>
                </a:solidFill>
              </a:rPr>
              <a:t>(wizard)</a:t>
            </a:r>
            <a:endParaRPr lang="en-US" sz="2800" dirty="0"/>
          </a:p>
          <a:p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09.02.2026</a:t>
            </a:fld>
            <a:endParaRPr lang="en-US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190" y="2644140"/>
            <a:ext cx="5469618" cy="25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582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Progressbar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  <a:p>
            <a:r>
              <a:rPr lang="cs-CZ" dirty="0" smtClean="0"/>
              <a:t>Vizuální </a:t>
            </a:r>
            <a:r>
              <a:rPr lang="cs-CZ" dirty="0"/>
              <a:t>indikátor průběhu operace</a:t>
            </a:r>
          </a:p>
          <a:p>
            <a:r>
              <a:rPr lang="cs-CZ" dirty="0" smtClean="0"/>
              <a:t>Zobrazuje </a:t>
            </a:r>
            <a:r>
              <a:rPr lang="cs-CZ" dirty="0"/>
              <a:t>procentuální dokončení</a:t>
            </a:r>
          </a:p>
          <a:p>
            <a:r>
              <a:rPr lang="cs-CZ" dirty="0" smtClean="0"/>
              <a:t>Informuje </a:t>
            </a:r>
            <a:r>
              <a:rPr lang="cs-CZ" dirty="0"/>
              <a:t>uživatele o běžícím procesu</a:t>
            </a:r>
          </a:p>
          <a:p>
            <a:r>
              <a:rPr lang="cs-CZ" dirty="0" smtClean="0"/>
              <a:t>Zlepšuje </a:t>
            </a:r>
            <a:r>
              <a:rPr lang="cs-CZ" dirty="0"/>
              <a:t>UX u dlouhých operací</a:t>
            </a:r>
          </a:p>
          <a:p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09.02.2026</a:t>
            </a:fld>
            <a:endParaRPr lang="en-US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814" y="3219894"/>
            <a:ext cx="584835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248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trackbar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193" y="1937058"/>
            <a:ext cx="5194767" cy="3633047"/>
          </a:xfrm>
        </p:spPr>
        <p:txBody>
          <a:bodyPr>
            <a:normAutofit/>
          </a:bodyPr>
          <a:lstStyle/>
          <a:p>
            <a:r>
              <a:rPr lang="en-US" sz="1800" dirty="0" err="1" smtClean="0">
                <a:solidFill>
                  <a:srgbClr val="1E293B"/>
                </a:solidFill>
              </a:rPr>
              <a:t>Posuvník</a:t>
            </a:r>
            <a:r>
              <a:rPr lang="en-US" sz="1800" dirty="0" smtClean="0">
                <a:solidFill>
                  <a:srgbClr val="1E293B"/>
                </a:solidFill>
              </a:rPr>
              <a:t> </a:t>
            </a:r>
            <a:r>
              <a:rPr lang="en-US" sz="1800" dirty="0">
                <a:solidFill>
                  <a:srgbClr val="1E293B"/>
                </a:solidFill>
              </a:rPr>
              <a:t>pro </a:t>
            </a:r>
            <a:r>
              <a:rPr lang="en-US" sz="1800" dirty="0" err="1">
                <a:solidFill>
                  <a:srgbClr val="1E293B"/>
                </a:solidFill>
              </a:rPr>
              <a:t>výběr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číselné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hodnoty</a:t>
            </a:r>
            <a:endParaRPr lang="en-US" sz="1800" dirty="0"/>
          </a:p>
          <a:p>
            <a:r>
              <a:rPr lang="en-US" sz="1800" dirty="0" err="1" smtClean="0">
                <a:solidFill>
                  <a:srgbClr val="1E293B"/>
                </a:solidFill>
              </a:rPr>
              <a:t>Horizontální</a:t>
            </a:r>
            <a:r>
              <a:rPr lang="en-US" sz="1800" dirty="0" smtClean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nebo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vertikální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orientace</a:t>
            </a:r>
            <a:endParaRPr lang="en-US" sz="1800" dirty="0"/>
          </a:p>
          <a:p>
            <a:r>
              <a:rPr lang="en-US" sz="1800" dirty="0" err="1" smtClean="0">
                <a:solidFill>
                  <a:srgbClr val="1E293B"/>
                </a:solidFill>
              </a:rPr>
              <a:t>Vizuální</a:t>
            </a:r>
            <a:r>
              <a:rPr lang="en-US" sz="1800" dirty="0" smtClean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reprezentace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rozsahu</a:t>
            </a:r>
            <a:endParaRPr lang="en-US" sz="1800" dirty="0"/>
          </a:p>
          <a:p>
            <a:r>
              <a:rPr lang="en-US" sz="1800" dirty="0" err="1" smtClean="0">
                <a:solidFill>
                  <a:srgbClr val="1E293B"/>
                </a:solidFill>
              </a:rPr>
              <a:t>Intuitivní</a:t>
            </a:r>
            <a:r>
              <a:rPr lang="en-US" sz="1800" dirty="0" smtClean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ovládání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myší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i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 smtClean="0">
                <a:solidFill>
                  <a:srgbClr val="1E293B"/>
                </a:solidFill>
              </a:rPr>
              <a:t>klávesnicí</a:t>
            </a:r>
            <a:endParaRPr lang="cs-CZ" sz="1800" dirty="0" smtClean="0">
              <a:solidFill>
                <a:srgbClr val="1E293B"/>
              </a:solidFill>
            </a:endParaRPr>
          </a:p>
          <a:p>
            <a:pPr marL="0" indent="0">
              <a:buNone/>
            </a:pPr>
            <a:endParaRPr lang="en-US" sz="2800" dirty="0"/>
          </a:p>
          <a:p>
            <a:endParaRPr lang="cs-CZ" dirty="0"/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sz="2100" b="1" dirty="0">
                <a:solidFill>
                  <a:srgbClr val="1E293B"/>
                </a:solidFill>
              </a:rPr>
              <a:t>Typické použití:</a:t>
            </a:r>
          </a:p>
          <a:p>
            <a:r>
              <a:rPr lang="en-US" sz="2100" dirty="0" err="1">
                <a:solidFill>
                  <a:srgbClr val="1E293B"/>
                </a:solidFill>
              </a:rPr>
              <a:t>Ovládání</a:t>
            </a:r>
            <a:r>
              <a:rPr lang="en-US" sz="2100" dirty="0">
                <a:solidFill>
                  <a:srgbClr val="1E293B"/>
                </a:solidFill>
              </a:rPr>
              <a:t> </a:t>
            </a:r>
            <a:r>
              <a:rPr lang="en-US" sz="2100" dirty="0" err="1">
                <a:solidFill>
                  <a:srgbClr val="1E293B"/>
                </a:solidFill>
              </a:rPr>
              <a:t>hlasitosti</a:t>
            </a:r>
            <a:endParaRPr lang="en-US" sz="2100" dirty="0"/>
          </a:p>
          <a:p>
            <a:r>
              <a:rPr lang="en-US" sz="2100" dirty="0" err="1">
                <a:solidFill>
                  <a:srgbClr val="1E293B"/>
                </a:solidFill>
              </a:rPr>
              <a:t>Nastavení</a:t>
            </a:r>
            <a:r>
              <a:rPr lang="en-US" sz="2100" dirty="0">
                <a:solidFill>
                  <a:srgbClr val="1E293B"/>
                </a:solidFill>
              </a:rPr>
              <a:t> </a:t>
            </a:r>
            <a:r>
              <a:rPr lang="en-US" sz="2100" dirty="0" err="1">
                <a:solidFill>
                  <a:srgbClr val="1E293B"/>
                </a:solidFill>
              </a:rPr>
              <a:t>teploty</a:t>
            </a:r>
            <a:endParaRPr lang="en-US" sz="2100" dirty="0"/>
          </a:p>
          <a:p>
            <a:r>
              <a:rPr lang="en-US" sz="2100" dirty="0">
                <a:solidFill>
                  <a:srgbClr val="1E293B"/>
                </a:solidFill>
              </a:rPr>
              <a:t>Jas </a:t>
            </a:r>
            <a:r>
              <a:rPr lang="en-US" sz="2100" dirty="0" err="1">
                <a:solidFill>
                  <a:srgbClr val="1E293B"/>
                </a:solidFill>
              </a:rPr>
              <a:t>obrazovky</a:t>
            </a:r>
            <a:endParaRPr lang="en-US" sz="2100" dirty="0"/>
          </a:p>
          <a:p>
            <a:r>
              <a:rPr lang="en-US" sz="2100" dirty="0" err="1">
                <a:solidFill>
                  <a:srgbClr val="1E293B"/>
                </a:solidFill>
              </a:rPr>
              <a:t>Nastavení</a:t>
            </a:r>
            <a:r>
              <a:rPr lang="en-US" sz="2100" dirty="0">
                <a:solidFill>
                  <a:srgbClr val="1E293B"/>
                </a:solidFill>
              </a:rPr>
              <a:t> </a:t>
            </a:r>
            <a:r>
              <a:rPr lang="en-US" sz="2100" dirty="0" err="1">
                <a:solidFill>
                  <a:srgbClr val="1E293B"/>
                </a:solidFill>
              </a:rPr>
              <a:t>hodnot</a:t>
            </a:r>
            <a:r>
              <a:rPr lang="en-US" sz="2100" dirty="0">
                <a:solidFill>
                  <a:srgbClr val="1E293B"/>
                </a:solidFill>
              </a:rPr>
              <a:t> v </a:t>
            </a:r>
            <a:r>
              <a:rPr lang="en-US" sz="2100" dirty="0" err="1">
                <a:solidFill>
                  <a:srgbClr val="1E293B"/>
                </a:solidFill>
              </a:rPr>
              <a:t>rozsahu</a:t>
            </a:r>
            <a:endParaRPr lang="cs-CZ" sz="2100" dirty="0"/>
          </a:p>
          <a:p>
            <a:r>
              <a:rPr lang="en-US" sz="2100" dirty="0">
                <a:solidFill>
                  <a:srgbClr val="1E293B"/>
                </a:solidFill>
              </a:rPr>
              <a:t>RGB </a:t>
            </a:r>
            <a:r>
              <a:rPr lang="en-US" sz="2100" dirty="0" err="1">
                <a:solidFill>
                  <a:srgbClr val="1E293B"/>
                </a:solidFill>
              </a:rPr>
              <a:t>hodnoty</a:t>
            </a:r>
            <a:r>
              <a:rPr lang="en-US" sz="2100" dirty="0">
                <a:solidFill>
                  <a:srgbClr val="1E293B"/>
                </a:solidFill>
              </a:rPr>
              <a:t> </a:t>
            </a:r>
            <a:r>
              <a:rPr lang="en-US" sz="2100" dirty="0" err="1">
                <a:solidFill>
                  <a:srgbClr val="1E293B"/>
                </a:solidFill>
              </a:rPr>
              <a:t>barev</a:t>
            </a:r>
            <a:endParaRPr lang="en-US" sz="2100" dirty="0"/>
          </a:p>
          <a:p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09.02.2026</a:t>
            </a:fld>
            <a:endParaRPr lang="en-US" dirty="0"/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447829"/>
            <a:ext cx="5181600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85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Datagrid</a:t>
            </a:r>
            <a:r>
              <a:rPr lang="cs-CZ" dirty="0" smtClean="0"/>
              <a:t> </a:t>
            </a:r>
            <a:r>
              <a:rPr lang="cs-CZ" dirty="0" err="1" smtClean="0"/>
              <a:t>view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E293B"/>
                </a:solidFill>
              </a:rPr>
              <a:t>Tabulkové</a:t>
            </a:r>
            <a:r>
              <a:rPr lang="en-US" sz="1800" b="1" dirty="0">
                <a:solidFill>
                  <a:srgbClr val="1E293B"/>
                </a:solidFill>
              </a:rPr>
              <a:t> </a:t>
            </a:r>
            <a:r>
              <a:rPr lang="en-US" sz="1800" b="1" dirty="0" err="1">
                <a:solidFill>
                  <a:srgbClr val="1E293B"/>
                </a:solidFill>
              </a:rPr>
              <a:t>zobrazení</a:t>
            </a:r>
            <a:r>
              <a:rPr lang="en-US" sz="1800" b="1" dirty="0">
                <a:solidFill>
                  <a:srgbClr val="1E293B"/>
                </a:solidFill>
              </a:rPr>
              <a:t> </a:t>
            </a:r>
            <a:r>
              <a:rPr lang="en-US" sz="1800" b="1" dirty="0" err="1" smtClean="0">
                <a:solidFill>
                  <a:srgbClr val="1E293B"/>
                </a:solidFill>
              </a:rPr>
              <a:t>dat</a:t>
            </a:r>
            <a:endParaRPr lang="cs-CZ" sz="2800" b="1" dirty="0" smtClean="0"/>
          </a:p>
          <a:p>
            <a:r>
              <a:rPr lang="en-US" sz="1800" dirty="0" err="1" smtClean="0">
                <a:solidFill>
                  <a:srgbClr val="1E293B"/>
                </a:solidFill>
              </a:rPr>
              <a:t>Propojení</a:t>
            </a:r>
            <a:r>
              <a:rPr lang="en-US" sz="1800" dirty="0" smtClean="0">
                <a:solidFill>
                  <a:srgbClr val="1E293B"/>
                </a:solidFill>
              </a:rPr>
              <a:t> </a:t>
            </a:r>
            <a:r>
              <a:rPr lang="en-US" sz="1800" dirty="0">
                <a:solidFill>
                  <a:srgbClr val="1E293B"/>
                </a:solidFill>
              </a:rPr>
              <a:t>s </a:t>
            </a:r>
            <a:r>
              <a:rPr lang="en-US" sz="1800" dirty="0" err="1">
                <a:solidFill>
                  <a:srgbClr val="1E293B"/>
                </a:solidFill>
              </a:rPr>
              <a:t>datovými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zdroji</a:t>
            </a:r>
            <a:r>
              <a:rPr lang="en-US" sz="1800" dirty="0">
                <a:solidFill>
                  <a:srgbClr val="1E293B"/>
                </a:solidFill>
              </a:rPr>
              <a:t> (DB, List, </a:t>
            </a:r>
            <a:r>
              <a:rPr lang="en-US" sz="1800" dirty="0" err="1">
                <a:solidFill>
                  <a:srgbClr val="1E293B"/>
                </a:solidFill>
              </a:rPr>
              <a:t>DataTable</a:t>
            </a:r>
            <a:r>
              <a:rPr lang="en-US" sz="1800" dirty="0">
                <a:solidFill>
                  <a:srgbClr val="1E293B"/>
                </a:solidFill>
              </a:rPr>
              <a:t>)</a:t>
            </a:r>
            <a:endParaRPr lang="en-US" sz="2800" dirty="0"/>
          </a:p>
          <a:p>
            <a:r>
              <a:rPr lang="en-US" sz="1800" dirty="0" err="1" smtClean="0">
                <a:solidFill>
                  <a:srgbClr val="1E293B"/>
                </a:solidFill>
              </a:rPr>
              <a:t>Editace</a:t>
            </a:r>
            <a:r>
              <a:rPr lang="en-US" sz="1800" dirty="0" smtClean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dat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přímo</a:t>
            </a:r>
            <a:r>
              <a:rPr lang="en-US" sz="1800" dirty="0">
                <a:solidFill>
                  <a:srgbClr val="1E293B"/>
                </a:solidFill>
              </a:rPr>
              <a:t> v </a:t>
            </a:r>
            <a:r>
              <a:rPr lang="en-US" sz="1800" dirty="0" err="1">
                <a:solidFill>
                  <a:srgbClr val="1E293B"/>
                </a:solidFill>
              </a:rPr>
              <a:t>tabulce</a:t>
            </a:r>
            <a:endParaRPr lang="en-US" sz="2800" dirty="0"/>
          </a:p>
          <a:p>
            <a:r>
              <a:rPr lang="en-US" sz="1800" dirty="0" err="1" smtClean="0">
                <a:solidFill>
                  <a:srgbClr val="1E293B"/>
                </a:solidFill>
              </a:rPr>
              <a:t>Třídění</a:t>
            </a:r>
            <a:r>
              <a:rPr lang="en-US" sz="1800" dirty="0" smtClean="0">
                <a:solidFill>
                  <a:srgbClr val="1E293B"/>
                </a:solidFill>
              </a:rPr>
              <a:t> </a:t>
            </a:r>
            <a:r>
              <a:rPr lang="en-US" sz="1800" dirty="0">
                <a:solidFill>
                  <a:srgbClr val="1E293B"/>
                </a:solidFill>
              </a:rPr>
              <a:t>a </a:t>
            </a:r>
            <a:r>
              <a:rPr lang="en-US" sz="1800" dirty="0" err="1">
                <a:solidFill>
                  <a:srgbClr val="1E293B"/>
                </a:solidFill>
              </a:rPr>
              <a:t>filtrování</a:t>
            </a:r>
            <a:endParaRPr lang="en-US" sz="2800" dirty="0"/>
          </a:p>
          <a:p>
            <a:r>
              <a:rPr lang="en-US" sz="1800" dirty="0" err="1" smtClean="0">
                <a:solidFill>
                  <a:srgbClr val="1E293B"/>
                </a:solidFill>
              </a:rPr>
              <a:t>Pokročilé</a:t>
            </a:r>
            <a:r>
              <a:rPr lang="en-US" sz="1800" dirty="0" smtClean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formátování</a:t>
            </a:r>
            <a:r>
              <a:rPr lang="en-US" sz="1800" dirty="0">
                <a:solidFill>
                  <a:srgbClr val="1E293B"/>
                </a:solidFill>
              </a:rPr>
              <a:t> </a:t>
            </a:r>
            <a:r>
              <a:rPr lang="en-US" sz="1800" dirty="0" err="1">
                <a:solidFill>
                  <a:srgbClr val="1E293B"/>
                </a:solidFill>
              </a:rPr>
              <a:t>buněk</a:t>
            </a:r>
            <a:endParaRPr lang="en-US" sz="2800" dirty="0"/>
          </a:p>
          <a:p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09.02.2026</a:t>
            </a:fld>
            <a:endParaRPr lang="en-US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183" y="2339442"/>
            <a:ext cx="576262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7399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98_TF33552983" id="{76B99DA1-8F4B-4CDD-AF17-E230D0ABAD07}" vid="{3FF160E1-38F3-4E00-BD3B-0B3A46B6642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0ed929cbc1eb582767fc023707286eaf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c4185c9b68f4bb432064f2de35ca5b8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7832197-E311-4314-A93D-17A5891E56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0cc4f6-0c3c-4ea8-92ec-990817b169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49B5DC-8932-455E-8A8D-F16FDACEC9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3CDFA7-8B23-4853-8EB8-EE6E351B90A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{057ABDF0-0FF1-49A1-B0D8-3ACA9F4F8DB4}TF201209c3-d067-44f9-a26f-c8f216c44313d714db88_win32-5cc965dfc2a9</Template>
  <TotalTime>143</TotalTime>
  <Words>235</Words>
  <Application>Microsoft Office PowerPoint</Application>
  <PresentationFormat>Širokoúhlá obrazovka</PresentationFormat>
  <Paragraphs>56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3" baseType="lpstr">
      <vt:lpstr>Calibri</vt:lpstr>
      <vt:lpstr>Franklin Gothic Book</vt:lpstr>
      <vt:lpstr>Franklin Gothic Demi</vt:lpstr>
      <vt:lpstr>Wingdings 2</vt:lpstr>
      <vt:lpstr>DividendVTI</vt:lpstr>
      <vt:lpstr>Programování</vt:lpstr>
      <vt:lpstr>Uživatelská nabídka a status aplikace</vt:lpstr>
      <vt:lpstr>Uživatelská nabídka a status aplikce</vt:lpstr>
      <vt:lpstr>Formulářová okna</vt:lpstr>
      <vt:lpstr>Tab control</vt:lpstr>
      <vt:lpstr>Progressbar</vt:lpstr>
      <vt:lpstr>trackbar</vt:lpstr>
      <vt:lpstr>Datagrid 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876</cp:revision>
  <dcterms:created xsi:type="dcterms:W3CDTF">2025-09-08T04:51:09Z</dcterms:created>
  <dcterms:modified xsi:type="dcterms:W3CDTF">2026-02-09T06:22:46Z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0x0101001551E01F061E674F96D9948F82E90CC0</vt:lpwstr>
  </property>
  <property fmtid="{D5CDD505-2E9C-101B-9397-08002B2CF9AE}" pid="3" name="Order">
    <vt:r8>3700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