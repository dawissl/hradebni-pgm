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4"/>
  </p:notesMasterIdLst>
  <p:handoutMasterIdLst>
    <p:handoutMasterId r:id="rId15"/>
  </p:handoutMasterIdLst>
  <p:sldIdLst>
    <p:sldId id="257" r:id="rId5"/>
    <p:sldId id="265" r:id="rId6"/>
    <p:sldId id="258" r:id="rId7"/>
    <p:sldId id="259" r:id="rId8"/>
    <p:sldId id="260" r:id="rId9"/>
    <p:sldId id="262" r:id="rId10"/>
    <p:sldId id="261" r:id="rId11"/>
    <p:sldId id="263" r:id="rId12"/>
    <p:sldId id="264" r:id="rId13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8B28F-CC29-45EF-AB43-50F295E19475}" v="943" dt="2025-10-19T18:11:18.394"/>
    <p1510:client id="{56CB64F3-E21A-4129-8DA1-69540C7053C2}" v="1" dt="2025-10-19T18:22:52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56CB64F3-E21A-4129-8DA1-69540C7053C2}"/>
    <pc:docChg chg="addSld">
      <pc:chgData name="" userId="" providerId="" clId="Web-{56CB64F3-E21A-4129-8DA1-69540C7053C2}" dt="2025-10-19T18:22:52.768" v="0"/>
      <pc:docMkLst>
        <pc:docMk/>
      </pc:docMkLst>
      <pc:sldChg chg="add">
        <pc:chgData name="" userId="" providerId="" clId="Web-{56CB64F3-E21A-4129-8DA1-69540C7053C2}" dt="2025-10-19T18:22:52.768" v="0"/>
        <pc:sldMkLst>
          <pc:docMk/>
          <pc:sldMk cId="2907450857" sldId="265"/>
        </pc:sldMkLst>
      </pc:sldChg>
    </pc:docChg>
  </pc:docChgLst>
  <pc:docChgLst>
    <pc:chgData name="Sládeček David" userId="S::sladecek@hradebni.cz::474d93f0-3a32-49cc-b837-47806091b590" providerId="AD" clId="Web-{4FE9D3CA-13F0-072D-579E-773E214DE922}"/>
    <pc:docChg chg="delSld modSld">
      <pc:chgData name="Sládeček David" userId="S::sladecek@hradebni.cz::474d93f0-3a32-49cc-b837-47806091b590" providerId="AD" clId="Web-{4FE9D3CA-13F0-072D-579E-773E214DE922}" dt="2025-10-05T21:11:40.182" v="693"/>
      <pc:docMkLst>
        <pc:docMk/>
      </pc:docMkLst>
      <pc:sldChg chg="modSp">
        <pc:chgData name="Sládeček David" userId="S::sladecek@hradebni.cz::474d93f0-3a32-49cc-b837-47806091b590" providerId="AD" clId="Web-{4FE9D3CA-13F0-072D-579E-773E214DE922}" dt="2025-10-05T20:44:03.918" v="22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4FE9D3CA-13F0-072D-579E-773E214DE922}" dt="2025-10-05T20:44:03.918" v="22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modSp">
        <pc:chgData name="Sládeček David" userId="S::sladecek@hradebni.cz::474d93f0-3a32-49cc-b837-47806091b590" providerId="AD" clId="Web-{4FE9D3CA-13F0-072D-579E-773E214DE922}" dt="2025-10-05T21:00:33.256" v="458" actId="20577"/>
        <pc:sldMkLst>
          <pc:docMk/>
          <pc:sldMk cId="3171784789" sldId="258"/>
        </pc:sldMkLst>
        <pc:spChg chg="mod">
          <ac:chgData name="Sládeček David" userId="S::sladecek@hradebni.cz::474d93f0-3a32-49cc-b837-47806091b590" providerId="AD" clId="Web-{4FE9D3CA-13F0-072D-579E-773E214DE922}" dt="2025-10-05T20:45:30.780" v="135" actId="20577"/>
          <ac:spMkLst>
            <pc:docMk/>
            <pc:sldMk cId="3171784789" sldId="258"/>
            <ac:spMk id="2" creationId="{110DF41B-4E8C-29A6-23C0-674102BB8451}"/>
          </ac:spMkLst>
        </pc:spChg>
        <pc:spChg chg="mod">
          <ac:chgData name="Sládeček David" userId="S::sladecek@hradebni.cz::474d93f0-3a32-49cc-b837-47806091b590" providerId="AD" clId="Web-{4FE9D3CA-13F0-072D-579E-773E214DE922}" dt="2025-10-05T21:00:33.256" v="458" actId="20577"/>
          <ac:spMkLst>
            <pc:docMk/>
            <pc:sldMk cId="3171784789" sldId="258"/>
            <ac:spMk id="3" creationId="{E8D6CF06-9793-3113-32F8-18B3F35E9009}"/>
          </ac:spMkLst>
        </pc:spChg>
      </pc:sldChg>
    </pc:docChg>
  </pc:docChgLst>
  <pc:docChgLst>
    <pc:chgData name="Sládeček David" userId="S::sladecek@hradebni.cz::474d93f0-3a32-49cc-b837-47806091b590" providerId="AD" clId="Web-{31A8B28F-CC29-45EF-AB43-50F295E19475}"/>
    <pc:docChg chg="addSld delSld modSld sldOrd">
      <pc:chgData name="Sládeček David" userId="S::sladecek@hradebni.cz::474d93f0-3a32-49cc-b837-47806091b590" providerId="AD" clId="Web-{31A8B28F-CC29-45EF-AB43-50F295E19475}" dt="2025-10-19T18:11:18.394" v="942" actId="20577"/>
      <pc:docMkLst>
        <pc:docMk/>
      </pc:docMkLst>
      <pc:sldChg chg="modSp">
        <pc:chgData name="Sládeček David" userId="S::sladecek@hradebni.cz::474d93f0-3a32-49cc-b837-47806091b590" providerId="AD" clId="Web-{31A8B28F-CC29-45EF-AB43-50F295E19475}" dt="2025-10-19T17:40:31.688" v="12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31A8B28F-CC29-45EF-AB43-50F295E19475}" dt="2025-10-19T17:40:31.688" v="12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addSp delSp modSp mod modClrScheme chgLayout">
        <pc:chgData name="Sládeček David" userId="S::sladecek@hradebni.cz::474d93f0-3a32-49cc-b837-47806091b590" providerId="AD" clId="Web-{31A8B28F-CC29-45EF-AB43-50F295E19475}" dt="2025-10-19T17:52:17.410" v="258"/>
        <pc:sldMkLst>
          <pc:docMk/>
          <pc:sldMk cId="3171784789" sldId="258"/>
        </pc:sldMkLst>
        <pc:spChg chg="mod">
          <ac:chgData name="Sládeček David" userId="S::sladecek@hradebni.cz::474d93f0-3a32-49cc-b837-47806091b590" providerId="AD" clId="Web-{31A8B28F-CC29-45EF-AB43-50F295E19475}" dt="2025-10-19T17:52:17.410" v="258"/>
          <ac:spMkLst>
            <pc:docMk/>
            <pc:sldMk cId="3171784789" sldId="258"/>
            <ac:spMk id="2" creationId="{110DF41B-4E8C-29A6-23C0-674102BB8451}"/>
          </ac:spMkLst>
        </pc:spChg>
        <pc:spChg chg="mod">
          <ac:chgData name="Sládeček David" userId="S::sladecek@hradebni.cz::474d93f0-3a32-49cc-b837-47806091b590" providerId="AD" clId="Web-{31A8B28F-CC29-45EF-AB43-50F295E19475}" dt="2025-10-19T17:52:17.410" v="258"/>
          <ac:spMkLst>
            <pc:docMk/>
            <pc:sldMk cId="3171784789" sldId="258"/>
            <ac:spMk id="3" creationId="{E8D6CF06-9793-3113-32F8-18B3F35E9009}"/>
          </ac:spMkLst>
        </pc:spChg>
        <pc:spChg chg="add del">
          <ac:chgData name="Sládeček David" userId="S::sladecek@hradebni.cz::474d93f0-3a32-49cc-b837-47806091b590" providerId="AD" clId="Web-{31A8B28F-CC29-45EF-AB43-50F295E19475}" dt="2025-10-19T17:52:17.410" v="258"/>
          <ac:spMkLst>
            <pc:docMk/>
            <pc:sldMk cId="3171784789" sldId="258"/>
            <ac:spMk id="4" creationId="{1B631222-4091-6844-69BE-7ADE41FD59C2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1.377" v="254"/>
          <ac:spMkLst>
            <pc:docMk/>
            <pc:sldMk cId="3171784789" sldId="258"/>
            <ac:spMk id="9" creationId="{A6F10A74-AE17-DC71-1251-4D0FB49EB57A}"/>
          </ac:spMkLst>
        </pc:spChg>
        <pc:spChg chg="add mod">
          <ac:chgData name="Sládeček David" userId="S::sladecek@hradebni.cz::474d93f0-3a32-49cc-b837-47806091b590" providerId="AD" clId="Web-{31A8B28F-CC29-45EF-AB43-50F295E19475}" dt="2025-10-19T17:52:17.410" v="258"/>
          <ac:spMkLst>
            <pc:docMk/>
            <pc:sldMk cId="3171784789" sldId="258"/>
            <ac:spMk id="10" creationId="{E9B70967-0147-652E-A837-66259D44F691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1.377" v="254"/>
          <ac:spMkLst>
            <pc:docMk/>
            <pc:sldMk cId="3171784789" sldId="258"/>
            <ac:spMk id="11" creationId="{9E7BDC3E-1ABF-C563-DAFB-710F99817E70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4.893" v="256"/>
          <ac:spMkLst>
            <pc:docMk/>
            <pc:sldMk cId="3171784789" sldId="258"/>
            <ac:spMk id="13" creationId="{F958EB47-BC07-7215-9A83-E6F7FE972D3F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4.893" v="256"/>
          <ac:spMkLst>
            <pc:docMk/>
            <pc:sldMk cId="3171784789" sldId="258"/>
            <ac:spMk id="14" creationId="{86DD0E3C-28EB-D4C8-9FAF-587B11576EB0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4.893" v="256"/>
          <ac:spMkLst>
            <pc:docMk/>
            <pc:sldMk cId="3171784789" sldId="258"/>
            <ac:spMk id="15" creationId="{6D6946B6-ED30-944A-1687-8AA2433A01A0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4.893" v="256"/>
          <ac:spMkLst>
            <pc:docMk/>
            <pc:sldMk cId="3171784789" sldId="258"/>
            <ac:spMk id="16" creationId="{E9A394E9-6233-866D-1AB2-D2D43C23A489}"/>
          </ac:spMkLst>
        </pc:spChg>
        <pc:picChg chg="add mod">
          <ac:chgData name="Sládeček David" userId="S::sladecek@hradebni.cz::474d93f0-3a32-49cc-b837-47806091b590" providerId="AD" clId="Web-{31A8B28F-CC29-45EF-AB43-50F295E19475}" dt="2025-10-19T17:52:17.410" v="258"/>
          <ac:picMkLst>
            <pc:docMk/>
            <pc:sldMk cId="3171784789" sldId="258"/>
            <ac:picMk id="5" creationId="{C72FCC41-F4AE-0D8D-751D-F2EE22910729}"/>
          </ac:picMkLst>
        </pc:picChg>
      </pc:sldChg>
      <pc:sldChg chg="del">
        <pc:chgData name="Sládeček David" userId="S::sladecek@hradebni.cz::474d93f0-3a32-49cc-b837-47806091b590" providerId="AD" clId="Web-{31A8B28F-CC29-45EF-AB43-50F295E19475}" dt="2025-10-19T17:40:38.126" v="17"/>
        <pc:sldMkLst>
          <pc:docMk/>
          <pc:sldMk cId="1411401390" sldId="259"/>
        </pc:sldMkLst>
      </pc:sldChg>
      <pc:sldChg chg="addSp delSp modSp new mod modClrScheme chgLayout">
        <pc:chgData name="Sládeček David" userId="S::sladecek@hradebni.cz::474d93f0-3a32-49cc-b837-47806091b590" providerId="AD" clId="Web-{31A8B28F-CC29-45EF-AB43-50F295E19475}" dt="2025-10-19T17:56:44.824" v="331"/>
        <pc:sldMkLst>
          <pc:docMk/>
          <pc:sldMk cId="2727913825" sldId="259"/>
        </pc:sldMkLst>
        <pc:spChg chg="mod ord">
          <ac:chgData name="Sládeček David" userId="S::sladecek@hradebni.cz::474d93f0-3a32-49cc-b837-47806091b590" providerId="AD" clId="Web-{31A8B28F-CC29-45EF-AB43-50F295E19475}" dt="2025-10-19T17:56:44.824" v="331"/>
          <ac:spMkLst>
            <pc:docMk/>
            <pc:sldMk cId="2727913825" sldId="259"/>
            <ac:spMk id="2" creationId="{18DC2285-BD17-F73B-7386-C6BD1ADDDCAC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7:56:44.824" v="331"/>
          <ac:spMkLst>
            <pc:docMk/>
            <pc:sldMk cId="2727913825" sldId="259"/>
            <ac:spMk id="3" creationId="{6E738700-9E55-1D69-1A1A-257F4CEA439A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7:56:44.824" v="331"/>
          <ac:spMkLst>
            <pc:docMk/>
            <pc:sldMk cId="2727913825" sldId="259"/>
            <ac:spMk id="4" creationId="{33546F0B-04EB-D4D3-A8EB-7976F789A3BD}"/>
          </ac:spMkLst>
        </pc:spChg>
        <pc:spChg chg="add del mod ord">
          <ac:chgData name="Sládeček David" userId="S::sladecek@hradebni.cz::474d93f0-3a32-49cc-b837-47806091b590" providerId="AD" clId="Web-{31A8B28F-CC29-45EF-AB43-50F295E19475}" dt="2025-10-19T17:56:44.824" v="331"/>
          <ac:spMkLst>
            <pc:docMk/>
            <pc:sldMk cId="2727913825" sldId="259"/>
            <ac:spMk id="5" creationId="{2B3AA218-4B66-23F9-0CF2-243055B84555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29.652" v="321"/>
          <ac:spMkLst>
            <pc:docMk/>
            <pc:sldMk cId="2727913825" sldId="259"/>
            <ac:spMk id="6" creationId="{B39B6D0A-457E-E341-D993-C1F02AF96221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33.199" v="326" actId="1076"/>
          <ac:spMkLst>
            <pc:docMk/>
            <pc:sldMk cId="2727913825" sldId="259"/>
            <ac:spMk id="7" creationId="{D212ADD0-9156-6C62-5CDD-6D4D6DB2DFA7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33.199" v="327" actId="1076"/>
          <ac:spMkLst>
            <pc:docMk/>
            <pc:sldMk cId="2727913825" sldId="259"/>
            <ac:spMk id="8" creationId="{8724A62A-8AC8-D5FF-77DC-82067D35CAD6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33.199" v="328" actId="1076"/>
          <ac:spMkLst>
            <pc:docMk/>
            <pc:sldMk cId="2727913825" sldId="259"/>
            <ac:spMk id="10" creationId="{41CC6D33-530F-C48A-ECE9-C57E2086A84D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33.199" v="329" actId="1076"/>
          <ac:spMkLst>
            <pc:docMk/>
            <pc:sldMk cId="2727913825" sldId="259"/>
            <ac:spMk id="11" creationId="{183DDE2C-6DBA-84CF-45EC-27D0F6AFCBC9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6:28.105" v="320"/>
          <ac:spMkLst>
            <pc:docMk/>
            <pc:sldMk cId="2727913825" sldId="259"/>
            <ac:spMk id="17" creationId="{62715646-0D7D-64A3-4BDC-94992ACCCD0C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6:28.105" v="320"/>
          <ac:spMkLst>
            <pc:docMk/>
            <pc:sldMk cId="2727913825" sldId="259"/>
            <ac:spMk id="19" creationId="{4A86DDE8-76A0-AA37-92BF-CA54C4060FDA}"/>
          </ac:spMkLst>
        </pc:spChg>
        <pc:grpChg chg="add del mod">
          <ac:chgData name="Sládeček David" userId="S::sladecek@hradebni.cz::474d93f0-3a32-49cc-b837-47806091b590" providerId="AD" clId="Web-{31A8B28F-CC29-45EF-AB43-50F295E19475}" dt="2025-10-19T17:56:29.652" v="321"/>
          <ac:grpSpMkLst>
            <pc:docMk/>
            <pc:sldMk cId="2727913825" sldId="259"/>
            <ac:grpSpMk id="12" creationId="{1105F4BB-617E-37C7-E8BF-6F066C740982}"/>
          </ac:grpSpMkLst>
        </pc:grpChg>
        <pc:grpChg chg="add mod">
          <ac:chgData name="Sládeček David" userId="S::sladecek@hradebni.cz::474d93f0-3a32-49cc-b837-47806091b590" providerId="AD" clId="Web-{31A8B28F-CC29-45EF-AB43-50F295E19475}" dt="2025-10-19T17:56:44.824" v="331"/>
          <ac:grpSpMkLst>
            <pc:docMk/>
            <pc:sldMk cId="2727913825" sldId="259"/>
            <ac:grpSpMk id="13" creationId="{1D7CE6F1-3513-BC72-50F2-26D2D22DA692}"/>
          </ac:grpSpMkLst>
        </pc:grpChg>
        <pc:cxnChg chg="add del">
          <ac:chgData name="Sládeček David" userId="S::sladecek@hradebni.cz::474d93f0-3a32-49cc-b837-47806091b590" providerId="AD" clId="Web-{31A8B28F-CC29-45EF-AB43-50F295E19475}" dt="2025-10-19T17:54:53.116" v="298"/>
          <ac:cxnSpMkLst>
            <pc:docMk/>
            <pc:sldMk cId="2727913825" sldId="259"/>
            <ac:cxnSpMk id="9" creationId="{5B9312B4-335B-C1BF-633C-BB04BAAEAE91}"/>
          </ac:cxnSpMkLst>
        </pc:cxnChg>
      </pc:sldChg>
      <pc:sldChg chg="del">
        <pc:chgData name="Sládeček David" userId="S::sladecek@hradebni.cz::474d93f0-3a32-49cc-b837-47806091b590" providerId="AD" clId="Web-{31A8B28F-CC29-45EF-AB43-50F295E19475}" dt="2025-10-19T17:40:38.126" v="16"/>
        <pc:sldMkLst>
          <pc:docMk/>
          <pc:sldMk cId="869788384" sldId="260"/>
        </pc:sldMkLst>
      </pc:sldChg>
      <pc:sldChg chg="addSp delSp modSp new mod modClrScheme chgLayout">
        <pc:chgData name="Sládeček David" userId="S::sladecek@hradebni.cz::474d93f0-3a32-49cc-b837-47806091b590" providerId="AD" clId="Web-{31A8B28F-CC29-45EF-AB43-50F295E19475}" dt="2025-10-19T17:58:59.548" v="369" actId="20577"/>
        <pc:sldMkLst>
          <pc:docMk/>
          <pc:sldMk cId="3345688295" sldId="260"/>
        </pc:sldMkLst>
        <pc:spChg chg="add del mod ord">
          <ac:chgData name="Sládeček David" userId="S::sladecek@hradebni.cz::474d93f0-3a32-49cc-b837-47806091b590" providerId="AD" clId="Web-{31A8B28F-CC29-45EF-AB43-50F295E19475}" dt="2025-10-19T17:58:46.922" v="362"/>
          <ac:spMkLst>
            <pc:docMk/>
            <pc:sldMk cId="3345688295" sldId="260"/>
            <ac:spMk id="2" creationId="{E841809D-8C03-51D3-D5AB-CC611BF97B8F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7:58:46.922" v="362"/>
          <ac:spMkLst>
            <pc:docMk/>
            <pc:sldMk cId="3345688295" sldId="260"/>
            <ac:spMk id="3" creationId="{2F488CDD-4271-55DD-1B52-52C909A90C26}"/>
          </ac:spMkLst>
        </pc:spChg>
        <pc:spChg chg="del">
          <ac:chgData name="Sládeček David" userId="S::sladecek@hradebni.cz::474d93f0-3a32-49cc-b837-47806091b590" providerId="AD" clId="Web-{31A8B28F-CC29-45EF-AB43-50F295E19475}" dt="2025-10-19T17:57:29.201" v="333"/>
          <ac:spMkLst>
            <pc:docMk/>
            <pc:sldMk cId="3345688295" sldId="260"/>
            <ac:spMk id="4" creationId="{310BD5E7-6805-2893-9BBB-F5FF14574F19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7:58:46.922" v="362"/>
          <ac:spMkLst>
            <pc:docMk/>
            <pc:sldMk cId="3345688295" sldId="260"/>
            <ac:spMk id="5" creationId="{6CE805E9-17FC-09FB-7F79-40DDEB74AEF6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8:46.907" v="361"/>
          <ac:spMkLst>
            <pc:docMk/>
            <pc:sldMk cId="3345688295" sldId="260"/>
            <ac:spMk id="11" creationId="{6AA6640F-E407-7EFB-9085-45D9DC086760}"/>
          </ac:spMkLst>
        </pc:spChg>
        <pc:spChg chg="add mod">
          <ac:chgData name="Sládeček David" userId="S::sladecek@hradebni.cz::474d93f0-3a32-49cc-b837-47806091b590" providerId="AD" clId="Web-{31A8B28F-CC29-45EF-AB43-50F295E19475}" dt="2025-10-19T17:58:59.548" v="369" actId="20577"/>
          <ac:spMkLst>
            <pc:docMk/>
            <pc:sldMk cId="3345688295" sldId="260"/>
            <ac:spMk id="13" creationId="{769879B9-4277-ACA2-7971-6E4188E3B588}"/>
          </ac:spMkLst>
        </pc:spChg>
        <pc:picChg chg="add mod">
          <ac:chgData name="Sládeček David" userId="S::sladecek@hradebni.cz::474d93f0-3a32-49cc-b837-47806091b590" providerId="AD" clId="Web-{31A8B28F-CC29-45EF-AB43-50F295E19475}" dt="2025-10-19T17:58:46.922" v="362"/>
          <ac:picMkLst>
            <pc:docMk/>
            <pc:sldMk cId="3345688295" sldId="260"/>
            <ac:picMk id="6" creationId="{C228A10F-0312-C1EF-E4D0-46286D796775}"/>
          </ac:picMkLst>
        </pc:picChg>
      </pc:sldChg>
      <pc:sldChg chg="addSp delSp modSp new mod ord modClrScheme chgLayout">
        <pc:chgData name="Sládeček David" userId="S::sladecek@hradebni.cz::474d93f0-3a32-49cc-b837-47806091b590" providerId="AD" clId="Web-{31A8B28F-CC29-45EF-AB43-50F295E19475}" dt="2025-10-19T18:01:45.020" v="482" actId="20577"/>
        <pc:sldMkLst>
          <pc:docMk/>
          <pc:sldMk cId="1091119225" sldId="261"/>
        </pc:sldMkLst>
        <pc:spChg chg="mod ord">
          <ac:chgData name="Sládeček David" userId="S::sladecek@hradebni.cz::474d93f0-3a32-49cc-b837-47806091b590" providerId="AD" clId="Web-{31A8B28F-CC29-45EF-AB43-50F295E19475}" dt="2025-10-19T18:01:03.191" v="473"/>
          <ac:spMkLst>
            <pc:docMk/>
            <pc:sldMk cId="1091119225" sldId="261"/>
            <ac:spMk id="2" creationId="{AB92A947-2FE8-E0BF-AFFA-77B811409116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8:01:45.020" v="482" actId="20577"/>
          <ac:spMkLst>
            <pc:docMk/>
            <pc:sldMk cId="1091119225" sldId="261"/>
            <ac:spMk id="3" creationId="{8EC0082F-C21B-6806-3FB0-22F94CA8936D}"/>
          </ac:spMkLst>
        </pc:spChg>
        <pc:spChg chg="del">
          <ac:chgData name="Sládeček David" userId="S::sladecek@hradebni.cz::474d93f0-3a32-49cc-b837-47806091b590" providerId="AD" clId="Web-{31A8B28F-CC29-45EF-AB43-50F295E19475}" dt="2025-10-19T17:59:17.314" v="371"/>
          <ac:spMkLst>
            <pc:docMk/>
            <pc:sldMk cId="1091119225" sldId="261"/>
            <ac:spMk id="4" creationId="{506CEF40-BEDD-10D5-4347-F91BBFF088C9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8:01:03.191" v="473"/>
          <ac:spMkLst>
            <pc:docMk/>
            <pc:sldMk cId="1091119225" sldId="261"/>
            <ac:spMk id="5" creationId="{C9F45DA4-9C13-0C1F-0584-481635E6FADE}"/>
          </ac:spMkLst>
        </pc:spChg>
        <pc:picChg chg="add">
          <ac:chgData name="Sládeček David" userId="S::sladecek@hradebni.cz::474d93f0-3a32-49cc-b837-47806091b590" providerId="AD" clId="Web-{31A8B28F-CC29-45EF-AB43-50F295E19475}" dt="2025-10-19T18:00:59.769" v="472"/>
          <ac:picMkLst>
            <pc:docMk/>
            <pc:sldMk cId="1091119225" sldId="261"/>
            <ac:picMk id="7" creationId="{33B5A2E1-10FA-D5F3-4ADF-917DB0557E3C}"/>
          </ac:picMkLst>
        </pc:picChg>
      </pc:sldChg>
      <pc:sldChg chg="del">
        <pc:chgData name="Sládeček David" userId="S::sladecek@hradebni.cz::474d93f0-3a32-49cc-b837-47806091b590" providerId="AD" clId="Web-{31A8B28F-CC29-45EF-AB43-50F295E19475}" dt="2025-10-19T17:40:38.126" v="15"/>
        <pc:sldMkLst>
          <pc:docMk/>
          <pc:sldMk cId="2323171730" sldId="261"/>
        </pc:sldMkLst>
      </pc:sldChg>
      <pc:sldChg chg="modSp add replId">
        <pc:chgData name="Sládeček David" userId="S::sladecek@hradebni.cz::474d93f0-3a32-49cc-b837-47806091b590" providerId="AD" clId="Web-{31A8B28F-CC29-45EF-AB43-50F295E19475}" dt="2025-10-19T18:04:16.447" v="684"/>
        <pc:sldMkLst>
          <pc:docMk/>
          <pc:sldMk cId="3599397" sldId="262"/>
        </pc:sldMkLst>
        <pc:spChg chg="mod">
          <ac:chgData name="Sládeček David" userId="S::sladecek@hradebni.cz::474d93f0-3a32-49cc-b837-47806091b590" providerId="AD" clId="Web-{31A8B28F-CC29-45EF-AB43-50F295E19475}" dt="2025-10-19T18:02:00.801" v="509" actId="20577"/>
          <ac:spMkLst>
            <pc:docMk/>
            <pc:sldMk cId="3599397" sldId="262"/>
            <ac:spMk id="2" creationId="{35766791-E315-CBBA-A71D-150A647756A2}"/>
          </ac:spMkLst>
        </pc:spChg>
        <pc:spChg chg="mod">
          <ac:chgData name="Sládeček David" userId="S::sladecek@hradebni.cz::474d93f0-3a32-49cc-b837-47806091b590" providerId="AD" clId="Web-{31A8B28F-CC29-45EF-AB43-50F295E19475}" dt="2025-10-19T18:04:16.447" v="684"/>
          <ac:spMkLst>
            <pc:docMk/>
            <pc:sldMk cId="3599397" sldId="262"/>
            <ac:spMk id="3" creationId="{0873B5F1-D7BB-1183-B8BD-CF4134A1F4C4}"/>
          </ac:spMkLst>
        </pc:spChg>
      </pc:sldChg>
      <pc:sldChg chg="del">
        <pc:chgData name="Sládeček David" userId="S::sladecek@hradebni.cz::474d93f0-3a32-49cc-b837-47806091b590" providerId="AD" clId="Web-{31A8B28F-CC29-45EF-AB43-50F295E19475}" dt="2025-10-19T17:40:38.126" v="14"/>
        <pc:sldMkLst>
          <pc:docMk/>
          <pc:sldMk cId="1411873343" sldId="262"/>
        </pc:sldMkLst>
      </pc:sldChg>
      <pc:sldChg chg="new del">
        <pc:chgData name="Sládeček David" userId="S::sladecek@hradebni.cz::474d93f0-3a32-49cc-b837-47806091b590" providerId="AD" clId="Web-{31A8B28F-CC29-45EF-AB43-50F295E19475}" dt="2025-10-19T18:01:24.035" v="475"/>
        <pc:sldMkLst>
          <pc:docMk/>
          <pc:sldMk cId="1501282017" sldId="262"/>
        </pc:sldMkLst>
      </pc:sldChg>
      <pc:sldChg chg="addSp delSp modSp add replId">
        <pc:chgData name="Sládeček David" userId="S::sladecek@hradebni.cz::474d93f0-3a32-49cc-b837-47806091b590" providerId="AD" clId="Web-{31A8B28F-CC29-45EF-AB43-50F295E19475}" dt="2025-10-19T18:08:11.032" v="878" actId="20577"/>
        <pc:sldMkLst>
          <pc:docMk/>
          <pc:sldMk cId="235063" sldId="263"/>
        </pc:sldMkLst>
        <pc:spChg chg="mod">
          <ac:chgData name="Sládeček David" userId="S::sladecek@hradebni.cz::474d93f0-3a32-49cc-b837-47806091b590" providerId="AD" clId="Web-{31A8B28F-CC29-45EF-AB43-50F295E19475}" dt="2025-10-19T18:05:38.137" v="709" actId="20577"/>
          <ac:spMkLst>
            <pc:docMk/>
            <pc:sldMk cId="235063" sldId="263"/>
            <ac:spMk id="2" creationId="{073F5F3C-9DF9-DBB7-C44F-B0C01A5D81C3}"/>
          </ac:spMkLst>
        </pc:spChg>
        <pc:spChg chg="mod">
          <ac:chgData name="Sládeček David" userId="S::sladecek@hradebni.cz::474d93f0-3a32-49cc-b837-47806091b590" providerId="AD" clId="Web-{31A8B28F-CC29-45EF-AB43-50F295E19475}" dt="2025-10-19T18:08:11.032" v="878" actId="20577"/>
          <ac:spMkLst>
            <pc:docMk/>
            <pc:sldMk cId="235063" sldId="263"/>
            <ac:spMk id="3" creationId="{FA7711D8-BFA0-DA11-095C-7EEB60143453}"/>
          </ac:spMkLst>
        </pc:spChg>
        <pc:spChg chg="ord">
          <ac:chgData name="Sládeček David" userId="S::sladecek@hradebni.cz::474d93f0-3a32-49cc-b837-47806091b590" providerId="AD" clId="Web-{31A8B28F-CC29-45EF-AB43-50F295E19475}" dt="2025-10-19T18:07:27.187" v="869"/>
          <ac:spMkLst>
            <pc:docMk/>
            <pc:sldMk cId="235063" sldId="263"/>
            <ac:spMk id="5" creationId="{F93A37DA-44C7-A6DD-6ECB-93123B14E2C0}"/>
          </ac:spMkLst>
        </pc:spChg>
        <pc:picChg chg="add mod">
          <ac:chgData name="Sládeček David" userId="S::sladecek@hradebni.cz::474d93f0-3a32-49cc-b837-47806091b590" providerId="AD" clId="Web-{31A8B28F-CC29-45EF-AB43-50F295E19475}" dt="2025-10-19T18:07:27.187" v="869"/>
          <ac:picMkLst>
            <pc:docMk/>
            <pc:sldMk cId="235063" sldId="263"/>
            <ac:picMk id="4" creationId="{9BBA403A-5406-174C-5E67-C4C499A91AB9}"/>
          </ac:picMkLst>
        </pc:picChg>
        <pc:picChg chg="del">
          <ac:chgData name="Sládeček David" userId="S::sladecek@hradebni.cz::474d93f0-3a32-49cc-b837-47806091b590" providerId="AD" clId="Web-{31A8B28F-CC29-45EF-AB43-50F295E19475}" dt="2025-10-19T18:05:30.403" v="686"/>
          <ac:picMkLst>
            <pc:docMk/>
            <pc:sldMk cId="235063" sldId="263"/>
            <ac:picMk id="7" creationId="{60E9E657-BA11-AB92-DDBD-93B9A02DEF6C}"/>
          </ac:picMkLst>
        </pc:picChg>
      </pc:sldChg>
      <pc:sldChg chg="del">
        <pc:chgData name="Sládeček David" userId="S::sladecek@hradebni.cz::474d93f0-3a32-49cc-b837-47806091b590" providerId="AD" clId="Web-{31A8B28F-CC29-45EF-AB43-50F295E19475}" dt="2025-10-19T17:40:35.157" v="13"/>
        <pc:sldMkLst>
          <pc:docMk/>
          <pc:sldMk cId="894060384" sldId="263"/>
        </pc:sldMkLst>
      </pc:sldChg>
      <pc:sldChg chg="addSp delSp modSp new mod modClrScheme chgLayout">
        <pc:chgData name="Sládeček David" userId="S::sladecek@hradebni.cz::474d93f0-3a32-49cc-b837-47806091b590" providerId="AD" clId="Web-{31A8B28F-CC29-45EF-AB43-50F295E19475}" dt="2025-10-19T18:11:18.394" v="942" actId="20577"/>
        <pc:sldMkLst>
          <pc:docMk/>
          <pc:sldMk cId="2870436348" sldId="264"/>
        </pc:sldMkLst>
        <pc:spChg chg="mod ord">
          <ac:chgData name="Sládeček David" userId="S::sladecek@hradebni.cz::474d93f0-3a32-49cc-b837-47806091b590" providerId="AD" clId="Web-{31A8B28F-CC29-45EF-AB43-50F295E19475}" dt="2025-10-19T18:08:57.173" v="896"/>
          <ac:spMkLst>
            <pc:docMk/>
            <pc:sldMk cId="2870436348" sldId="264"/>
            <ac:spMk id="2" creationId="{28C61D55-1F08-87D9-8959-E505158CD91E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8:11:08.363" v="939" actId="20577"/>
          <ac:spMkLst>
            <pc:docMk/>
            <pc:sldMk cId="2870436348" sldId="264"/>
            <ac:spMk id="3" creationId="{F4E489B3-6A76-6FFA-7906-577ADFC50DFA}"/>
          </ac:spMkLst>
        </pc:spChg>
        <pc:spChg chg="del">
          <ac:chgData name="Sládeček David" userId="S::sladecek@hradebni.cz::474d93f0-3a32-49cc-b837-47806091b590" providerId="AD" clId="Web-{31A8B28F-CC29-45EF-AB43-50F295E19475}" dt="2025-10-19T18:08:26.860" v="880"/>
          <ac:spMkLst>
            <pc:docMk/>
            <pc:sldMk cId="2870436348" sldId="264"/>
            <ac:spMk id="4" creationId="{1279CB65-28C0-8D5C-11C3-D41DFF5BF097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8:08:57.173" v="896"/>
          <ac:spMkLst>
            <pc:docMk/>
            <pc:sldMk cId="2870436348" sldId="264"/>
            <ac:spMk id="5" creationId="{12860DFB-958C-BA23-7604-D6467654FEA4}"/>
          </ac:spMkLst>
        </pc:spChg>
        <pc:spChg chg="add mod ord">
          <ac:chgData name="Sládeček David" userId="S::sladecek@hradebni.cz::474d93f0-3a32-49cc-b837-47806091b590" providerId="AD" clId="Web-{31A8B28F-CC29-45EF-AB43-50F295E19475}" dt="2025-10-19T18:11:18.394" v="942" actId="20577"/>
          <ac:spMkLst>
            <pc:docMk/>
            <pc:sldMk cId="2870436348" sldId="264"/>
            <ac:spMk id="6" creationId="{FAE40357-6360-96CB-B2BD-3C60FF4FFEE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19.10.2025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19.10.2025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Obdélní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r>
              <a:rPr lang="cs" dirty="0"/>
              <a:t>Grafika v c#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BE57A7-7920-DDE1-0B59-7B74F91C2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I čára je algoritmus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8232D5-4935-AE15-E791-DD4D503E4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dirty="0"/>
              <a:t>Nakreslit čáru je pro nás jednoduché</a:t>
            </a:r>
          </a:p>
          <a:p>
            <a:pPr marL="305435" indent="-305435"/>
            <a:r>
              <a:rPr lang="cs-CZ" dirty="0"/>
              <a:t>Jak takovou čáru nakreslit v počítači?</a:t>
            </a:r>
          </a:p>
          <a:p>
            <a:pPr marL="305435" indent="-305435"/>
            <a:endParaRPr lang="cs-CZ" dirty="0"/>
          </a:p>
          <a:p>
            <a:pPr marL="305435" indent="-305435"/>
            <a:r>
              <a:rPr lang="cs-CZ" dirty="0" err="1"/>
              <a:t>Bresenhamův</a:t>
            </a:r>
            <a:r>
              <a:rPr lang="cs-CZ" dirty="0"/>
              <a:t> algoritmus (1962)</a:t>
            </a:r>
          </a:p>
          <a:p>
            <a:pPr marL="305435" indent="-305435"/>
            <a:r>
              <a:rPr lang="cs-CZ" dirty="0"/>
              <a:t>Práce s chybou, kde rozhodujeme jestli pokračovat rovně nebo šikmo</a:t>
            </a:r>
          </a:p>
          <a:p>
            <a:pPr marL="305435" indent="-305435"/>
            <a:endParaRPr lang="cs-CZ" dirty="0"/>
          </a:p>
        </p:txBody>
      </p:sp>
      <p:pic>
        <p:nvPicPr>
          <p:cNvPr id="6" name="Obrázek 5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102268F9-556C-F5E8-A851-2EE7B7C82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684" y="2228003"/>
            <a:ext cx="5063479" cy="3633047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9C797B2-8617-F5A6-5E7C-29EDF0F4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19.10.2025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5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0DF41B-4E8C-29A6-23C0-674102BB8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Grafika v programování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D6CF06-9793-3113-32F8-18B3F35E9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>
              <a:spcBef>
                <a:spcPts val="20"/>
              </a:spcBef>
            </a:pPr>
            <a:r>
              <a:rPr lang="cs-CZ"/>
              <a:t>Textová data jsou pro člověka hůře čitelná</a:t>
            </a:r>
            <a:endParaRPr lang="cs-CZ" dirty="0"/>
          </a:p>
          <a:p>
            <a:pPr marL="305435" indent="-305435">
              <a:spcBef>
                <a:spcPts val="20"/>
              </a:spcBef>
            </a:pPr>
            <a:r>
              <a:rPr lang="cs-CZ"/>
              <a:t>Grafická reprezentace pomáhá porozumět datům rychleji</a:t>
            </a:r>
            <a:endParaRPr lang="cs-CZ" dirty="0"/>
          </a:p>
          <a:p>
            <a:pPr marL="305435" indent="-305435">
              <a:spcBef>
                <a:spcPts val="20"/>
              </a:spcBef>
            </a:pPr>
            <a:r>
              <a:rPr lang="cs-CZ"/>
              <a:t>Grafika zjednodušuje orientaci v informacích</a:t>
            </a:r>
            <a:endParaRPr lang="cs-CZ" dirty="0"/>
          </a:p>
          <a:p>
            <a:pPr marL="305435" indent="-305435">
              <a:spcBef>
                <a:spcPts val="20"/>
              </a:spcBef>
            </a:pPr>
            <a:r>
              <a:rPr lang="cs-CZ"/>
              <a:t>Většina aplikací kombinuje logiku a vizuální výstup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/>
              <a:t>grafy, mapy, hry</a:t>
            </a:r>
          </a:p>
          <a:p>
            <a:pPr marL="305435" indent="-305435">
              <a:spcBef>
                <a:spcPts val="20"/>
              </a:spcBef>
            </a:pPr>
            <a:r>
              <a:rPr lang="cs-CZ"/>
              <a:t>I hra je v podstatě algoritmus, který se zobrazuje graficky</a:t>
            </a:r>
            <a:endParaRPr lang="cs-CZ" dirty="0"/>
          </a:p>
          <a:p>
            <a:pPr marL="305435" indent="-305435"/>
            <a:endParaRPr lang="cs-CZ"/>
          </a:p>
          <a:p>
            <a:pPr marL="305435" indent="-305435"/>
            <a:endParaRPr lang="cs-CZ"/>
          </a:p>
        </p:txBody>
      </p:sp>
      <p:pic>
        <p:nvPicPr>
          <p:cNvPr id="5" name="Obrázek 4" descr="Obsah obrázku Obdélník, diagram, text, čtverec&#10;&#10;Obsah generovaný pomocí AI může být nesprávný.">
            <a:extLst>
              <a:ext uri="{FF2B5EF4-FFF2-40B4-BE49-F238E27FC236}">
                <a16:creationId xmlns:a16="http://schemas.microsoft.com/office/drawing/2014/main" id="{C72FCC41-F4AE-0D8D-751D-F2EE229107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41" r="1" b="1"/>
          <a:stretch>
            <a:fillRect/>
          </a:stretch>
        </p:blipFill>
        <p:spPr>
          <a:xfrm>
            <a:off x="6416039" y="2228003"/>
            <a:ext cx="5194769" cy="3633047"/>
          </a:xfrm>
          <a:prstGeom prst="rect">
            <a:avLst/>
          </a:prstGeom>
          <a:noFill/>
        </p:spPr>
      </p:pic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E9B70967-0147-652E-A837-66259D44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19.10.2025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4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DC2285-BD17-F73B-7386-C6BD1ADD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Grafika jako komunikační rozhraní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738700-9E55-1D69-1A1A-257F4CEA4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/>
              <a:t>Program (algoritmus) pracuje s čísly, pozicemi, barvami</a:t>
            </a:r>
            <a:endParaRPr lang="cs-CZ" dirty="0"/>
          </a:p>
          <a:p>
            <a:pPr marL="305435" indent="-305435"/>
            <a:r>
              <a:rPr lang="cs-CZ"/>
              <a:t>Grafická část zajišťuje, aby byl výsledek „viditelný“</a:t>
            </a:r>
            <a:endParaRPr lang="cs-CZ" dirty="0"/>
          </a:p>
          <a:p>
            <a:pPr marL="305435" indent="-305435"/>
            <a:r>
              <a:rPr lang="cs-CZ"/>
              <a:t>Grafika = rozhraní mezi logikou programu a uživatelem</a:t>
            </a:r>
            <a:endParaRPr lang="cs-CZ" dirty="0"/>
          </a:p>
          <a:p>
            <a:pPr marL="305435" indent="-305435"/>
            <a:r>
              <a:rPr lang="cs-CZ"/>
              <a:t>I jednoduchá hra = výpočet → zobrazení → reakce</a:t>
            </a:r>
            <a:endParaRPr lang="cs-CZ" dirty="0"/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3546F0B-04EB-D4D3-A8EB-7976F789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19.10.2025</a:t>
            </a:fld>
            <a:endParaRPr lang="en-US"/>
          </a:p>
        </p:txBody>
      </p: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1D7CE6F1-3513-BC72-50F2-26D2D22DA692}"/>
              </a:ext>
            </a:extLst>
          </p:cNvPr>
          <p:cNvGrpSpPr/>
          <p:nvPr/>
        </p:nvGrpSpPr>
        <p:grpSpPr>
          <a:xfrm>
            <a:off x="2345309" y="2228003"/>
            <a:ext cx="1666535" cy="3633044"/>
            <a:chOff x="8280603" y="977081"/>
            <a:chExt cx="2150806" cy="4688758"/>
          </a:xfrm>
        </p:grpSpPr>
        <p:sp>
          <p:nvSpPr>
            <p:cNvPr id="6" name="Ovál 5">
              <a:extLst>
                <a:ext uri="{FF2B5EF4-FFF2-40B4-BE49-F238E27FC236}">
                  <a16:creationId xmlns:a16="http://schemas.microsoft.com/office/drawing/2014/main" id="{B39B6D0A-457E-E341-D993-C1F02AF96221}"/>
                </a:ext>
              </a:extLst>
            </p:cNvPr>
            <p:cNvSpPr/>
            <p:nvPr/>
          </p:nvSpPr>
          <p:spPr>
            <a:xfrm>
              <a:off x="8283676" y="977081"/>
              <a:ext cx="2144661" cy="10078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04088">
                <a:spcAft>
                  <a:spcPts val="600"/>
                </a:spcAft>
              </a:pPr>
              <a:r>
                <a:rPr lang="cs-CZ" sz="138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Algoritmus</a:t>
              </a:r>
              <a:endParaRPr lang="cs-CZ"/>
            </a:p>
          </p:txBody>
        </p:sp>
        <p:sp>
          <p:nvSpPr>
            <p:cNvPr id="7" name="Ovál 6">
              <a:extLst>
                <a:ext uri="{FF2B5EF4-FFF2-40B4-BE49-F238E27FC236}">
                  <a16:creationId xmlns:a16="http://schemas.microsoft.com/office/drawing/2014/main" id="{D212ADD0-9156-6C62-5CDD-6D4D6DB2DFA7}"/>
                </a:ext>
              </a:extLst>
            </p:cNvPr>
            <p:cNvSpPr/>
            <p:nvPr/>
          </p:nvSpPr>
          <p:spPr>
            <a:xfrm>
              <a:off x="8280603" y="2817557"/>
              <a:ext cx="2150806" cy="10078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704088">
                <a:spcAft>
                  <a:spcPts val="600"/>
                </a:spcAft>
              </a:pPr>
              <a:r>
                <a:rPr lang="cs-CZ" sz="138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Data</a:t>
              </a:r>
              <a:endParaRPr lang="cs-CZ"/>
            </a:p>
          </p:txBody>
        </p:sp>
        <p:sp>
          <p:nvSpPr>
            <p:cNvPr id="8" name="Ovál 7">
              <a:extLst>
                <a:ext uri="{FF2B5EF4-FFF2-40B4-BE49-F238E27FC236}">
                  <a16:creationId xmlns:a16="http://schemas.microsoft.com/office/drawing/2014/main" id="{8724A62A-8AC8-D5FF-77DC-82067D35CAD6}"/>
                </a:ext>
              </a:extLst>
            </p:cNvPr>
            <p:cNvSpPr/>
            <p:nvPr/>
          </p:nvSpPr>
          <p:spPr>
            <a:xfrm>
              <a:off x="8280603" y="4658033"/>
              <a:ext cx="2150806" cy="10078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704088">
                <a:spcAft>
                  <a:spcPts val="600"/>
                </a:spcAft>
              </a:pPr>
              <a:r>
                <a:rPr lang="cs-CZ" sz="138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Grafická reprezentace</a:t>
              </a:r>
              <a:endParaRPr lang="cs-CZ"/>
            </a:p>
          </p:txBody>
        </p:sp>
        <p:sp>
          <p:nvSpPr>
            <p:cNvPr id="10" name="Šipka: dolů 9">
              <a:extLst>
                <a:ext uri="{FF2B5EF4-FFF2-40B4-BE49-F238E27FC236}">
                  <a16:creationId xmlns:a16="http://schemas.microsoft.com/office/drawing/2014/main" id="{41CC6D33-530F-C48A-ECE9-C57E2086A84D}"/>
                </a:ext>
              </a:extLst>
            </p:cNvPr>
            <p:cNvSpPr/>
            <p:nvPr/>
          </p:nvSpPr>
          <p:spPr>
            <a:xfrm>
              <a:off x="9110200" y="2140053"/>
              <a:ext cx="493690" cy="52588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1" name="Šipka: dolů 10">
              <a:extLst>
                <a:ext uri="{FF2B5EF4-FFF2-40B4-BE49-F238E27FC236}">
                  <a16:creationId xmlns:a16="http://schemas.microsoft.com/office/drawing/2014/main" id="{183DDE2C-6DBA-84CF-45EC-27D0F6AFCBC9}"/>
                </a:ext>
              </a:extLst>
            </p:cNvPr>
            <p:cNvSpPr/>
            <p:nvPr/>
          </p:nvSpPr>
          <p:spPr>
            <a:xfrm>
              <a:off x="9110200" y="3980529"/>
              <a:ext cx="493690" cy="52588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727913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69879B9-4277-ACA2-7971-6E4188E3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Grafika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wfa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488CDD-4271-55DD-1B52-52C909A90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>
              <a:spcBef>
                <a:spcPts val="20"/>
              </a:spcBef>
            </a:pPr>
            <a:r>
              <a:rPr lang="cs-CZ" dirty="0"/>
              <a:t>Každá vizuální komponenta se umí sama „vykreslit“</a:t>
            </a:r>
          </a:p>
          <a:p>
            <a:pPr marL="305435" indent="-305435">
              <a:spcBef>
                <a:spcPts val="20"/>
              </a:spcBef>
            </a:pPr>
            <a:r>
              <a:rPr lang="cs-CZ" dirty="0"/>
              <a:t>Windows </a:t>
            </a:r>
            <a:r>
              <a:rPr lang="cs-CZ" dirty="0" err="1"/>
              <a:t>Forms</a:t>
            </a:r>
            <a:r>
              <a:rPr lang="cs-CZ" dirty="0"/>
              <a:t> poskytují systém událostí pro překreslování</a:t>
            </a:r>
          </a:p>
          <a:p>
            <a:pPr marL="305435" indent="-305435">
              <a:spcBef>
                <a:spcPts val="20"/>
              </a:spcBef>
            </a:pPr>
            <a:r>
              <a:rPr lang="cs-CZ" dirty="0"/>
              <a:t>Kreslení zajišťuje objekt typu </a:t>
            </a:r>
            <a:r>
              <a:rPr lang="cs-CZ" b="1" dirty="0" err="1"/>
              <a:t>Graphics</a:t>
            </a:r>
            <a:endParaRPr lang="cs-CZ" dirty="0" err="1"/>
          </a:p>
          <a:p>
            <a:pPr marL="305435" indent="-305435">
              <a:spcBef>
                <a:spcPts val="20"/>
              </a:spcBef>
            </a:pPr>
            <a:r>
              <a:rPr lang="cs-CZ" dirty="0"/>
              <a:t>Pomocí </a:t>
            </a:r>
            <a:r>
              <a:rPr lang="cs-CZ" b="1" dirty="0" err="1"/>
              <a:t>Graphics</a:t>
            </a:r>
            <a:r>
              <a:rPr lang="cs-CZ" b="1" dirty="0"/>
              <a:t> </a:t>
            </a:r>
            <a:r>
              <a:rPr lang="cs-CZ" dirty="0"/>
              <a:t>můžeme kreslit: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/>
              <a:t>čáry a tvary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/>
              <a:t>text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/>
              <a:t>obrázky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/>
              <a:t>vlastní vizuální prvky</a:t>
            </a:r>
          </a:p>
          <a:p>
            <a:pPr marL="305435" indent="-305435"/>
            <a:endParaRPr lang="cs-CZ" dirty="0"/>
          </a:p>
        </p:txBody>
      </p:sp>
      <p:pic>
        <p:nvPicPr>
          <p:cNvPr id="6" name="Obrázek 5" descr="Obsah obrázku řada/pruh, snímek obrazovky, diagram, Vykreslený graf&#10;&#10;Obsah generovaný pomocí AI může být nesprávný.">
            <a:extLst>
              <a:ext uri="{FF2B5EF4-FFF2-40B4-BE49-F238E27FC236}">
                <a16:creationId xmlns:a16="http://schemas.microsoft.com/office/drawing/2014/main" id="{C228A10F-0312-C1EF-E4D0-46286D796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39" y="2564017"/>
            <a:ext cx="5194769" cy="2961018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CE805E9-17FC-09FB-7F79-40DDEB74AE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19.10.2025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88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3F2DD-F9B4-6356-310C-DF8A223A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766791-E315-CBBA-A71D-150A6477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Vykreslování grafiky do komponent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73B5F1-D7BB-1183-B8BD-CF4134A1F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>
              <a:spcBef>
                <a:spcPts val="20"/>
              </a:spcBef>
            </a:pPr>
            <a:r>
              <a:rPr lang="cs-CZ" b="1" dirty="0"/>
              <a:t>Grafiku můžeme vykreslovat prakticky do libovolné komponenty</a:t>
            </a:r>
            <a:endParaRPr lang="cs-CZ" dirty="0"/>
          </a:p>
          <a:p>
            <a:pPr marL="305435" indent="-305435">
              <a:spcBef>
                <a:spcPts val="20"/>
              </a:spcBef>
            </a:pPr>
            <a:r>
              <a:rPr lang="cs-CZ" b="1" dirty="0"/>
              <a:t>Je potřeba získat informaci o její grafice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 b="1"/>
              <a:t>Grafická informace umožňuje přiřazovat daným pixelům informaci o barvě</a:t>
            </a:r>
          </a:p>
          <a:p>
            <a:pPr marL="305435" indent="-305435">
              <a:spcBef>
                <a:spcPts val="20"/>
              </a:spcBef>
            </a:pPr>
            <a:r>
              <a:rPr lang="cs-CZ" b="1" dirty="0"/>
              <a:t>Vhodné pro vykreslování je samotný </a:t>
            </a:r>
            <a:r>
              <a:rPr lang="cs-CZ" b="1" dirty="0" err="1"/>
              <a:t>Form</a:t>
            </a:r>
            <a:r>
              <a:rPr lang="cs-CZ" b="1" dirty="0"/>
              <a:t> nebo Panel</a:t>
            </a:r>
          </a:p>
          <a:p>
            <a:pPr marL="305435" indent="-305435">
              <a:spcBef>
                <a:spcPts val="20"/>
              </a:spcBef>
            </a:pPr>
            <a:r>
              <a:rPr lang="cs-CZ" b="1" dirty="0" err="1"/>
              <a:t>Form</a:t>
            </a:r>
            <a:r>
              <a:rPr lang="cs-CZ" b="1" dirty="0"/>
              <a:t> drobnou výhodu ve vykreslení pro následné animace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7" name="Obrázek 6" descr="Obsah obrázku řada/pruh, snímek obrazovky, diagram, Vykreslený graf&#10;&#10;Obsah generovaný pomocí AI může být nesprávný.">
            <a:extLst>
              <a:ext uri="{FF2B5EF4-FFF2-40B4-BE49-F238E27FC236}">
                <a16:creationId xmlns:a16="http://schemas.microsoft.com/office/drawing/2014/main" id="{644E1C0D-F603-6917-48B6-BD9F7E812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39" y="2564017"/>
            <a:ext cx="5194769" cy="2961018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D53D4BE-DF66-B531-D820-35F11919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19.10.2025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92A947-2FE8-E0BF-AFFA-77B81140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Komponenta panel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C0082F-C21B-6806-3FB0-22F94CA89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>
              <a:spcBef>
                <a:spcPts val="20"/>
              </a:spcBef>
            </a:pPr>
            <a:r>
              <a:rPr lang="cs-CZ" b="1" dirty="0"/>
              <a:t>Panel </a:t>
            </a:r>
            <a:r>
              <a:rPr lang="cs-CZ" dirty="0"/>
              <a:t>je jednoduchá, prázdná plocha - ideální pro kreslení.</a:t>
            </a:r>
          </a:p>
          <a:p>
            <a:pPr marL="305435" indent="-305435">
              <a:spcBef>
                <a:spcPts val="20"/>
              </a:spcBef>
            </a:pPr>
            <a:r>
              <a:rPr lang="cs-CZ" dirty="0"/>
              <a:t>Můžeme mu nastavit: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 dirty="0"/>
              <a:t>velikost a pozici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 dirty="0"/>
              <a:t>barvu pozadí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 dirty="0"/>
              <a:t>ohraničení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 dirty="0"/>
              <a:t>Panel reaguje na událost </a:t>
            </a:r>
            <a:r>
              <a:rPr lang="cs-CZ" sz="1700" dirty="0" err="1"/>
              <a:t>Paint</a:t>
            </a:r>
            <a:r>
              <a:rPr lang="cs-CZ" sz="1700" dirty="0"/>
              <a:t> - volá se ihned po spuštění aplikace</a:t>
            </a:r>
          </a:p>
          <a:p>
            <a:pPr marL="305435" indent="-305435">
              <a:spcBef>
                <a:spcPts val="20"/>
              </a:spcBef>
            </a:pPr>
            <a:r>
              <a:rPr lang="cs-CZ" dirty="0"/>
              <a:t>Do panelu se kreslí pomocí objektu </a:t>
            </a:r>
            <a:r>
              <a:rPr lang="cs-CZ" b="1" dirty="0" err="1"/>
              <a:t>Graphics</a:t>
            </a:r>
            <a:r>
              <a:rPr lang="cs-CZ" dirty="0"/>
              <a:t>.</a:t>
            </a:r>
          </a:p>
          <a:p>
            <a:pPr marL="305435" indent="-305435"/>
            <a:endParaRPr lang="cs-CZ" dirty="0"/>
          </a:p>
        </p:txBody>
      </p:sp>
      <p:pic>
        <p:nvPicPr>
          <p:cNvPr id="7" name="Obrázek 6" descr="Obsah obrázku řada/pruh, snímek obrazovky, diagram, Vykreslený graf&#10;&#10;Obsah generovaný pomocí AI může být nesprávný.">
            <a:extLst>
              <a:ext uri="{FF2B5EF4-FFF2-40B4-BE49-F238E27FC236}">
                <a16:creationId xmlns:a16="http://schemas.microsoft.com/office/drawing/2014/main" id="{33B5A2E1-10FA-D5F3-4ADF-917DB0557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39" y="2564017"/>
            <a:ext cx="5194769" cy="2961018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9F45DA4-9C13-0C1F-0584-481635E6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19.10.2025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1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7681-DB14-1840-41A0-DD5E9F1E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3F5F3C-9DF9-DBB7-C44F-B0C01A5D8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Získání grafiky a vykreslení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7711D8-BFA0-DA11-095C-7EEB60143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>
              <a:spcBef>
                <a:spcPts val="20"/>
              </a:spcBef>
            </a:pPr>
            <a:r>
              <a:rPr lang="cs-CZ" dirty="0"/>
              <a:t>Za možnosti vykreslování stojí třída </a:t>
            </a:r>
            <a:r>
              <a:rPr lang="cs-CZ" b="1" dirty="0" err="1"/>
              <a:t>Graphics</a:t>
            </a:r>
            <a:endParaRPr lang="cs-CZ" dirty="0" err="1"/>
          </a:p>
          <a:p>
            <a:pPr marL="305435" indent="-305435">
              <a:spcBef>
                <a:spcPts val="20"/>
              </a:spcBef>
            </a:pPr>
            <a:r>
              <a:rPr lang="cs-CZ" dirty="0"/>
              <a:t>Instanci grafiky získáme z obslužné metody </a:t>
            </a:r>
            <a:r>
              <a:rPr lang="cs-CZ" dirty="0" err="1"/>
              <a:t>Paint</a:t>
            </a:r>
            <a:endParaRPr lang="cs-CZ" dirty="0"/>
          </a:p>
          <a:p>
            <a:pPr marL="305435" indent="-305435">
              <a:spcBef>
                <a:spcPts val="20"/>
              </a:spcBef>
            </a:pPr>
            <a:r>
              <a:rPr lang="cs-CZ" dirty="0"/>
              <a:t>Po získání instance dané komponenty můžeme využívat předdefinované metody</a:t>
            </a:r>
          </a:p>
          <a:p>
            <a:pPr marL="305435" indent="-305435">
              <a:spcBef>
                <a:spcPts val="20"/>
              </a:spcBef>
            </a:pPr>
            <a:r>
              <a:rPr lang="cs-CZ" dirty="0"/>
              <a:t>Kreslení obrysů</a:t>
            </a:r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sz="1700" err="1"/>
              <a:t>DrawX</a:t>
            </a:r>
            <a:endParaRPr lang="cs-CZ" sz="1700" dirty="0"/>
          </a:p>
          <a:p>
            <a:pPr marL="305435" indent="-305435">
              <a:spcBef>
                <a:spcPts val="20"/>
              </a:spcBef>
            </a:pPr>
            <a:r>
              <a:rPr lang="cs-CZ" dirty="0"/>
              <a:t>Kreslení výplní</a:t>
            </a:r>
          </a:p>
          <a:p>
            <a:pPr marL="629920" lvl="1" indent="-305435">
              <a:lnSpc>
                <a:spcPct val="110000"/>
              </a:lnSpc>
              <a:spcBef>
                <a:spcPts val="20"/>
              </a:spcBef>
              <a:buFont typeface="Courier New" panose="05020102010507070707" pitchFamily="18" charset="2"/>
              <a:buChar char="o"/>
            </a:pPr>
            <a:r>
              <a:rPr lang="cs-CZ" err="1"/>
              <a:t>FillX</a:t>
            </a:r>
            <a:endParaRPr lang="cs-CZ"/>
          </a:p>
          <a:p>
            <a:pPr marL="629920" lvl="1" indent="-305435">
              <a:spcBef>
                <a:spcPts val="20"/>
              </a:spcBef>
              <a:buFont typeface="Courier New" panose="05020102010507070707" pitchFamily="18" charset="2"/>
              <a:buChar char="o"/>
            </a:pPr>
            <a:endParaRPr lang="cs-CZ" dirty="0"/>
          </a:p>
          <a:p>
            <a:pPr marL="305435" indent="-305435">
              <a:spcBef>
                <a:spcPts val="20"/>
              </a:spcBef>
            </a:pPr>
            <a:endParaRPr lang="cs-CZ" dirty="0"/>
          </a:p>
          <a:p>
            <a:pPr marL="305435" indent="-305435"/>
            <a:endParaRPr lang="cs-CZ" dirty="0"/>
          </a:p>
        </p:txBody>
      </p:sp>
      <p:pic>
        <p:nvPicPr>
          <p:cNvPr id="4" name="Obrázek 3" descr="Obsah obrázku text, Písmo, snímek obrazovky, řada/pruh&#10;&#10;Obsah generovaný pomocí AI může být nesprávný.">
            <a:extLst>
              <a:ext uri="{FF2B5EF4-FFF2-40B4-BE49-F238E27FC236}">
                <a16:creationId xmlns:a16="http://schemas.microsoft.com/office/drawing/2014/main" id="{9BBA403A-5406-174C-5E67-C4C499A91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39" y="3564011"/>
            <a:ext cx="5194769" cy="961031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93A37DA-44C7-A6DD-6ECB-93123B14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19.10.2025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C61D55-1F08-87D9-8959-E505158C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Třída </a:t>
            </a:r>
            <a:r>
              <a:rPr lang="cs-CZ" dirty="0" err="1"/>
              <a:t>graphics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E489B3-6A76-6FFA-7906-577ADFC50D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err="1">
                <a:latin typeface="Franklin Gothic Book"/>
              </a:rPr>
              <a:t>DrawLine</a:t>
            </a:r>
            <a:r>
              <a:rPr lang="cs-CZ" sz="2000" dirty="0">
                <a:latin typeface="Franklin Gothic Book"/>
              </a:rPr>
              <a:t>(</a:t>
            </a:r>
            <a:r>
              <a:rPr lang="cs-CZ" sz="2000" err="1">
                <a:latin typeface="Franklin Gothic Book"/>
              </a:rPr>
              <a:t>Pen</a:t>
            </a:r>
            <a:r>
              <a:rPr lang="cs-CZ" sz="2000" dirty="0">
                <a:latin typeface="Franklin Gothic Book"/>
              </a:rPr>
              <a:t>, x1, y1, x2, y2)</a:t>
            </a: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err="1">
                <a:latin typeface="Franklin Gothic Book"/>
              </a:rPr>
              <a:t>DrawRectangle</a:t>
            </a:r>
            <a:r>
              <a:rPr lang="cs-CZ" sz="2000" dirty="0">
                <a:latin typeface="Franklin Gothic Book"/>
              </a:rPr>
              <a:t>(</a:t>
            </a:r>
            <a:r>
              <a:rPr lang="cs-CZ" sz="2000" err="1">
                <a:latin typeface="Franklin Gothic Book"/>
              </a:rPr>
              <a:t>Pen</a:t>
            </a:r>
            <a:r>
              <a:rPr lang="cs-CZ" sz="2000" dirty="0">
                <a:latin typeface="Franklin Gothic Book"/>
              </a:rPr>
              <a:t>, x, y, </a:t>
            </a:r>
            <a:r>
              <a:rPr lang="cs-CZ" sz="2000" err="1">
                <a:latin typeface="Franklin Gothic Book"/>
              </a:rPr>
              <a:t>width</a:t>
            </a:r>
            <a:r>
              <a:rPr lang="cs-CZ" sz="2000" dirty="0">
                <a:latin typeface="Franklin Gothic Book"/>
              </a:rPr>
              <a:t>, </a:t>
            </a:r>
            <a:r>
              <a:rPr lang="cs-CZ" sz="2000" err="1">
                <a:latin typeface="Franklin Gothic Book"/>
              </a:rPr>
              <a:t>height</a:t>
            </a:r>
            <a:r>
              <a:rPr lang="cs-CZ" sz="2000" dirty="0">
                <a:latin typeface="Franklin Gothic Book"/>
              </a:rPr>
              <a:t>)</a:t>
            </a: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err="1">
                <a:latin typeface="Franklin Gothic Book"/>
              </a:rPr>
              <a:t>FillRectangle</a:t>
            </a:r>
            <a:r>
              <a:rPr lang="cs-CZ" sz="2000" dirty="0">
                <a:latin typeface="Franklin Gothic Book"/>
              </a:rPr>
              <a:t>(</a:t>
            </a:r>
            <a:r>
              <a:rPr lang="cs-CZ" sz="2000" err="1">
                <a:latin typeface="Franklin Gothic Book"/>
              </a:rPr>
              <a:t>Brush</a:t>
            </a:r>
            <a:r>
              <a:rPr lang="cs-CZ" sz="2000" dirty="0">
                <a:latin typeface="Franklin Gothic Book"/>
              </a:rPr>
              <a:t>, x, y, </a:t>
            </a:r>
            <a:r>
              <a:rPr lang="cs-CZ" sz="2000" err="1">
                <a:latin typeface="Franklin Gothic Book"/>
              </a:rPr>
              <a:t>width</a:t>
            </a:r>
            <a:r>
              <a:rPr lang="cs-CZ" sz="2000" dirty="0">
                <a:latin typeface="Franklin Gothic Book"/>
              </a:rPr>
              <a:t>, </a:t>
            </a:r>
            <a:r>
              <a:rPr lang="cs-CZ" sz="2000" err="1">
                <a:latin typeface="Franklin Gothic Book"/>
              </a:rPr>
              <a:t>height</a:t>
            </a:r>
            <a:r>
              <a:rPr lang="cs-CZ" sz="2000" dirty="0">
                <a:latin typeface="Franklin Gothic Book"/>
              </a:rPr>
              <a:t>)</a:t>
            </a: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err="1">
                <a:latin typeface="Franklin Gothic Book"/>
              </a:rPr>
              <a:t>DrawEllipse</a:t>
            </a:r>
            <a:r>
              <a:rPr lang="cs-CZ" sz="2000" dirty="0">
                <a:latin typeface="Franklin Gothic Book"/>
              </a:rPr>
              <a:t>(</a:t>
            </a:r>
            <a:r>
              <a:rPr lang="cs-CZ" sz="2000" err="1">
                <a:latin typeface="Franklin Gothic Book"/>
              </a:rPr>
              <a:t>Pen</a:t>
            </a:r>
            <a:r>
              <a:rPr lang="cs-CZ" sz="2000" dirty="0">
                <a:latin typeface="Franklin Gothic Book"/>
              </a:rPr>
              <a:t>, x, y, </a:t>
            </a:r>
            <a:r>
              <a:rPr lang="cs-CZ" sz="2000" err="1">
                <a:latin typeface="Franklin Gothic Book"/>
              </a:rPr>
              <a:t>width</a:t>
            </a:r>
            <a:r>
              <a:rPr lang="cs-CZ" sz="2000" dirty="0">
                <a:latin typeface="Franklin Gothic Book"/>
              </a:rPr>
              <a:t>, </a:t>
            </a:r>
            <a:r>
              <a:rPr lang="cs-CZ" sz="2000" err="1">
                <a:latin typeface="Franklin Gothic Book"/>
              </a:rPr>
              <a:t>height</a:t>
            </a:r>
            <a:r>
              <a:rPr lang="cs-CZ" sz="2000" dirty="0">
                <a:latin typeface="Franklin Gothic Book"/>
              </a:rPr>
              <a:t>)</a:t>
            </a: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err="1">
                <a:latin typeface="Franklin Gothic Book"/>
              </a:rPr>
              <a:t>DrawString</a:t>
            </a:r>
            <a:r>
              <a:rPr lang="cs-CZ" sz="2000" dirty="0">
                <a:latin typeface="Franklin Gothic Book"/>
              </a:rPr>
              <a:t>(</a:t>
            </a:r>
            <a:r>
              <a:rPr lang="cs-CZ" sz="2000" err="1">
                <a:latin typeface="Franklin Gothic Book"/>
              </a:rPr>
              <a:t>string</a:t>
            </a:r>
            <a:r>
              <a:rPr lang="cs-CZ" sz="2000" dirty="0">
                <a:latin typeface="Franklin Gothic Book"/>
              </a:rPr>
              <a:t>, Font, </a:t>
            </a:r>
            <a:r>
              <a:rPr lang="cs-CZ" sz="2000" err="1">
                <a:latin typeface="Franklin Gothic Book"/>
              </a:rPr>
              <a:t>Brush</a:t>
            </a:r>
            <a:r>
              <a:rPr lang="cs-CZ" sz="2000" dirty="0">
                <a:latin typeface="Franklin Gothic Book"/>
              </a:rPr>
              <a:t>, x, y)</a:t>
            </a: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err="1">
                <a:latin typeface="Franklin Gothic Book"/>
              </a:rPr>
              <a:t>DrawImage</a:t>
            </a:r>
            <a:r>
              <a:rPr lang="cs-CZ" sz="2000" dirty="0">
                <a:latin typeface="Franklin Gothic Book"/>
              </a:rPr>
              <a:t>(Image, x, y)</a:t>
            </a:r>
          </a:p>
          <a:p>
            <a:pPr marL="305435" indent="-305435"/>
            <a:endParaRPr lang="cs-CZ" sz="2000" dirty="0">
              <a:latin typeface="Franklin Gothic Book"/>
            </a:endParaRP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AE40357-6360-96CB-B2BD-3C60FF4FFE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dirty="0">
                <a:solidFill>
                  <a:srgbClr val="404040"/>
                </a:solidFill>
                <a:latin typeface="Franklin Gothic Book"/>
              </a:rPr>
              <a:t>Využívá pomocné třídy:</a:t>
            </a:r>
            <a:endParaRPr lang="cs-CZ" sz="2000">
              <a:solidFill>
                <a:srgbClr val="000000"/>
              </a:solidFill>
              <a:latin typeface="Franklin Gothic Book"/>
            </a:endParaRP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dirty="0" err="1">
                <a:solidFill>
                  <a:srgbClr val="404040"/>
                </a:solidFill>
                <a:latin typeface="Franklin Gothic Book"/>
              </a:rPr>
              <a:t>Pen</a:t>
            </a:r>
            <a:r>
              <a:rPr lang="cs-CZ" sz="2000" dirty="0">
                <a:solidFill>
                  <a:srgbClr val="404040"/>
                </a:solidFill>
                <a:latin typeface="Franklin Gothic Book"/>
              </a:rPr>
              <a:t> – definuje barvu a tloušťku čáry</a:t>
            </a:r>
            <a:endParaRPr lang="cs-CZ" sz="2000">
              <a:solidFill>
                <a:srgbClr val="000000"/>
              </a:solidFill>
              <a:latin typeface="Franklin Gothic Book"/>
            </a:endParaRP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dirty="0" err="1">
                <a:solidFill>
                  <a:srgbClr val="404040"/>
                </a:solidFill>
                <a:latin typeface="Franklin Gothic Book"/>
              </a:rPr>
              <a:t>Brush</a:t>
            </a:r>
            <a:r>
              <a:rPr lang="cs-CZ" sz="2000" dirty="0">
                <a:solidFill>
                  <a:srgbClr val="404040"/>
                </a:solidFill>
                <a:latin typeface="Franklin Gothic Book"/>
              </a:rPr>
              <a:t> – definuje výplň (barvu, přechod, texturu)</a:t>
            </a:r>
            <a:endParaRPr lang="cs-CZ" sz="2000">
              <a:solidFill>
                <a:srgbClr val="000000"/>
              </a:solidFill>
              <a:latin typeface="Franklin Gothic Book"/>
            </a:endParaRP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dirty="0">
                <a:solidFill>
                  <a:srgbClr val="404040"/>
                </a:solidFill>
                <a:latin typeface="Franklin Gothic Book"/>
              </a:rPr>
              <a:t>Font – typ písma pro texty</a:t>
            </a:r>
            <a:endParaRPr lang="cs-CZ" sz="2000">
              <a:solidFill>
                <a:srgbClr val="000000"/>
              </a:solidFill>
              <a:latin typeface="Franklin Gothic Book"/>
            </a:endParaRP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r>
              <a:rPr lang="cs-CZ" sz="2000" dirty="0">
                <a:solidFill>
                  <a:srgbClr val="404040"/>
                </a:solidFill>
                <a:latin typeface="Franklin Gothic Book"/>
              </a:rPr>
              <a:t>Souřadnice jsou v pixelech, počátek (0, 0) je vlevo nahoře.</a:t>
            </a:r>
          </a:p>
          <a:p>
            <a:pPr marL="305435" indent="-305435">
              <a:lnSpc>
                <a:spcPct val="90000"/>
              </a:lnSpc>
              <a:spcBef>
                <a:spcPts val="20"/>
              </a:spcBef>
            </a:pPr>
            <a:endParaRPr lang="cs-CZ" sz="2000" dirty="0">
              <a:latin typeface="Franklin Gothic Book"/>
            </a:endParaRP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2860DFB-958C-BA23-7604-D6467654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19.10.2025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43634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b92495963c2488317d97747e88e26c79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edb8c3b89225dbccf970e331c52fe779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4FFFBC-7082-43FE-83E4-E2C37263E0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60</TotalTime>
  <Words>279</Words>
  <Application>Microsoft Office PowerPoint</Application>
  <PresentationFormat>Širokoúhlá obrazovka</PresentationFormat>
  <Paragraphs>74</Paragraphs>
  <Slides>9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DividendVTI</vt:lpstr>
      <vt:lpstr>Programování</vt:lpstr>
      <vt:lpstr>I čára je algoritmus</vt:lpstr>
      <vt:lpstr>Grafika v programování</vt:lpstr>
      <vt:lpstr>Grafika jako komunikační rozhraní</vt:lpstr>
      <vt:lpstr>Grafika ve wfa</vt:lpstr>
      <vt:lpstr>Vykreslování grafiky do komponent</vt:lpstr>
      <vt:lpstr>Komponenta panel</vt:lpstr>
      <vt:lpstr>Získání grafiky a vykreslení</vt:lpstr>
      <vt:lpstr>Třída graphics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Sládeček David</dc:creator>
  <cp:lastModifiedBy>Sládeček David</cp:lastModifiedBy>
  <cp:revision>279</cp:revision>
  <dcterms:created xsi:type="dcterms:W3CDTF">2025-09-08T04:51:09Z</dcterms:created>
  <dcterms:modified xsi:type="dcterms:W3CDTF">2025-10-19T18:22:53Z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  <property fmtid="{D5CDD505-2E9C-101B-9397-08002B2CF9AE}" pid="3" name="Order">
    <vt:r8>3000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