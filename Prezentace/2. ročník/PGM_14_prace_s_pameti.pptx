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notesMasterIdLst>
    <p:notesMasterId r:id="rId15"/>
  </p:notesMasterIdLst>
  <p:handoutMasterIdLst>
    <p:handoutMasterId r:id="rId16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4" r:id="rId13"/>
    <p:sldId id="266" r:id="rId14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BA3DEF-C381-4BD7-9D30-030E34ECD780}" v="346" dt="2026-03-09T06:09:55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8BBA3DEF-C381-4BD7-9D30-030E34ECD780}"/>
    <pc:docChg chg="addSld delSld modSld sldOrd">
      <pc:chgData name="Sládeček David" userId="S::sladecek@hradebni.cz::474d93f0-3a32-49cc-b837-47806091b590" providerId="AD" clId="Web-{8BBA3DEF-C381-4BD7-9D30-030E34ECD780}" dt="2026-03-09T06:09:55.112" v="362" actId="1076"/>
      <pc:docMkLst>
        <pc:docMk/>
      </pc:docMkLst>
      <pc:sldChg chg="modSp">
        <pc:chgData name="Sládeček David" userId="S::sladecek@hradebni.cz::474d93f0-3a32-49cc-b837-47806091b590" providerId="AD" clId="Web-{8BBA3DEF-C381-4BD7-9D30-030E34ECD780}" dt="2026-03-09T05:46:35.024" v="24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8BBA3DEF-C381-4BD7-9D30-030E34ECD780}" dt="2026-03-09T05:46:35.024" v="24" actId="20577"/>
          <ac:spMkLst>
            <pc:docMk/>
            <pc:sldMk cId="2475805559" sldId="257"/>
            <ac:spMk id="3" creationId="{835D6E6B-3353-491C-A3C6-F278D6CED8B3}"/>
          </ac:spMkLst>
        </pc:spChg>
      </pc:sldChg>
      <pc:sldChg chg="del">
        <pc:chgData name="Sládeček David" userId="S::sladecek@hradebni.cz::474d93f0-3a32-49cc-b837-47806091b590" providerId="AD" clId="Web-{8BBA3DEF-C381-4BD7-9D30-030E34ECD780}" dt="2026-03-09T05:48:16.823" v="32"/>
        <pc:sldMkLst>
          <pc:docMk/>
          <pc:sldMk cId="280778142" sldId="258"/>
        </pc:sldMkLst>
      </pc:sldChg>
      <pc:sldChg chg="addSp delSp modSp new mod modClrScheme modShow chgLayout">
        <pc:chgData name="Sládeček David" userId="S::sladecek@hradebni.cz::474d93f0-3a32-49cc-b837-47806091b590" providerId="AD" clId="Web-{8BBA3DEF-C381-4BD7-9D30-030E34ECD780}" dt="2026-03-09T05:56:37.506" v="173" actId="20577"/>
        <pc:sldMkLst>
          <pc:docMk/>
          <pc:sldMk cId="2159882017" sldId="258"/>
        </pc:sldMkLst>
        <pc:spChg chg="mod ord">
          <ac:chgData name="Sládeček David" userId="S::sladecek@hradebni.cz::474d93f0-3a32-49cc-b837-47806091b590" providerId="AD" clId="Web-{8BBA3DEF-C381-4BD7-9D30-030E34ECD780}" dt="2026-03-09T05:56:25.224" v="166" actId="20577"/>
          <ac:spMkLst>
            <pc:docMk/>
            <pc:sldMk cId="2159882017" sldId="258"/>
            <ac:spMk id="2" creationId="{F5F87491-FBAF-3B03-5FE9-CCD296F685C2}"/>
          </ac:spMkLst>
        </pc:spChg>
        <pc:spChg chg="mod ord">
          <ac:chgData name="Sládeček David" userId="S::sladecek@hradebni.cz::474d93f0-3a32-49cc-b837-47806091b590" providerId="AD" clId="Web-{8BBA3DEF-C381-4BD7-9D30-030E34ECD780}" dt="2026-03-09T05:56:29.318" v="168" actId="20577"/>
          <ac:spMkLst>
            <pc:docMk/>
            <pc:sldMk cId="2159882017" sldId="258"/>
            <ac:spMk id="3" creationId="{6341DA8E-AAF9-844B-C867-B5AC48D47D2C}"/>
          </ac:spMkLst>
        </pc:spChg>
        <pc:spChg chg="mod ord">
          <ac:chgData name="Sládeček David" userId="S::sladecek@hradebni.cz::474d93f0-3a32-49cc-b837-47806091b590" providerId="AD" clId="Web-{8BBA3DEF-C381-4BD7-9D30-030E34ECD780}" dt="2026-03-09T05:55:54.474" v="146"/>
          <ac:spMkLst>
            <pc:docMk/>
            <pc:sldMk cId="2159882017" sldId="258"/>
            <ac:spMk id="4" creationId="{1E09296A-9987-B7A9-6256-AADB447BD6D0}"/>
          </ac:spMkLst>
        </pc:spChg>
        <pc:spChg chg="add mod ord">
          <ac:chgData name="Sládeček David" userId="S::sladecek@hradebni.cz::474d93f0-3a32-49cc-b837-47806091b590" providerId="AD" clId="Web-{8BBA3DEF-C381-4BD7-9D30-030E34ECD780}" dt="2026-03-09T05:56:27.443" v="167" actId="20577"/>
          <ac:spMkLst>
            <pc:docMk/>
            <pc:sldMk cId="2159882017" sldId="258"/>
            <ac:spMk id="5" creationId="{DBE42A12-6419-0BCB-8694-4CF07BBEB3FB}"/>
          </ac:spMkLst>
        </pc:spChg>
        <pc:spChg chg="add del mod">
          <ac:chgData name="Sládeček David" userId="S::sladecek@hradebni.cz::474d93f0-3a32-49cc-b837-47806091b590" providerId="AD" clId="Web-{8BBA3DEF-C381-4BD7-9D30-030E34ECD780}" dt="2026-03-09T05:56:02.818" v="151"/>
          <ac:spMkLst>
            <pc:docMk/>
            <pc:sldMk cId="2159882017" sldId="258"/>
            <ac:spMk id="6" creationId="{D8C7F921-8072-4341-9E33-011AB1003BF9}"/>
          </ac:spMkLst>
        </pc:spChg>
        <pc:spChg chg="add mod">
          <ac:chgData name="Sládeček David" userId="S::sladecek@hradebni.cz::474d93f0-3a32-49cc-b837-47806091b590" providerId="AD" clId="Web-{8BBA3DEF-C381-4BD7-9D30-030E34ECD780}" dt="2026-03-09T05:56:35.646" v="172" actId="20577"/>
          <ac:spMkLst>
            <pc:docMk/>
            <pc:sldMk cId="2159882017" sldId="258"/>
            <ac:spMk id="10" creationId="{29C4C0B8-0CAE-77F1-0707-C114D2A6AE6F}"/>
          </ac:spMkLst>
        </pc:spChg>
        <pc:spChg chg="add mod">
          <ac:chgData name="Sládeček David" userId="S::sladecek@hradebni.cz::474d93f0-3a32-49cc-b837-47806091b590" providerId="AD" clId="Web-{8BBA3DEF-C381-4BD7-9D30-030E34ECD780}" dt="2026-03-09T05:56:37.506" v="173" actId="20577"/>
          <ac:spMkLst>
            <pc:docMk/>
            <pc:sldMk cId="2159882017" sldId="258"/>
            <ac:spMk id="12" creationId="{0A2EBF41-DB48-B501-3102-5458A52DEA47}"/>
          </ac:spMkLst>
        </pc:spChg>
      </pc:sldChg>
      <pc:sldChg chg="del">
        <pc:chgData name="Sládeček David" userId="S::sladecek@hradebni.cz::474d93f0-3a32-49cc-b837-47806091b590" providerId="AD" clId="Web-{8BBA3DEF-C381-4BD7-9D30-030E34ECD780}" dt="2026-03-09T05:48:16.823" v="31"/>
        <pc:sldMkLst>
          <pc:docMk/>
          <pc:sldMk cId="3616095430" sldId="259"/>
        </pc:sldMkLst>
      </pc:sldChg>
      <pc:sldChg chg="modSp new">
        <pc:chgData name="Sládeček David" userId="S::sladecek@hradebni.cz::474d93f0-3a32-49cc-b837-47806091b590" providerId="AD" clId="Web-{8BBA3DEF-C381-4BD7-9D30-030E34ECD780}" dt="2026-03-09T05:54:41.286" v="120" actId="20577"/>
        <pc:sldMkLst>
          <pc:docMk/>
          <pc:sldMk cId="4037667264" sldId="259"/>
        </pc:sldMkLst>
        <pc:spChg chg="mod">
          <ac:chgData name="Sládeček David" userId="S::sladecek@hradebni.cz::474d93f0-3a32-49cc-b837-47806091b590" providerId="AD" clId="Web-{8BBA3DEF-C381-4BD7-9D30-030E34ECD780}" dt="2026-03-09T05:54:41.286" v="120" actId="20577"/>
          <ac:spMkLst>
            <pc:docMk/>
            <pc:sldMk cId="4037667264" sldId="259"/>
            <ac:spMk id="2" creationId="{46863373-BCE2-62B3-9A14-E4F949C7EB64}"/>
          </ac:spMkLst>
        </pc:spChg>
        <pc:spChg chg="mod">
          <ac:chgData name="Sládeček David" userId="S::sladecek@hradebni.cz::474d93f0-3a32-49cc-b837-47806091b590" providerId="AD" clId="Web-{8BBA3DEF-C381-4BD7-9D30-030E34ECD780}" dt="2026-03-09T05:53:21.224" v="101" actId="20577"/>
          <ac:spMkLst>
            <pc:docMk/>
            <pc:sldMk cId="4037667264" sldId="259"/>
            <ac:spMk id="3" creationId="{A7AE2C17-5AFC-6EB2-0391-A6879A410FB8}"/>
          </ac:spMkLst>
        </pc:spChg>
      </pc:sldChg>
      <pc:sldChg chg="del">
        <pc:chgData name="Sládeček David" userId="S::sladecek@hradebni.cz::474d93f0-3a32-49cc-b837-47806091b590" providerId="AD" clId="Web-{8BBA3DEF-C381-4BD7-9D30-030E34ECD780}" dt="2026-03-09T05:48:16.823" v="30"/>
        <pc:sldMkLst>
          <pc:docMk/>
          <pc:sldMk cId="971855580" sldId="260"/>
        </pc:sldMkLst>
      </pc:sldChg>
      <pc:sldChg chg="addSp modSp new mod modClrScheme chgLayout">
        <pc:chgData name="Sládeček David" userId="S::sladecek@hradebni.cz::474d93f0-3a32-49cc-b837-47806091b590" providerId="AD" clId="Web-{8BBA3DEF-C381-4BD7-9D30-030E34ECD780}" dt="2026-03-09T05:55:07.177" v="137"/>
        <pc:sldMkLst>
          <pc:docMk/>
          <pc:sldMk cId="2267657540" sldId="260"/>
        </pc:sldMkLst>
        <pc:spChg chg="mod">
          <ac:chgData name="Sládeček David" userId="S::sladecek@hradebni.cz::474d93f0-3a32-49cc-b837-47806091b590" providerId="AD" clId="Web-{8BBA3DEF-C381-4BD7-9D30-030E34ECD780}" dt="2026-03-09T05:55:07.177" v="137"/>
          <ac:spMkLst>
            <pc:docMk/>
            <pc:sldMk cId="2267657540" sldId="260"/>
            <ac:spMk id="2" creationId="{7E82EBA4-481F-B0A2-0FFB-8ABECD2ED083}"/>
          </ac:spMkLst>
        </pc:spChg>
        <pc:spChg chg="mod">
          <ac:chgData name="Sládeček David" userId="S::sladecek@hradebni.cz::474d93f0-3a32-49cc-b837-47806091b590" providerId="AD" clId="Web-{8BBA3DEF-C381-4BD7-9D30-030E34ECD780}" dt="2026-03-09T05:55:07.177" v="137"/>
          <ac:spMkLst>
            <pc:docMk/>
            <pc:sldMk cId="2267657540" sldId="260"/>
            <ac:spMk id="3" creationId="{8AE1E7E9-C746-E0BE-215F-28BB0ACCCA99}"/>
          </ac:spMkLst>
        </pc:spChg>
        <pc:spChg chg="mod ord">
          <ac:chgData name="Sládeček David" userId="S::sladecek@hradebni.cz::474d93f0-3a32-49cc-b837-47806091b590" providerId="AD" clId="Web-{8BBA3DEF-C381-4BD7-9D30-030E34ECD780}" dt="2026-03-09T05:55:07.177" v="137"/>
          <ac:spMkLst>
            <pc:docMk/>
            <pc:sldMk cId="2267657540" sldId="260"/>
            <ac:spMk id="4" creationId="{A34355C6-DAC2-A6AF-643C-993FEE8FBCA7}"/>
          </ac:spMkLst>
        </pc:spChg>
        <pc:picChg chg="add mod">
          <ac:chgData name="Sládeček David" userId="S::sladecek@hradebni.cz::474d93f0-3a32-49cc-b837-47806091b590" providerId="AD" clId="Web-{8BBA3DEF-C381-4BD7-9D30-030E34ECD780}" dt="2026-03-09T05:55:07.177" v="137"/>
          <ac:picMkLst>
            <pc:docMk/>
            <pc:sldMk cId="2267657540" sldId="260"/>
            <ac:picMk id="5" creationId="{0480BCD1-AE70-7DE1-C5DB-FE4B9A6D29AA}"/>
          </ac:picMkLst>
        </pc:picChg>
      </pc:sldChg>
      <pc:sldChg chg="del">
        <pc:chgData name="Sládeček David" userId="S::sladecek@hradebni.cz::474d93f0-3a32-49cc-b837-47806091b590" providerId="AD" clId="Web-{8BBA3DEF-C381-4BD7-9D30-030E34ECD780}" dt="2026-03-09T05:48:16.823" v="29"/>
        <pc:sldMkLst>
          <pc:docMk/>
          <pc:sldMk cId="1397446518" sldId="261"/>
        </pc:sldMkLst>
      </pc:sldChg>
      <pc:sldChg chg="addSp delSp modSp new mod modClrScheme chgLayout">
        <pc:chgData name="Sládeček David" userId="S::sladecek@hradebni.cz::474d93f0-3a32-49cc-b837-47806091b590" providerId="AD" clId="Web-{8BBA3DEF-C381-4BD7-9D30-030E34ECD780}" dt="2026-03-09T05:57:27.382" v="192" actId="20577"/>
        <pc:sldMkLst>
          <pc:docMk/>
          <pc:sldMk cId="3904508791" sldId="261"/>
        </pc:sldMkLst>
        <pc:spChg chg="del mod ord">
          <ac:chgData name="Sládeček David" userId="S::sladecek@hradebni.cz::474d93f0-3a32-49cc-b837-47806091b590" providerId="AD" clId="Web-{8BBA3DEF-C381-4BD7-9D30-030E34ECD780}" dt="2026-03-09T05:57:16.163" v="180"/>
          <ac:spMkLst>
            <pc:docMk/>
            <pc:sldMk cId="3904508791" sldId="261"/>
            <ac:spMk id="2" creationId="{B9F0C420-6D40-1239-2916-36AC1D4BE8FD}"/>
          </ac:spMkLst>
        </pc:spChg>
        <pc:spChg chg="mod ord">
          <ac:chgData name="Sládeček David" userId="S::sladecek@hradebni.cz::474d93f0-3a32-49cc-b837-47806091b590" providerId="AD" clId="Web-{8BBA3DEF-C381-4BD7-9D30-030E34ECD780}" dt="2026-03-09T05:57:16.163" v="180"/>
          <ac:spMkLst>
            <pc:docMk/>
            <pc:sldMk cId="3904508791" sldId="261"/>
            <ac:spMk id="3" creationId="{40E4A5F1-D3CF-0741-4931-FF7478769FB7}"/>
          </ac:spMkLst>
        </pc:spChg>
        <pc:spChg chg="del">
          <ac:chgData name="Sládeček David" userId="S::sladecek@hradebni.cz::474d93f0-3a32-49cc-b837-47806091b590" providerId="AD" clId="Web-{8BBA3DEF-C381-4BD7-9D30-030E34ECD780}" dt="2026-03-09T05:56:53.615" v="175"/>
          <ac:spMkLst>
            <pc:docMk/>
            <pc:sldMk cId="3904508791" sldId="261"/>
            <ac:spMk id="4" creationId="{5D126FDC-6724-6E87-1257-E3AD1AE7676D}"/>
          </ac:spMkLst>
        </pc:spChg>
        <pc:spChg chg="mod ord">
          <ac:chgData name="Sládeček David" userId="S::sladecek@hradebni.cz::474d93f0-3a32-49cc-b837-47806091b590" providerId="AD" clId="Web-{8BBA3DEF-C381-4BD7-9D30-030E34ECD780}" dt="2026-03-09T05:57:16.163" v="180"/>
          <ac:spMkLst>
            <pc:docMk/>
            <pc:sldMk cId="3904508791" sldId="261"/>
            <ac:spMk id="5" creationId="{A9CDC475-DBEE-B3FE-D842-E2EF4891C3AE}"/>
          </ac:spMkLst>
        </pc:spChg>
        <pc:spChg chg="add mod">
          <ac:chgData name="Sládeček David" userId="S::sladecek@hradebni.cz::474d93f0-3a32-49cc-b837-47806091b590" providerId="AD" clId="Web-{8BBA3DEF-C381-4BD7-9D30-030E34ECD780}" dt="2026-03-09T05:57:27.382" v="192" actId="20577"/>
          <ac:spMkLst>
            <pc:docMk/>
            <pc:sldMk cId="3904508791" sldId="261"/>
            <ac:spMk id="11" creationId="{AF5EDA24-25EF-E6BC-9441-7C245C97AFE8}"/>
          </ac:spMkLst>
        </pc:spChg>
        <pc:picChg chg="add mod">
          <ac:chgData name="Sládeček David" userId="S::sladecek@hradebni.cz::474d93f0-3a32-49cc-b837-47806091b590" providerId="AD" clId="Web-{8BBA3DEF-C381-4BD7-9D30-030E34ECD780}" dt="2026-03-09T05:57:16.163" v="180"/>
          <ac:picMkLst>
            <pc:docMk/>
            <pc:sldMk cId="3904508791" sldId="261"/>
            <ac:picMk id="6" creationId="{A15DC98C-2186-4012-4467-69E52CDB13EE}"/>
          </ac:picMkLst>
        </pc:picChg>
      </pc:sldChg>
      <pc:sldChg chg="del">
        <pc:chgData name="Sládeček David" userId="S::sladecek@hradebni.cz::474d93f0-3a32-49cc-b837-47806091b590" providerId="AD" clId="Web-{8BBA3DEF-C381-4BD7-9D30-030E34ECD780}" dt="2026-03-09T05:48:16.823" v="28"/>
        <pc:sldMkLst>
          <pc:docMk/>
          <pc:sldMk cId="2401807858" sldId="262"/>
        </pc:sldMkLst>
      </pc:sldChg>
      <pc:sldChg chg="delSp modSp new mod modClrScheme chgLayout">
        <pc:chgData name="Sládeček David" userId="S::sladecek@hradebni.cz::474d93f0-3a32-49cc-b837-47806091b590" providerId="AD" clId="Web-{8BBA3DEF-C381-4BD7-9D30-030E34ECD780}" dt="2026-03-09T05:58:53.288" v="206" actId="20577"/>
        <pc:sldMkLst>
          <pc:docMk/>
          <pc:sldMk cId="2583414571" sldId="262"/>
        </pc:sldMkLst>
        <pc:spChg chg="mod ord">
          <ac:chgData name="Sládeček David" userId="S::sladecek@hradebni.cz::474d93f0-3a32-49cc-b837-47806091b590" providerId="AD" clId="Web-{8BBA3DEF-C381-4BD7-9D30-030E34ECD780}" dt="2026-03-09T05:58:53.288" v="206" actId="20577"/>
          <ac:spMkLst>
            <pc:docMk/>
            <pc:sldMk cId="2583414571" sldId="262"/>
            <ac:spMk id="2" creationId="{B0F35AA6-C5FF-CA51-BED5-B47D5D77DFAF}"/>
          </ac:spMkLst>
        </pc:spChg>
        <pc:spChg chg="mod ord">
          <ac:chgData name="Sládeček David" userId="S::sladecek@hradebni.cz::474d93f0-3a32-49cc-b837-47806091b590" providerId="AD" clId="Web-{8BBA3DEF-C381-4BD7-9D30-030E34ECD780}" dt="2026-03-09T05:58:45.742" v="203" actId="20577"/>
          <ac:spMkLst>
            <pc:docMk/>
            <pc:sldMk cId="2583414571" sldId="262"/>
            <ac:spMk id="3" creationId="{B0B6036E-47B6-3C2D-64C1-479E45D9045E}"/>
          </ac:spMkLst>
        </pc:spChg>
        <pc:spChg chg="del">
          <ac:chgData name="Sládeček David" userId="S::sladecek@hradebni.cz::474d93f0-3a32-49cc-b837-47806091b590" providerId="AD" clId="Web-{8BBA3DEF-C381-4BD7-9D30-030E34ECD780}" dt="2026-03-09T05:58:18.663" v="194"/>
          <ac:spMkLst>
            <pc:docMk/>
            <pc:sldMk cId="2583414571" sldId="262"/>
            <ac:spMk id="4" creationId="{54A9015E-20E0-858F-8048-67262AD1714F}"/>
          </ac:spMkLst>
        </pc:spChg>
        <pc:spChg chg="mod ord">
          <ac:chgData name="Sládeček David" userId="S::sladecek@hradebni.cz::474d93f0-3a32-49cc-b837-47806091b590" providerId="AD" clId="Web-{8BBA3DEF-C381-4BD7-9D30-030E34ECD780}" dt="2026-03-09T05:58:18.663" v="194"/>
          <ac:spMkLst>
            <pc:docMk/>
            <pc:sldMk cId="2583414571" sldId="262"/>
            <ac:spMk id="5" creationId="{5EE51837-7079-1CDC-3722-572036D765FE}"/>
          </ac:spMkLst>
        </pc:spChg>
      </pc:sldChg>
      <pc:sldChg chg="addSp modSp add replId">
        <pc:chgData name="Sládeček David" userId="S::sladecek@hradebni.cz::474d93f0-3a32-49cc-b837-47806091b590" providerId="AD" clId="Web-{8BBA3DEF-C381-4BD7-9D30-030E34ECD780}" dt="2026-03-09T06:05:33.622" v="304" actId="20577"/>
        <pc:sldMkLst>
          <pc:docMk/>
          <pc:sldMk cId="254139521" sldId="263"/>
        </pc:sldMkLst>
        <pc:spChg chg="mod">
          <ac:chgData name="Sládeček David" userId="S::sladecek@hradebni.cz::474d93f0-3a32-49cc-b837-47806091b590" providerId="AD" clId="Web-{8BBA3DEF-C381-4BD7-9D30-030E34ECD780}" dt="2026-03-09T06:00:16.461" v="217" actId="20577"/>
          <ac:spMkLst>
            <pc:docMk/>
            <pc:sldMk cId="254139521" sldId="263"/>
            <ac:spMk id="2" creationId="{7A50F08A-861C-CE6A-BF52-C2FCE70F2330}"/>
          </ac:spMkLst>
        </pc:spChg>
        <pc:spChg chg="mod">
          <ac:chgData name="Sládeček David" userId="S::sladecek@hradebni.cz::474d93f0-3a32-49cc-b837-47806091b590" providerId="AD" clId="Web-{8BBA3DEF-C381-4BD7-9D30-030E34ECD780}" dt="2026-03-09T06:05:33.622" v="304" actId="20577"/>
          <ac:spMkLst>
            <pc:docMk/>
            <pc:sldMk cId="254139521" sldId="263"/>
            <ac:spMk id="3" creationId="{5D2C349D-9DDC-44E9-F7BB-A7C6B5DCFCBB}"/>
          </ac:spMkLst>
        </pc:spChg>
        <pc:picChg chg="add mod">
          <ac:chgData name="Sládeček David" userId="S::sladecek@hradebni.cz::474d93f0-3a32-49cc-b837-47806091b590" providerId="AD" clId="Web-{8BBA3DEF-C381-4BD7-9D30-030E34ECD780}" dt="2026-03-09T06:00:48.774" v="228" actId="1076"/>
          <ac:picMkLst>
            <pc:docMk/>
            <pc:sldMk cId="254139521" sldId="263"/>
            <ac:picMk id="4" creationId="{4342BD49-87C2-DDC0-78A3-BBC78229C7FB}"/>
          </ac:picMkLst>
        </pc:picChg>
        <pc:picChg chg="add mod">
          <ac:chgData name="Sládeček David" userId="S::sladecek@hradebni.cz::474d93f0-3a32-49cc-b837-47806091b590" providerId="AD" clId="Web-{8BBA3DEF-C381-4BD7-9D30-030E34ECD780}" dt="2026-03-09T06:00:54.617" v="229" actId="14100"/>
          <ac:picMkLst>
            <pc:docMk/>
            <pc:sldMk cId="254139521" sldId="263"/>
            <ac:picMk id="6" creationId="{D978038A-2628-EDE0-C874-E1D91441BFD7}"/>
          </ac:picMkLst>
        </pc:picChg>
      </pc:sldChg>
      <pc:sldChg chg="del">
        <pc:chgData name="Sládeček David" userId="S::sladecek@hradebni.cz::474d93f0-3a32-49cc-b837-47806091b590" providerId="AD" clId="Web-{8BBA3DEF-C381-4BD7-9D30-030E34ECD780}" dt="2026-03-09T05:48:16.823" v="27"/>
        <pc:sldMkLst>
          <pc:docMk/>
          <pc:sldMk cId="1616455892" sldId="263"/>
        </pc:sldMkLst>
      </pc:sldChg>
      <pc:sldChg chg="modSp new">
        <pc:chgData name="Sládeček David" userId="S::sladecek@hradebni.cz::474d93f0-3a32-49cc-b837-47806091b590" providerId="AD" clId="Web-{8BBA3DEF-C381-4BD7-9D30-030E34ECD780}" dt="2026-03-09T06:01:43.119" v="260" actId="20577"/>
        <pc:sldMkLst>
          <pc:docMk/>
          <pc:sldMk cId="1403714787" sldId="264"/>
        </pc:sldMkLst>
        <pc:spChg chg="mod">
          <ac:chgData name="Sládeček David" userId="S::sladecek@hradebni.cz::474d93f0-3a32-49cc-b837-47806091b590" providerId="AD" clId="Web-{8BBA3DEF-C381-4BD7-9D30-030E34ECD780}" dt="2026-03-09T06:01:25.368" v="248" actId="20577"/>
          <ac:spMkLst>
            <pc:docMk/>
            <pc:sldMk cId="1403714787" sldId="264"/>
            <ac:spMk id="2" creationId="{E2E51745-FCBD-7733-679F-BD89691076CC}"/>
          </ac:spMkLst>
        </pc:spChg>
        <pc:spChg chg="mod">
          <ac:chgData name="Sládeček David" userId="S::sladecek@hradebni.cz::474d93f0-3a32-49cc-b837-47806091b590" providerId="AD" clId="Web-{8BBA3DEF-C381-4BD7-9D30-030E34ECD780}" dt="2026-03-09T06:01:43.119" v="260" actId="20577"/>
          <ac:spMkLst>
            <pc:docMk/>
            <pc:sldMk cId="1403714787" sldId="264"/>
            <ac:spMk id="3" creationId="{CD6B1237-1102-253D-C53F-2DD0343E0DFD}"/>
          </ac:spMkLst>
        </pc:spChg>
      </pc:sldChg>
      <pc:sldChg chg="del">
        <pc:chgData name="Sládeček David" userId="S::sladecek@hradebni.cz::474d93f0-3a32-49cc-b837-47806091b590" providerId="AD" clId="Web-{8BBA3DEF-C381-4BD7-9D30-030E34ECD780}" dt="2026-03-09T05:48:16.823" v="26"/>
        <pc:sldMkLst>
          <pc:docMk/>
          <pc:sldMk cId="2127412297" sldId="264"/>
        </pc:sldMkLst>
      </pc:sldChg>
      <pc:sldChg chg="del">
        <pc:chgData name="Sládeček David" userId="S::sladecek@hradebni.cz::474d93f0-3a32-49cc-b837-47806091b590" providerId="AD" clId="Web-{8BBA3DEF-C381-4BD7-9D30-030E34ECD780}" dt="2026-03-09T05:48:16.823" v="25"/>
        <pc:sldMkLst>
          <pc:docMk/>
          <pc:sldMk cId="3014329788" sldId="265"/>
        </pc:sldMkLst>
      </pc:sldChg>
      <pc:sldChg chg="modSp add ord replId">
        <pc:chgData name="Sládeček David" userId="S::sladecek@hradebni.cz::474d93f0-3a32-49cc-b837-47806091b590" providerId="AD" clId="Web-{8BBA3DEF-C381-4BD7-9D30-030E34ECD780}" dt="2026-03-09T06:05:41.341" v="305"/>
        <pc:sldMkLst>
          <pc:docMk/>
          <pc:sldMk cId="3361551384" sldId="265"/>
        </pc:sldMkLst>
        <pc:spChg chg="mod">
          <ac:chgData name="Sládeček David" userId="S::sladecek@hradebni.cz::474d93f0-3a32-49cc-b837-47806091b590" providerId="AD" clId="Web-{8BBA3DEF-C381-4BD7-9D30-030E34ECD780}" dt="2026-03-09T06:04:59.089" v="279" actId="20577"/>
          <ac:spMkLst>
            <pc:docMk/>
            <pc:sldMk cId="3361551384" sldId="265"/>
            <ac:spMk id="3" creationId="{BFF2C273-557B-8BC9-961C-54D94DF527E4}"/>
          </ac:spMkLst>
        </pc:spChg>
      </pc:sldChg>
      <pc:sldChg chg="addSp modSp new">
        <pc:chgData name="Sládeček David" userId="S::sladecek@hradebni.cz::474d93f0-3a32-49cc-b837-47806091b590" providerId="AD" clId="Web-{8BBA3DEF-C381-4BD7-9D30-030E34ECD780}" dt="2026-03-09T06:09:55.112" v="362" actId="1076"/>
        <pc:sldMkLst>
          <pc:docMk/>
          <pc:sldMk cId="2602923623" sldId="266"/>
        </pc:sldMkLst>
        <pc:spChg chg="mod">
          <ac:chgData name="Sládeček David" userId="S::sladecek@hradebni.cz::474d93f0-3a32-49cc-b837-47806091b590" providerId="AD" clId="Web-{8BBA3DEF-C381-4BD7-9D30-030E34ECD780}" dt="2026-03-09T06:07:54.547" v="330" actId="20577"/>
          <ac:spMkLst>
            <pc:docMk/>
            <pc:sldMk cId="2602923623" sldId="266"/>
            <ac:spMk id="2" creationId="{A42E6E6F-81C0-BA86-573E-ED382D3A4351}"/>
          </ac:spMkLst>
        </pc:spChg>
        <pc:spChg chg="mod">
          <ac:chgData name="Sládeček David" userId="S::sladecek@hradebni.cz::474d93f0-3a32-49cc-b837-47806091b590" providerId="AD" clId="Web-{8BBA3DEF-C381-4BD7-9D30-030E34ECD780}" dt="2026-03-09T06:09:50.502" v="360" actId="20577"/>
          <ac:spMkLst>
            <pc:docMk/>
            <pc:sldMk cId="2602923623" sldId="266"/>
            <ac:spMk id="3" creationId="{C478ACBE-4A2C-9B17-2EBE-2E4548B5E149}"/>
          </ac:spMkLst>
        </pc:spChg>
        <pc:picChg chg="add mod">
          <ac:chgData name="Sládeček David" userId="S::sladecek@hradebni.cz::474d93f0-3a32-49cc-b837-47806091b590" providerId="AD" clId="Web-{8BBA3DEF-C381-4BD7-9D30-030E34ECD780}" dt="2026-03-09T06:09:55.112" v="362" actId="1076"/>
          <ac:picMkLst>
            <pc:docMk/>
            <pc:sldMk cId="2602923623" sldId="266"/>
            <ac:picMk id="5" creationId="{3F1CA6C6-50CB-15FD-E00C-56CD7BF48EA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7DCA4C-7825-44A0-B31A-4BAD6120D580}" type="datetime1">
              <a:rPr lang="cs-CZ" smtClean="0"/>
              <a:t>08.03.2026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CCFE8D-08E6-40AC-BF4B-494C67BC535C}" type="datetime1">
              <a:rPr lang="cs-CZ" smtClean="0"/>
              <a:t>08.03.2026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446535" y="3085766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81193" y="2495447"/>
            <a:ext cx="10993547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C4697-A511-4167-98D5-E240268A2670}" type="datetime1">
              <a:rPr lang="cs-CZ" smtClean="0"/>
              <a:t>08.03.2026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4" y="2340864"/>
            <a:ext cx="11029615" cy="3634486"/>
          </a:xfrm>
        </p:spPr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5B38F-3440-48E9-8BA6-B9B0E297B628}" type="datetime1">
              <a:rPr lang="cs-CZ" smtClean="0"/>
              <a:t>08.03.2026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7818" y="5141976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4" y="2393952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CB43DD-355E-4ACB-AF6B-F0A0D93B1FF7}" type="datetime1">
              <a:rPr lang="cs-CZ" smtClean="0"/>
              <a:t>08.03.2026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0DC0DA-1C84-4CFB-A589-758D033EC754}" type="datetime1">
              <a:rPr lang="cs-CZ" smtClean="0"/>
              <a:t>08.03.2026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3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81194" y="2926054"/>
            <a:ext cx="5194767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16039" y="2250894"/>
            <a:ext cx="5194771" cy="553373"/>
          </a:xfrm>
        </p:spPr>
        <p:txBody>
          <a:bodyPr rtlCol="0" anchor="ctr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16037" y="2926054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8CB40-5E53-430A-BC80-66A7330A3E11}" type="datetime1">
              <a:rPr lang="cs-CZ" smtClean="0"/>
              <a:t>08.03.2026</a:t>
            </a:fld>
            <a:endParaRPr lang="en-US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/>
          <p:cNvSpPr>
            <a:spLocks noGrp="1"/>
          </p:cNvSpPr>
          <p:nvPr>
            <p:ph type="title"/>
          </p:nvPr>
        </p:nvSpPr>
        <p:spPr>
          <a:xfrm>
            <a:off x="575895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030092-A1C2-46B4-B050-3676FFA9CD44}" type="datetime1">
              <a:rPr lang="cs-CZ" smtClean="0"/>
              <a:t>08.03.2026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CD7C02-7CC9-44AF-9768-6A6F42347937}" type="datetime1">
              <a:rPr lang="cs-CZ" smtClean="0"/>
              <a:t>08.03.2026</a:t>
            </a:fld>
            <a:endParaRPr lang="en-US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>
            <a:spLocks noChangeAspect="1"/>
          </p:cNvSpPr>
          <p:nvPr/>
        </p:nvSpPr>
        <p:spPr>
          <a:xfrm>
            <a:off x="447817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7858" y="933452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767858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56918"/>
            <a:ext cx="2844799" cy="365125"/>
          </a:xfrm>
        </p:spPr>
        <p:txBody>
          <a:bodyPr rtlCol="0"/>
          <a:lstStyle/>
          <a:p>
            <a:pPr rtl="0"/>
            <a:fld id="{4E756D9B-B1BA-4BAF-99A5-DC08EF34F207}" type="datetime1">
              <a:rPr lang="cs-CZ" smtClean="0"/>
              <a:t>08.03.2026</a:t>
            </a:fld>
            <a:endParaRPr lang="en-US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2"/>
            <a:ext cx="6917211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8"/>
            <a:ext cx="1052511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447817" y="641352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rtl="0"/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295CD-EF07-4568-A35E-D8DFD54CCEB6}" type="datetime1">
              <a:rPr lang="cs-CZ" smtClean="0"/>
              <a:t>08.03.2026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2422F-D08F-49D0-98CD-DC7D2F2607DE}" type="datetime1">
              <a:rPr lang="cs-CZ" smtClean="0"/>
              <a:t>08.03.2026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774925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Zástupný symbol pro datum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72C44F-B7A3-4350-988C-CFC166A0AA82}" type="datetime1">
              <a:rPr lang="cs-CZ" smtClean="0"/>
              <a:t>08.03.2026</a:t>
            </a:fld>
            <a:endParaRPr lang="en-US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Zástupný symbol pro číslo snímku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"/>
              <a:t>Kliknutím můžete upravit styl předlohy nadpisů.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2336004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605953" y="6423916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00C9E6-3834-4C30-AC74-37ACA7F99694}" type="datetime1">
              <a:rPr lang="cs-CZ" smtClean="0"/>
              <a:t>08.03.2026</a:t>
            </a:fld>
            <a:endParaRPr lang="en-US" dirty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581192" y="6423916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58301" y="6423916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délník 8"/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0" name="Obdélní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1" name="Obdélník 10"/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Obdélní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35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894" y="1622574"/>
            <a:ext cx="8245162" cy="757011"/>
          </a:xfrm>
        </p:spPr>
        <p:txBody>
          <a:bodyPr rtlCol="0">
            <a:normAutofit/>
          </a:bodyPr>
          <a:lstStyle/>
          <a:p>
            <a:pPr rtl="0"/>
            <a:r>
              <a:rPr lang="cs" dirty="0"/>
              <a:t>Programování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9895" y="2322999"/>
            <a:ext cx="8245160" cy="757011"/>
          </a:xfrm>
        </p:spPr>
        <p:txBody>
          <a:bodyPr rtlCol="0">
            <a:normAutofit/>
          </a:bodyPr>
          <a:lstStyle/>
          <a:p>
            <a:r>
              <a:rPr lang="cs" sz="1800"/>
              <a:t>Práce s pamětí a další datové struktury</a:t>
            </a:r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8901" y="1200150"/>
            <a:ext cx="2777490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5373" y="1200150"/>
            <a:ext cx="2777490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610" y="1197482"/>
            <a:ext cx="2777490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pic>
        <p:nvPicPr>
          <p:cNvPr id="6" name="Obrázek 5" descr="Logo v detailu&#10;&#10;Automaticky generovaný popi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0550" y="3168650"/>
            <a:ext cx="8445500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F87491-FBAF-3B03-5FE9-CCD296F68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/>
              <a:t> Referenční A Hodnotové datové typy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C4C0B8-0CAE-77F1-0707-C114D2A6A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2250891"/>
            <a:ext cx="5194769" cy="557784"/>
          </a:xfrm>
        </p:spPr>
        <p:txBody>
          <a:bodyPr/>
          <a:lstStyle/>
          <a:p>
            <a:r>
              <a:rPr lang="en-US" sz="1800" b="1"/>
              <a:t>REFERENČNÍ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DBE42A12-6419-0BCB-8694-4CF07BBEB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4" y="2926054"/>
            <a:ext cx="5194767" cy="2934999"/>
          </a:xfrm>
        </p:spPr>
        <p:txBody>
          <a:bodyPr anchor="t">
            <a:normAutofit/>
          </a:bodyPr>
          <a:lstStyle/>
          <a:p>
            <a:pPr marL="285750" indent="-285750"/>
            <a:r>
              <a:rPr lang="cs-CZ"/>
              <a:t>Objekty</a:t>
            </a:r>
          </a:p>
          <a:p>
            <a:pPr marL="285750" indent="-285750"/>
            <a:r>
              <a:rPr lang="cs-CZ"/>
              <a:t>String</a:t>
            </a:r>
          </a:p>
          <a:p>
            <a:pPr marL="285750" indent="-285750"/>
            <a:r>
              <a:rPr lang="cs-CZ"/>
              <a:t>Pole</a:t>
            </a:r>
          </a:p>
          <a:p>
            <a:pPr marL="305435" indent="-305435"/>
            <a:endParaRPr lang="cs-CZ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A2EBF41-DB48-B501-3102-5458A52DEA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6039" y="2250894"/>
            <a:ext cx="5194771" cy="553373"/>
          </a:xfrm>
        </p:spPr>
        <p:txBody>
          <a:bodyPr/>
          <a:lstStyle/>
          <a:p>
            <a:r>
              <a:rPr lang="en-US" sz="1800" b="1"/>
              <a:t>HODNOTOVÉ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41DA8E-AAF9-844B-C867-B5AC48D47D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6037" y="2926054"/>
            <a:ext cx="5194771" cy="2934999"/>
          </a:xfrm>
        </p:spPr>
        <p:txBody>
          <a:bodyPr anchor="t">
            <a:normAutofit/>
          </a:bodyPr>
          <a:lstStyle/>
          <a:p>
            <a:pPr marL="285750" indent="-285750"/>
            <a:r>
              <a:rPr lang="cs-CZ"/>
              <a:t>Numerické (int, long, double, …)</a:t>
            </a:r>
          </a:p>
          <a:p>
            <a:pPr marL="285750" indent="-285750"/>
            <a:r>
              <a:rPr lang="cs-CZ"/>
              <a:t>Logické (bool)</a:t>
            </a:r>
          </a:p>
          <a:p>
            <a:pPr marL="285750" indent="-285750"/>
            <a:r>
              <a:rPr lang="cs-CZ"/>
              <a:t>Znakové (char)</a:t>
            </a:r>
          </a:p>
          <a:p>
            <a:pPr marL="285750" indent="-285750"/>
            <a:r>
              <a:rPr lang="cs-CZ"/>
              <a:t>Výčtový typ (enum)</a:t>
            </a:r>
          </a:p>
          <a:p>
            <a:pPr marL="285750" indent="-285750"/>
            <a:r>
              <a:rPr lang="cs-CZ"/>
              <a:t>Struktury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E09296A-9987-B7A9-6256-AADB447BD6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08.03.2026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882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863373-BCE2-62B3-9A14-E4F949C7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Ukládání do paměti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7AE2C17-5AFC-6EB2-0391-A6879A410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>
              <a:lnSpc>
                <a:spcPct val="100000"/>
              </a:lnSpc>
            </a:pPr>
            <a:r>
              <a:rPr lang="cs-CZ">
                <a:latin typeface="Franklin Gothic Book"/>
              </a:rPr>
              <a:t>Hodnotové datové typy jsou ukládány přímo na zásobník (LIFO)</a:t>
            </a:r>
          </a:p>
          <a:p>
            <a:pPr marL="305435" indent="-305435">
              <a:lnSpc>
                <a:spcPct val="100000"/>
              </a:lnSpc>
            </a:pPr>
            <a:r>
              <a:rPr lang="cs-CZ">
                <a:latin typeface="Franklin Gothic Book"/>
              </a:rPr>
              <a:t>Data jsou uložena přímo v paměti, na kterou odkazuje proměnná</a:t>
            </a:r>
            <a:endParaRPr lang="cs-CZ"/>
          </a:p>
          <a:p>
            <a:pPr marL="0" indent="0">
              <a:lnSpc>
                <a:spcPct val="100000"/>
              </a:lnSpc>
              <a:buNone/>
            </a:pPr>
            <a:endParaRPr lang="cs-CZ" dirty="0"/>
          </a:p>
          <a:p>
            <a:pPr marL="305435" indent="-305435">
              <a:lnSpc>
                <a:spcPct val="100000"/>
              </a:lnSpc>
            </a:pPr>
            <a:r>
              <a:rPr lang="cs-CZ">
                <a:latin typeface="Franklin Gothic Book"/>
              </a:rPr>
              <a:t>Referenční datové typy mají hodnotu uloženou na haldě (heap)</a:t>
            </a:r>
            <a:endParaRPr lang="cs-CZ"/>
          </a:p>
          <a:p>
            <a:pPr marL="305435" indent="-305435">
              <a:lnSpc>
                <a:spcPct val="100000"/>
              </a:lnSpc>
            </a:pPr>
            <a:r>
              <a:rPr lang="cs-CZ">
                <a:latin typeface="Franklin Gothic Book"/>
              </a:rPr>
              <a:t>V zásobníku je uložen pouze referenční odkaz na haldu</a:t>
            </a:r>
            <a:endParaRPr lang="cs-CZ"/>
          </a:p>
          <a:p>
            <a:pPr marL="305435" indent="-305435">
              <a:lnSpc>
                <a:spcPct val="100000"/>
              </a:lnSpc>
            </a:pPr>
            <a:endParaRPr lang="cs-CZ" dirty="0">
              <a:solidFill>
                <a:srgbClr val="404040"/>
              </a:solidFill>
              <a:latin typeface="Franklin Gothic Book"/>
            </a:endParaRPr>
          </a:p>
          <a:p>
            <a:pPr marL="305435" indent="-305435">
              <a:lnSpc>
                <a:spcPct val="100000"/>
              </a:lnSpc>
            </a:pPr>
            <a:r>
              <a:rPr lang="cs-CZ">
                <a:latin typeface="Franklin Gothic Book"/>
              </a:rPr>
              <a:t>Každá aplikace má vyhrazenou kapacitu zásobníku</a:t>
            </a:r>
            <a:endParaRPr lang="cs-CZ"/>
          </a:p>
          <a:p>
            <a:pPr marL="305435" indent="-305435">
              <a:lnSpc>
                <a:spcPct val="100000"/>
              </a:lnSpc>
            </a:pPr>
            <a:r>
              <a:rPr lang="cs-CZ">
                <a:latin typeface="Franklin Gothic Book"/>
              </a:rPr>
              <a:t>Pro praktickou činnost není samotné uložení proměnných zásadní (Je ovšem třeba mít tento fakt na paměti)</a:t>
            </a:r>
            <a:endParaRPr lang="cs-CZ"/>
          </a:p>
          <a:p>
            <a:pPr marL="305435" indent="-305435"/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93ADBBA-96F1-E233-1950-89338AFA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08.03.2026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667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82EBA4-481F-B0A2-0FFB-8ABECD2ED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/>
              <a:t>Ukládání do paměti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AE1E7E9-C746-E0BE-215F-28BB0ACCC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/>
              <a:t>S využitím adresace (pointer) lze mít více referenčních proměnných ukazující na stejnou hodnotu</a:t>
            </a:r>
          </a:p>
          <a:p>
            <a:pPr marL="305435" indent="-305435"/>
            <a:r>
              <a:rPr lang="cs-CZ"/>
              <a:t>Reference tak zůstává odkazovat na stejnou část v paměti, ale hodnota se může měnit </a:t>
            </a:r>
          </a:p>
          <a:p>
            <a:pPr marL="305435" indent="-305435"/>
            <a:r>
              <a:rPr lang="cs-CZ"/>
              <a:t>O správu paměti, zejména její uvolňování se stará </a:t>
            </a:r>
            <a:r>
              <a:rPr lang="cs-CZ" b="1"/>
              <a:t>GARBAGE COLLECTOR</a:t>
            </a:r>
            <a:endParaRPr lang="cs-CZ"/>
          </a:p>
          <a:p>
            <a:pPr marL="305435" indent="-305435"/>
            <a:endParaRPr lang="cs-CZ" dirty="0"/>
          </a:p>
        </p:txBody>
      </p:sp>
      <p:pic>
        <p:nvPicPr>
          <p:cNvPr id="5" name="Obrázek 4" descr="Obsah obrázku text, snímek obrazovky, diagram, Písmo&#10;&#10;Obsah generovaný pomocí AI může být nesprávný.">
            <a:extLst>
              <a:ext uri="{FF2B5EF4-FFF2-40B4-BE49-F238E27FC236}">
                <a16:creationId xmlns:a16="http://schemas.microsoft.com/office/drawing/2014/main" id="{0480BCD1-AE70-7DE1-C5DB-FE4B9A6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1" y="2947133"/>
            <a:ext cx="5194769" cy="2194789"/>
          </a:xfrm>
          <a:prstGeom prst="rect">
            <a:avLst/>
          </a:prstGeom>
          <a:noFill/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34355C6-DAC2-A6AF-643C-993FEE8FBC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08.03.2026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57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F5EDA24-25EF-E6BC-9441-7C245C97A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ZÁSOBNÍK (STACK)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0E4A5F1-D3CF-0741-4931-FF7478769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/>
              <a:t>Datová struktura pro dočasné ukládání paměti</a:t>
            </a:r>
          </a:p>
          <a:p>
            <a:pPr marL="305435" indent="-305435"/>
            <a:r>
              <a:rPr lang="cs-CZ"/>
              <a:t>Každý námi vytvářený program má pevně stanovenou velikost zásobníku</a:t>
            </a:r>
          </a:p>
          <a:p>
            <a:pPr marL="305435" indent="-305435"/>
            <a:r>
              <a:rPr lang="cs-CZ"/>
              <a:t>Poslední uložená položka do paměti je první vybrána (LIFO)</a:t>
            </a:r>
          </a:p>
          <a:p>
            <a:pPr marL="305435" indent="-305435"/>
            <a:r>
              <a:rPr lang="cs-CZ"/>
              <a:t>Zásobník má definované dno (prázdný zásobník) a vrchol</a:t>
            </a:r>
          </a:p>
          <a:p>
            <a:pPr marL="305435" indent="-305435"/>
            <a:r>
              <a:rPr lang="cs-CZ"/>
              <a:t>Pro práci se zásobníkem se využívají funkce </a:t>
            </a:r>
            <a:r>
              <a:rPr lang="cs-CZ" b="1"/>
              <a:t>push </a:t>
            </a:r>
            <a:r>
              <a:rPr lang="cs-CZ"/>
              <a:t>(vložení) a </a:t>
            </a:r>
            <a:r>
              <a:rPr lang="cs-CZ" b="1"/>
              <a:t>pop</a:t>
            </a:r>
            <a:r>
              <a:rPr lang="cs-CZ"/>
              <a:t> (vyjmutí)</a:t>
            </a:r>
          </a:p>
          <a:p>
            <a:pPr marL="305435" indent="-305435"/>
            <a:endParaRPr lang="cs-CZ" dirty="0"/>
          </a:p>
        </p:txBody>
      </p:sp>
      <p:pic>
        <p:nvPicPr>
          <p:cNvPr id="6" name="Obrázek 5" descr="Obsah obrázku řada/pruh, žlutá, Obdélník, design&#10;&#10;Obsah generovaný pomocí AI může být nesprávný.">
            <a:extLst>
              <a:ext uri="{FF2B5EF4-FFF2-40B4-BE49-F238E27FC236}">
                <a16:creationId xmlns:a16="http://schemas.microsoft.com/office/drawing/2014/main" id="{A15DC98C-2186-4012-4467-69E52CDB1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443" y="2228004"/>
            <a:ext cx="3623965" cy="3633047"/>
          </a:xfrm>
          <a:prstGeom prst="rect">
            <a:avLst/>
          </a:prstGeom>
          <a:noFill/>
        </p:spPr>
      </p:pic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9CDC475-DBEE-B3FE-D842-E2EF4891C3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D0DC0DA-1C84-4CFB-A589-758D033EC754}" type="datetime1">
              <a:rPr lang="cs-CZ" smtClean="0"/>
              <a:pPr rtl="0">
                <a:spcAft>
                  <a:spcPts val="600"/>
                </a:spcAft>
              </a:pPr>
              <a:t>08.03.2026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08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F35AA6-C5FF-CA51-BED5-B47D5D77D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Halda (heap)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B6036E-47B6-3C2D-64C1-479E45D90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 sz="1800">
                <a:latin typeface="Century Gothic"/>
              </a:rPr>
              <a:t>Dynamicky alokovaná oblast paměti spravovaná .NET runtime</a:t>
            </a:r>
            <a:endParaRPr lang="cs-CZ"/>
          </a:p>
          <a:p>
            <a:pPr marL="305435" indent="-305435"/>
            <a:r>
              <a:rPr lang="cs-CZ" sz="1800">
                <a:latin typeface="Century Gothic"/>
              </a:rPr>
              <a:t>Objekty na haldě existují tak dlouho, dokud na ně existuje alespoň jedna reference</a:t>
            </a:r>
            <a:endParaRPr lang="cs-CZ"/>
          </a:p>
          <a:p>
            <a:pPr marL="0" indent="0">
              <a:buNone/>
            </a:pPr>
            <a:endParaRPr lang="cs-CZ" sz="1800" dirty="0">
              <a:solidFill>
                <a:srgbClr val="353535"/>
              </a:solidFill>
              <a:latin typeface="Wingdings 3"/>
              <a:sym typeface="Wingdings 3"/>
            </a:endParaRPr>
          </a:p>
          <a:p>
            <a:pPr marL="305435" indent="-305435"/>
            <a:r>
              <a:rPr lang="cs-CZ" sz="1800">
                <a:latin typeface="Century Gothic"/>
              </a:rPr>
              <a:t>Na rozdíl od zásobníku nemá halda pevně danou velikost</a:t>
            </a:r>
            <a:endParaRPr lang="cs-CZ"/>
          </a:p>
          <a:p>
            <a:pPr marL="305435" indent="-305435"/>
            <a:r>
              <a:rPr lang="cs-CZ" sz="1800">
                <a:latin typeface="Century Gothic"/>
              </a:rPr>
              <a:t>Alokace a uvolňování paměti je pomalejší než u zásobníku</a:t>
            </a:r>
            <a:endParaRPr lang="cs-CZ"/>
          </a:p>
          <a:p>
            <a:pPr marL="305435" indent="-305435"/>
            <a:endParaRPr lang="cs-CZ" sz="1800" dirty="0">
              <a:solidFill>
                <a:srgbClr val="353535"/>
              </a:solidFill>
              <a:latin typeface="Wingdings 3"/>
              <a:sym typeface="Wingdings 3"/>
            </a:endParaRPr>
          </a:p>
          <a:p>
            <a:pPr marL="305435" indent="-305435"/>
            <a:r>
              <a:rPr lang="cs-CZ" sz="1800">
                <a:latin typeface="Century Gothic"/>
              </a:rPr>
              <a:t>Uvolňování paměti z haldy zajišťuje Garbage Collector automaticky</a:t>
            </a:r>
            <a:endParaRPr lang="cs-CZ"/>
          </a:p>
          <a:p>
            <a:pPr marL="305435" indent="-305435"/>
            <a:r>
              <a:rPr lang="cs-CZ" sz="1800">
                <a:latin typeface="Century Gothic"/>
              </a:rPr>
              <a:t>Při nedostatku paměti na haldě dochází k výjimce OutOfMemoryException</a:t>
            </a:r>
            <a:endParaRPr lang="cs-CZ"/>
          </a:p>
          <a:p>
            <a:pPr marL="305435" indent="-305435"/>
            <a:endParaRPr lang="cs-CZ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EE51837-7079-1CDC-3722-572036D76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D0DC0DA-1C84-4CFB-A589-758D033EC754}" type="datetime1">
              <a:rPr lang="cs-CZ" smtClean="0"/>
              <a:t>08.03.2026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414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97D87-43C2-16DB-15CF-6CE120946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50F08A-861C-CE6A-BF52-C2FCE70F2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Minimová a maximová halda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2C349D-9DDC-44E9-F7BB-A7C6B5DCF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2340864"/>
            <a:ext cx="5339356" cy="3634486"/>
          </a:xfrm>
        </p:spPr>
        <p:txBody>
          <a:bodyPr>
            <a:normAutofit lnSpcReduction="10000"/>
          </a:bodyPr>
          <a:lstStyle/>
          <a:p>
            <a:pPr marL="305435" indent="-305435"/>
            <a:r>
              <a:rPr lang="cs-CZ" sz="1800">
                <a:latin typeface="Century Gothic"/>
              </a:rPr>
              <a:t>Vkládáme</a:t>
            </a:r>
            <a:r>
              <a:rPr lang="cs-CZ" sz="1800" dirty="0">
                <a:solidFill>
                  <a:srgbClr val="404040"/>
                </a:solidFill>
                <a:latin typeface="Century Gothic"/>
              </a:rPr>
              <a:t> </a:t>
            </a:r>
            <a:r>
              <a:rPr lang="cs-CZ" sz="1800">
                <a:latin typeface="Century Gothic"/>
              </a:rPr>
              <a:t>na první volnou pozici – následně dochází k úpravě haldy</a:t>
            </a:r>
            <a:endParaRPr lang="cs-CZ" sz="1800">
              <a:solidFill>
                <a:srgbClr val="000000"/>
              </a:solidFill>
              <a:latin typeface="Century Gothic"/>
            </a:endParaRPr>
          </a:p>
          <a:p>
            <a:pPr marL="305435" indent="-305435"/>
            <a:r>
              <a:rPr lang="cs-CZ" sz="1800">
                <a:solidFill>
                  <a:srgbClr val="404040"/>
                </a:solidFill>
                <a:latin typeface="Century Gothic"/>
              </a:rPr>
              <a:t>Jednotlivé vložené prvky se nazývají uzly</a:t>
            </a:r>
            <a:endParaRPr lang="cs-CZ"/>
          </a:p>
          <a:p>
            <a:pPr marL="305435" indent="-305435"/>
            <a:r>
              <a:rPr lang="cs-CZ" sz="1800">
                <a:latin typeface="Century Gothic"/>
              </a:rPr>
              <a:t>Graficky nejvýše umístěný uzel se nazývá kořen</a:t>
            </a:r>
            <a:endParaRPr lang="cs-CZ" sz="1800" dirty="0">
              <a:latin typeface="Century Gothic"/>
            </a:endParaRPr>
          </a:p>
          <a:p>
            <a:pPr marL="305435" indent="-305435"/>
            <a:r>
              <a:rPr lang="cs-CZ" sz="1800">
                <a:latin typeface="Century Gothic"/>
              </a:rPr>
              <a:t>Samotné umístění prvku závisí o který typ haldy (MIN/MAX) se jedná</a:t>
            </a:r>
            <a:endParaRPr lang="cs-CZ"/>
          </a:p>
          <a:p>
            <a:pPr marL="305435" indent="-305435"/>
            <a:r>
              <a:rPr lang="cs-CZ" sz="1800">
                <a:latin typeface="Century Gothic"/>
              </a:rPr>
              <a:t>Po vložení prvku je halda postupně upravována tak, aby odpovídala MIN/MAX haldě</a:t>
            </a:r>
            <a:endParaRPr lang="cs-CZ"/>
          </a:p>
          <a:p>
            <a:pPr marL="305435" indent="-305435"/>
            <a:endParaRPr lang="cs-CZ" sz="1800" dirty="0">
              <a:latin typeface="Century Gothic"/>
            </a:endParaRP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9C729AD-ED89-FF16-FE8D-C622C7050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D0DC0DA-1C84-4CFB-A589-758D033EC754}" type="datetime1">
              <a:rPr lang="cs-CZ" smtClean="0"/>
              <a:t>08.03.2026</a:t>
            </a:fld>
            <a:endParaRPr lang="en-US" dirty="0"/>
          </a:p>
        </p:txBody>
      </p:sp>
      <p:pic>
        <p:nvPicPr>
          <p:cNvPr id="4" name="Obrázek 3" descr="Obsah obrázku kruh, skica, kresba, bílé&#10;&#10;Obsah generovaný pomocí AI může být nesprávný.">
            <a:extLst>
              <a:ext uri="{FF2B5EF4-FFF2-40B4-BE49-F238E27FC236}">
                <a16:creationId xmlns:a16="http://schemas.microsoft.com/office/drawing/2014/main" id="{4342BD49-87C2-DDC0-78A3-BBC78229C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008" y="3682155"/>
            <a:ext cx="4025984" cy="2798990"/>
          </a:xfrm>
          <a:prstGeom prst="rect">
            <a:avLst/>
          </a:prstGeom>
        </p:spPr>
      </p:pic>
      <p:pic>
        <p:nvPicPr>
          <p:cNvPr id="6" name="Obrázek 5" descr="Obsah obrázku kruh, skica, kresba, bílé&#10;&#10;Obsah generovaný pomocí AI může být nesprávný.">
            <a:extLst>
              <a:ext uri="{FF2B5EF4-FFF2-40B4-BE49-F238E27FC236}">
                <a16:creationId xmlns:a16="http://schemas.microsoft.com/office/drawing/2014/main" id="{D978038A-2628-EDE0-C874-E1D91441B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671" y="703428"/>
            <a:ext cx="4184321" cy="279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9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90910-2785-3E12-DC71-CF273FCB4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0964FE-9B38-CD9C-6785-B9E97968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Halda (heap)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FF2C273-557B-8BC9-961C-54D94DF52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cs-CZ" sz="1800" dirty="0">
              <a:latin typeface="Century Gothic"/>
            </a:endParaRPr>
          </a:p>
          <a:p>
            <a:pPr marL="305435" indent="-305435"/>
            <a:endParaRPr lang="cs-CZ" sz="1800" dirty="0">
              <a:latin typeface="Century Gothic"/>
            </a:endParaRPr>
          </a:p>
          <a:p>
            <a:pPr marL="305435" indent="-305435"/>
            <a:r>
              <a:rPr lang="cs-CZ" sz="1800" b="1">
                <a:latin typeface="Century Gothic"/>
              </a:rPr>
              <a:t>Vkládání (Heapify Up)</a:t>
            </a:r>
            <a:endParaRPr lang="cs-CZ" sz="1800"/>
          </a:p>
          <a:p>
            <a:pPr marL="305435" indent="-305435"/>
            <a:r>
              <a:rPr lang="cs-CZ" sz="1600">
                <a:latin typeface="Century Gothic"/>
              </a:rPr>
              <a:t>Nový prvek vložíme na první volné místo (poslední úroveň, zleva)</a:t>
            </a:r>
            <a:endParaRPr lang="cs-CZ" sz="1600"/>
          </a:p>
          <a:p>
            <a:pPr marL="305435" indent="-305435"/>
            <a:r>
              <a:rPr lang="cs-CZ" sz="1600">
                <a:latin typeface="Century Gothic"/>
              </a:rPr>
              <a:t>Porovnáme s rodičem – pokud porušuje podmínku haldy, prohodíme</a:t>
            </a:r>
            <a:endParaRPr lang="cs-CZ" sz="1600"/>
          </a:p>
          <a:p>
            <a:pPr marL="305435" indent="-305435"/>
            <a:r>
              <a:rPr lang="cs-CZ" sz="1600">
                <a:latin typeface="Century Gothic"/>
              </a:rPr>
              <a:t>Opakujeme, dokud není podmínka splněna nebo nedosáhneme kořene</a:t>
            </a:r>
            <a:endParaRPr lang="cs-CZ" sz="1600"/>
          </a:p>
          <a:p>
            <a:pPr marL="305435" indent="-305435"/>
            <a:endParaRPr lang="cs-CZ" sz="1800" dirty="0">
              <a:solidFill>
                <a:srgbClr val="353535"/>
              </a:solidFill>
              <a:latin typeface="Wingdings 3"/>
              <a:sym typeface="Wingdings 3"/>
            </a:endParaRPr>
          </a:p>
          <a:p>
            <a:pPr marL="305435" indent="-305435"/>
            <a:r>
              <a:rPr lang="cs-CZ" sz="1800" b="1">
                <a:latin typeface="Century Gothic"/>
              </a:rPr>
              <a:t>Mazání kořene (Heapify Down)</a:t>
            </a:r>
            <a:endParaRPr lang="cs-CZ" sz="1800"/>
          </a:p>
          <a:p>
            <a:pPr marL="305435" indent="-305435"/>
            <a:r>
              <a:rPr lang="cs-CZ" sz="1600">
                <a:latin typeface="Century Gothic"/>
              </a:rPr>
              <a:t>Kořen nahradíme posledním prvkem haldy, poslední odebereme</a:t>
            </a:r>
            <a:endParaRPr lang="cs-CZ" sz="1600"/>
          </a:p>
          <a:p>
            <a:pPr marL="305435" indent="-305435"/>
            <a:r>
              <a:rPr lang="cs-CZ" sz="1600">
                <a:latin typeface="Century Gothic"/>
              </a:rPr>
              <a:t>Nový kořen porovnáme s potomky – prohodíme s vhodným potomkem</a:t>
            </a:r>
            <a:endParaRPr lang="cs-CZ" sz="1600"/>
          </a:p>
          <a:p>
            <a:pPr marL="305435" indent="-305435"/>
            <a:r>
              <a:rPr lang="cs-CZ" sz="1600">
                <a:latin typeface="Century Gothic"/>
              </a:rPr>
              <a:t>Opakujeme směrem dolů, dokud není podmínka haldy obnovena</a:t>
            </a:r>
            <a:endParaRPr lang="cs-CZ"/>
          </a:p>
          <a:p>
            <a:pPr marL="305435" indent="-305435"/>
            <a:endParaRPr lang="cs-CZ" sz="1800" dirty="0">
              <a:latin typeface="Century Gothic"/>
            </a:endParaRPr>
          </a:p>
          <a:p>
            <a:pPr marL="305435" indent="-305435"/>
            <a:endParaRPr lang="cs-CZ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1FD405F-2254-EE4D-7FDD-ED20CEFDE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D0DC0DA-1C84-4CFB-A589-758D033EC754}" type="datetime1">
              <a:rPr lang="cs-CZ" smtClean="0"/>
              <a:t>08.03.2026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551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E51745-FCBD-7733-679F-BD896910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Binární vyhledávací strom (bst)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6B1237-1102-253D-C53F-2DD0343E0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cs-CZ" sz="1800" b="1">
                <a:latin typeface="Century Gothic"/>
              </a:rPr>
              <a:t>Binární stromová </a:t>
            </a:r>
            <a:r>
              <a:rPr lang="cs-CZ" sz="1800">
                <a:latin typeface="Century Gothic"/>
              </a:rPr>
              <a:t>datová struktura</a:t>
            </a:r>
            <a:endParaRPr lang="cs-CZ"/>
          </a:p>
          <a:p>
            <a:pPr marL="305435" indent="-305435"/>
            <a:r>
              <a:rPr lang="cs-CZ" sz="1800">
                <a:latin typeface="Century Gothic"/>
              </a:rPr>
              <a:t>Na vrcholu je tzv. </a:t>
            </a:r>
            <a:r>
              <a:rPr lang="cs-CZ" sz="1800" b="1">
                <a:latin typeface="Century Gothic"/>
              </a:rPr>
              <a:t>kořen stromu</a:t>
            </a:r>
            <a:endParaRPr lang="cs-CZ"/>
          </a:p>
          <a:p>
            <a:pPr marL="305435" indent="-305435"/>
            <a:r>
              <a:rPr lang="cs-CZ" sz="1800">
                <a:latin typeface="Century Gothic"/>
              </a:rPr>
              <a:t>Nové hodnoty se vkládají do tzv. </a:t>
            </a:r>
            <a:r>
              <a:rPr lang="cs-CZ" sz="1800" b="1">
                <a:latin typeface="Century Gothic"/>
              </a:rPr>
              <a:t>listů</a:t>
            </a:r>
            <a:endParaRPr lang="cs-CZ"/>
          </a:p>
          <a:p>
            <a:pPr marL="305435" indent="-305435"/>
            <a:endParaRPr lang="cs-CZ" sz="1800" dirty="0">
              <a:solidFill>
                <a:srgbClr val="353535"/>
              </a:solidFill>
              <a:latin typeface="Wingdings 3"/>
              <a:sym typeface="Wingdings 3"/>
            </a:endParaRPr>
          </a:p>
          <a:p>
            <a:pPr marL="305435" indent="-305435"/>
            <a:r>
              <a:rPr lang="cs-CZ" sz="1800">
                <a:latin typeface="Century Gothic"/>
              </a:rPr>
              <a:t>Oproti haldě se nově vložené prvky umisťují na první volnou pozici dle pravidla vyhledávacího stromu</a:t>
            </a:r>
            <a:endParaRPr lang="cs-CZ"/>
          </a:p>
          <a:p>
            <a:pPr marL="305435" indent="-305435"/>
            <a:r>
              <a:rPr lang="cs-CZ" sz="1800">
                <a:latin typeface="Century Gothic"/>
              </a:rPr>
              <a:t>Nově vkládanou hodnotu postupně porovnáváme s hodnotou v uzlu</a:t>
            </a:r>
            <a:endParaRPr lang="cs-CZ"/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300">
                <a:latin typeface="Century Gothic"/>
              </a:rPr>
              <a:t>Pokud je hodnota menší, pokračujeme na levý podstrom</a:t>
            </a:r>
            <a:endParaRPr lang="cs-CZ"/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300">
                <a:latin typeface="Century Gothic"/>
              </a:rPr>
              <a:t>Pokud je hodnota větší rovna, pokračujeme na pravý podstrom</a:t>
            </a:r>
            <a:endParaRPr lang="cs-CZ"/>
          </a:p>
          <a:p>
            <a:pPr marL="305435" indent="-305435"/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498F7BA-94D4-8D93-72FE-6B359460E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08.03.2026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714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2E6E6F-81C0-BA86-573E-ED382D3A4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Binární vyhledávácí strom (BST)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478ACBE-4A2C-9B17-2EBE-2E4548B5E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2340864"/>
            <a:ext cx="6734706" cy="363448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cs-CZ" sz="1500" dirty="0">
              <a:solidFill>
                <a:srgbClr val="353535"/>
              </a:solidFill>
              <a:latin typeface="Wingdings 3"/>
              <a:sym typeface="Wingdings 3"/>
            </a:endParaRPr>
          </a:p>
          <a:p>
            <a:pPr marL="305435" indent="-305435"/>
            <a:r>
              <a:rPr lang="cs-CZ" sz="1500">
                <a:latin typeface="Century Gothic"/>
              </a:rPr>
              <a:t>V kořenu je první vložená hodnota</a:t>
            </a:r>
            <a:endParaRPr lang="cs-CZ" sz="1500">
              <a:latin typeface="Franklin Gothic Book" panose="020B0502020104020203"/>
            </a:endParaRPr>
          </a:p>
          <a:p>
            <a:pPr marL="305435" indent="-305435"/>
            <a:r>
              <a:rPr lang="cs-CZ" sz="1500">
                <a:latin typeface="Century Gothic"/>
              </a:rPr>
              <a:t>Výsledná struktura závisí na pořadí vkládání prvků</a:t>
            </a:r>
            <a:endParaRPr lang="cs-CZ" sz="1500" dirty="0">
              <a:latin typeface="Century Gothic"/>
            </a:endParaRPr>
          </a:p>
          <a:p>
            <a:pPr marL="305435" indent="-305435"/>
            <a:endParaRPr lang="cs-CZ" sz="1500" dirty="0">
              <a:latin typeface="Century Gothic"/>
            </a:endParaRPr>
          </a:p>
          <a:p>
            <a:pPr marL="305435" indent="-305435"/>
            <a:r>
              <a:rPr lang="cs-CZ" sz="1500" b="1">
                <a:latin typeface="Century Gothic"/>
              </a:rPr>
              <a:t>Nevyváženost</a:t>
            </a:r>
            <a:endParaRPr lang="cs-CZ" sz="1500"/>
          </a:p>
          <a:p>
            <a:pPr marL="305435" indent="-305435"/>
            <a:r>
              <a:rPr lang="cs-CZ" sz="1500">
                <a:latin typeface="Century Gothic"/>
              </a:rPr>
              <a:t>BST není automaticky vyvážený – oproti haldě nezaručuje rovnoměrnou hloubku</a:t>
            </a:r>
            <a:endParaRPr lang="cs-CZ" sz="1500"/>
          </a:p>
          <a:p>
            <a:pPr marL="305435" indent="-305435"/>
            <a:r>
              <a:rPr lang="cs-CZ" sz="1500">
                <a:latin typeface="Century Gothic"/>
              </a:rPr>
              <a:t>Při seřazeném vstupu (1, 2, 3, 4…) degeneruje na lineární seznam</a:t>
            </a:r>
            <a:endParaRPr lang="cs-CZ" sz="1500"/>
          </a:p>
          <a:p>
            <a:pPr marL="0" indent="0">
              <a:buNone/>
            </a:pPr>
            <a:endParaRPr lang="cs-CZ" sz="1500" dirty="0">
              <a:latin typeface="Century Gothic"/>
            </a:endParaRPr>
          </a:p>
          <a:p>
            <a:pPr marL="305435" indent="-305435"/>
            <a:r>
              <a:rPr lang="cs-CZ" sz="1500" b="1">
                <a:latin typeface="Century Gothic"/>
              </a:rPr>
              <a:t>Řešení: vyvážené stromy</a:t>
            </a:r>
          </a:p>
          <a:p>
            <a:pPr marL="305435" indent="-305435"/>
            <a:r>
              <a:rPr lang="cs-CZ" sz="1500">
                <a:latin typeface="Century Gothic"/>
              </a:rPr>
              <a:t>AVL, ČERVENO-ČERNÉ</a:t>
            </a:r>
            <a:endParaRPr lang="cs-CZ" sz="1500" dirty="0">
              <a:latin typeface="Century Gothic"/>
            </a:endParaRPr>
          </a:p>
          <a:p>
            <a:pPr marL="305435" indent="-305435"/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131A3FB-6186-A74C-BBBD-E368DF111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08.03.2026</a:t>
            </a:fld>
            <a:endParaRPr lang="en-US" dirty="0"/>
          </a:p>
        </p:txBody>
      </p:sp>
      <p:pic>
        <p:nvPicPr>
          <p:cNvPr id="5" name="Obrázek 4" descr="Obsah obrázku černá, tma&#10;&#10;Obsah generovaný pomocí AI může být nesprávný.">
            <a:extLst>
              <a:ext uri="{FF2B5EF4-FFF2-40B4-BE49-F238E27FC236}">
                <a16:creationId xmlns:a16="http://schemas.microsoft.com/office/drawing/2014/main" id="{3F1CA6C6-50CB-15FD-E00C-56CD7BF48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626" y="1717592"/>
            <a:ext cx="4458072" cy="372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92362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98_TF33552983" id="{76B99DA1-8F4B-4CDD-AF17-E230D0ABAD07}" vid="{3FF160E1-38F3-4E00-BD3B-0B3A46B6642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5861FD81B3EE45AAC4C81C5640ECE7" ma:contentTypeVersion="4" ma:contentTypeDescription="Vytvoří nový dokument" ma:contentTypeScope="" ma:versionID="9ef8b661d8eb31bc59fd4d064638f75c">
  <xsd:schema xmlns:xsd="http://www.w3.org/2001/XMLSchema" xmlns:xs="http://www.w3.org/2001/XMLSchema" xmlns:p="http://schemas.microsoft.com/office/2006/metadata/properties" xmlns:ns2="c8cc7701-65b3-4efe-89ae-c871b5b7820b" targetNamespace="http://schemas.microsoft.com/office/2006/metadata/properties" ma:root="true" ma:fieldsID="72de23a8390aadfc4041f33935428244" ns2:_="">
    <xsd:import namespace="c8cc7701-65b3-4efe-89ae-c871b5b782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cc7701-65b3-4efe-89ae-c871b5b782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49B5DC-8932-455E-8A8D-F16FDACEC9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CE0F14-01A9-4B00-B7C0-523570210064}"/>
</file>

<file path=customXml/itemProps3.xml><?xml version="1.0" encoding="utf-8"?>
<ds:datastoreItem xmlns:ds="http://schemas.openxmlformats.org/officeDocument/2006/customXml" ds:itemID="{DF3CDFA7-8B23-4853-8EB8-EE6E351B90A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{057ABDF0-0FF1-49A1-B0D8-3ACA9F4F8DB4}TF201209c3-d067-44f9-a26f-c8f216c44313d714db88_win32-5cc965dfc2a9</Template>
  <TotalTime>116</TotalTime>
  <Words>640</Words>
  <Application>Microsoft Office PowerPoint</Application>
  <PresentationFormat>Širokoúhlá obrazovka</PresentationFormat>
  <Paragraphs>86</Paragraphs>
  <Slides>10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1" baseType="lpstr">
      <vt:lpstr>DividendVTI</vt:lpstr>
      <vt:lpstr>Programování</vt:lpstr>
      <vt:lpstr> Referenční A Hodnotové datové typy</vt:lpstr>
      <vt:lpstr>Ukládání do paměti</vt:lpstr>
      <vt:lpstr>Ukládání do paměti</vt:lpstr>
      <vt:lpstr>ZÁSOBNÍK (STACK)</vt:lpstr>
      <vt:lpstr>Halda (heap)</vt:lpstr>
      <vt:lpstr>Minimová a maximová halda</vt:lpstr>
      <vt:lpstr>Halda (heap)</vt:lpstr>
      <vt:lpstr>Binární vyhledávací strom (bst)</vt:lpstr>
      <vt:lpstr>Binární vyhledávácí strom (BST)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973</cp:revision>
  <dcterms:created xsi:type="dcterms:W3CDTF">2025-09-08T04:51:09Z</dcterms:created>
  <dcterms:modified xsi:type="dcterms:W3CDTF">2026-03-09T06:09:58Z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0x010100835861FD81B3EE45AAC4C81C5640ECE7</vt:lpwstr>
  </property>
  <property fmtid="{D5CDD505-2E9C-101B-9397-08002B2CF9AE}" pid="3" name="Order">
    <vt:r8>3700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