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FA788B-4E37-4F8F-AD19-E52A7A839EBA}" v="549" dt="2026-02-02T06:10:56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9E9AFD-EDB2-4BE0-8FCD-80F6CD53B3B9}"/>
    <pc:docChg chg="modSld">
      <pc:chgData name="" userId="" providerId="" clId="Web-{9F9E9AFD-EDB2-4BE0-8FCD-80F6CD53B3B9}" dt="2026-01-12T06:43:15.896" v="3" actId="20577"/>
      <pc:docMkLst>
        <pc:docMk/>
      </pc:docMkLst>
      <pc:sldChg chg="modSp">
        <pc:chgData name="" userId="" providerId="" clId="Web-{9F9E9AFD-EDB2-4BE0-8FCD-80F6CD53B3B9}" dt="2026-01-12T06:43:15.896" v="3" actId="20577"/>
        <pc:sldMkLst>
          <pc:docMk/>
          <pc:sldMk cId="2475805559" sldId="257"/>
        </pc:sldMkLst>
        <pc:spChg chg="mod">
          <ac:chgData name="" userId="" providerId="" clId="Web-{9F9E9AFD-EDB2-4BE0-8FCD-80F6CD53B3B9}" dt="2026-01-12T06:43:15.896" v="3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E9C8C898-D681-438C-B73C-0B0F39629882}"/>
    <pc:docChg chg="addSld modSld">
      <pc:chgData name="Sládeček David" userId="S::sladecek@hradebni.cz::474d93f0-3a32-49cc-b837-47806091b590" providerId="AD" clId="Web-{E9C8C898-D681-438C-B73C-0B0F39629882}" dt="2026-01-19T08:33:49.840" v="93" actId="1076"/>
      <pc:docMkLst>
        <pc:docMk/>
      </pc:docMkLst>
    </pc:docChg>
  </pc:docChgLst>
  <pc:docChgLst>
    <pc:chgData name="Sládeček David" userId="S::sladecek@hradebni.cz::474d93f0-3a32-49cc-b837-47806091b590" providerId="AD" clId="Web-{86AD2D4C-319E-48F0-AEC7-E125CEFDB54B}"/>
    <pc:docChg chg="addSld delSld modSld">
      <pc:chgData name="Sládeček David" userId="S::sladecek@hradebni.cz::474d93f0-3a32-49cc-b837-47806091b590" providerId="AD" clId="Web-{86AD2D4C-319E-48F0-AEC7-E125CEFDB54B}" dt="2026-01-05T06:54:31.742" v="374" actId="20577"/>
      <pc:docMkLst>
        <pc:docMk/>
      </pc:docMkLst>
      <pc:sldChg chg="modSp">
        <pc:chgData name="Sládeček David" userId="S::sladecek@hradebni.cz::474d93f0-3a32-49cc-b837-47806091b590" providerId="AD" clId="Web-{86AD2D4C-319E-48F0-AEC7-E125CEFDB54B}" dt="2026-01-05T06:33:55.137" v="2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86AD2D4C-319E-48F0-AEC7-E125CEFDB54B}" dt="2026-01-05T06:33:55.137" v="2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30E33F09-9D05-400C-A5D0-C526DE8AA022}"/>
    <pc:docChg chg="addSld delSld modSld">
      <pc:chgData name="Sládeček David" userId="S::sladecek@hradebni.cz::474d93f0-3a32-49cc-b837-47806091b590" providerId="AD" clId="Web-{30E33F09-9D05-400C-A5D0-C526DE8AA022}" dt="2026-01-19T06:58:06.625" v="296" actId="20577"/>
      <pc:docMkLst>
        <pc:docMk/>
      </pc:docMkLst>
      <pc:sldChg chg="modSp">
        <pc:chgData name="Sládeček David" userId="S::sladecek@hradebni.cz::474d93f0-3a32-49cc-b837-47806091b590" providerId="AD" clId="Web-{30E33F09-9D05-400C-A5D0-C526DE8AA022}" dt="2026-01-19T06:37:31.880" v="10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30E33F09-9D05-400C-A5D0-C526DE8AA022}" dt="2026-01-19T06:37:31.880" v="10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  <pc:docChgLst>
    <pc:chgData name="Sládeček David" userId="S::sladecek@hradebni.cz::474d93f0-3a32-49cc-b837-47806091b590" providerId="AD" clId="Web-{78FA788B-4E37-4F8F-AD19-E52A7A839EBA}"/>
    <pc:docChg chg="addSld delSld modSld">
      <pc:chgData name="Sládeček David" userId="S::sladecek@hradebni.cz::474d93f0-3a32-49cc-b837-47806091b590" providerId="AD" clId="Web-{78FA788B-4E37-4F8F-AD19-E52A7A839EBA}" dt="2026-02-02T06:10:56.448" v="514" actId="1076"/>
      <pc:docMkLst>
        <pc:docMk/>
      </pc:docMkLst>
      <pc:sldChg chg="modSp">
        <pc:chgData name="Sládeček David" userId="S::sladecek@hradebni.cz::474d93f0-3a32-49cc-b837-47806091b590" providerId="AD" clId="Web-{78FA788B-4E37-4F8F-AD19-E52A7A839EBA}" dt="2026-02-02T05:46:47.788" v="1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78FA788B-4E37-4F8F-AD19-E52A7A839EBA}" dt="2026-02-02T05:46:47.788" v="1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addSp delSp modSp new mod modClrScheme chgLayout">
        <pc:chgData name="Sládeček David" userId="S::sladecek@hradebni.cz::474d93f0-3a32-49cc-b837-47806091b590" providerId="AD" clId="Web-{78FA788B-4E37-4F8F-AD19-E52A7A839EBA}" dt="2026-02-02T05:55:48.679" v="209" actId="20577"/>
        <pc:sldMkLst>
          <pc:docMk/>
          <pc:sldMk cId="280778142" sldId="258"/>
        </pc:sldMkLst>
        <pc:spChg chg="del">
          <ac:chgData name="Sládeček David" userId="S::sladecek@hradebni.cz::474d93f0-3a32-49cc-b837-47806091b590" providerId="AD" clId="Web-{78FA788B-4E37-4F8F-AD19-E52A7A839EBA}" dt="2026-02-02T05:51:19.600" v="112"/>
          <ac:spMkLst>
            <pc:docMk/>
            <pc:sldMk cId="280778142" sldId="258"/>
            <ac:spMk id="2" creationId="{14AC0F7E-A533-9582-D3D1-BE6A17B00D99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48.679" v="209" actId="20577"/>
          <ac:spMkLst>
            <pc:docMk/>
            <pc:sldMk cId="280778142" sldId="258"/>
            <ac:spMk id="3" creationId="{408BD1FA-9A02-C899-736A-8290B30BCF86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1:19.600" v="112"/>
          <ac:spMkLst>
            <pc:docMk/>
            <pc:sldMk cId="280778142" sldId="258"/>
            <ac:spMk id="4" creationId="{1014C87B-A50A-49DE-30B7-5AC3BC18AD18}"/>
          </ac:spMkLst>
        </pc:spChg>
        <pc:spChg chg="add mod">
          <ac:chgData name="Sládeček David" userId="S::sladecek@hradebni.cz::474d93f0-3a32-49cc-b837-47806091b590" providerId="AD" clId="Web-{78FA788B-4E37-4F8F-AD19-E52A7A839EBA}" dt="2026-02-02T05:51:47.678" v="124" actId="20577"/>
          <ac:spMkLst>
            <pc:docMk/>
            <pc:sldMk cId="280778142" sldId="258"/>
            <ac:spMk id="9" creationId="{7F4774E9-FEC5-158A-A5BF-3B2AF1E5EF07}"/>
          </ac:spMkLst>
        </pc:spChg>
        <pc:spChg chg="add mod">
          <ac:chgData name="Sládeček David" userId="S::sladecek@hradebni.cz::474d93f0-3a32-49cc-b837-47806091b590" providerId="AD" clId="Web-{78FA788B-4E37-4F8F-AD19-E52A7A839EBA}" dt="2026-02-02T05:51:19.600" v="112"/>
          <ac:spMkLst>
            <pc:docMk/>
            <pc:sldMk cId="280778142" sldId="258"/>
            <ac:spMk id="11" creationId="{F645D68D-736B-DD4E-BCFC-3BBA66722920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8"/>
        <pc:sldMkLst>
          <pc:docMk/>
          <pc:sldMk cId="1539850208" sldId="258"/>
        </pc:sldMkLst>
      </pc:sldChg>
      <pc:sldChg chg="del">
        <pc:chgData name="Sládeček David" userId="S::sladecek@hradebni.cz::474d93f0-3a32-49cc-b837-47806091b590" providerId="AD" clId="Web-{78FA788B-4E37-4F8F-AD19-E52A7A839EBA}" dt="2026-02-02T05:46:50.976" v="7"/>
        <pc:sldMkLst>
          <pc:docMk/>
          <pc:sldMk cId="369196253" sldId="259"/>
        </pc:sldMkLst>
      </pc:sldChg>
      <pc:sldChg chg="modSp new">
        <pc:chgData name="Sládeček David" userId="S::sladecek@hradebni.cz::474d93f0-3a32-49cc-b837-47806091b590" providerId="AD" clId="Web-{78FA788B-4E37-4F8F-AD19-E52A7A839EBA}" dt="2026-02-02T05:55:39.836" v="204" actId="20577"/>
        <pc:sldMkLst>
          <pc:docMk/>
          <pc:sldMk cId="3616095430" sldId="259"/>
        </pc:sldMkLst>
        <pc:spChg chg="mod">
          <ac:chgData name="Sládeček David" userId="S::sladecek@hradebni.cz::474d93f0-3a32-49cc-b837-47806091b590" providerId="AD" clId="Web-{78FA788B-4E37-4F8F-AD19-E52A7A839EBA}" dt="2026-02-02T05:52:08.788" v="127" actId="20577"/>
          <ac:spMkLst>
            <pc:docMk/>
            <pc:sldMk cId="3616095430" sldId="259"/>
            <ac:spMk id="2" creationId="{E169354B-AFF2-5619-F77F-0523A470E4F4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39.836" v="204" actId="20577"/>
          <ac:spMkLst>
            <pc:docMk/>
            <pc:sldMk cId="3616095430" sldId="259"/>
            <ac:spMk id="3" creationId="{207BE4E5-2129-4E6F-491F-0807325FFCD2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2:21.413" v="134" actId="20577"/>
          <ac:spMkLst>
            <pc:docMk/>
            <pc:sldMk cId="3616095430" sldId="259"/>
            <ac:spMk id="4" creationId="{8E7F542D-0087-B9AB-F755-1876E2A1A333}"/>
          </ac:spMkLst>
        </pc:spChg>
      </pc:sldChg>
      <pc:sldChg chg="modSp new">
        <pc:chgData name="Sládeček David" userId="S::sladecek@hradebni.cz::474d93f0-3a32-49cc-b837-47806091b590" providerId="AD" clId="Web-{78FA788B-4E37-4F8F-AD19-E52A7A839EBA}" dt="2026-02-02T05:56:41.414" v="244" actId="20577"/>
        <pc:sldMkLst>
          <pc:docMk/>
          <pc:sldMk cId="971855580" sldId="260"/>
        </pc:sldMkLst>
        <pc:spChg chg="mod">
          <ac:chgData name="Sládeček David" userId="S::sladecek@hradebni.cz::474d93f0-3a32-49cc-b837-47806091b590" providerId="AD" clId="Web-{78FA788B-4E37-4F8F-AD19-E52A7A839EBA}" dt="2026-02-02T05:54:44.039" v="179" actId="20577"/>
          <ac:spMkLst>
            <pc:docMk/>
            <pc:sldMk cId="971855580" sldId="260"/>
            <ac:spMk id="2" creationId="{F32A5A87-0799-A9C1-3FDE-523822CFAE4E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34.820" v="200" actId="20577"/>
          <ac:spMkLst>
            <pc:docMk/>
            <pc:sldMk cId="971855580" sldId="260"/>
            <ac:spMk id="3" creationId="{5E8AC394-AF17-F198-EEC9-07B8C72A84A4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6:41.414" v="244" actId="20577"/>
          <ac:spMkLst>
            <pc:docMk/>
            <pc:sldMk cId="971855580" sldId="260"/>
            <ac:spMk id="4" creationId="{03AA7430-9833-8656-1773-0E59348E4072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3"/>
        <pc:sldMkLst>
          <pc:docMk/>
          <pc:sldMk cId="4036135138" sldId="260"/>
        </pc:sldMkLst>
      </pc:sldChg>
      <pc:sldChg chg="modSp add replId">
        <pc:chgData name="Sládeček David" userId="S::sladecek@hradebni.cz::474d93f0-3a32-49cc-b837-47806091b590" providerId="AD" clId="Web-{78FA788B-4E37-4F8F-AD19-E52A7A839EBA}" dt="2026-02-02T05:55:28.507" v="196" actId="20577"/>
        <pc:sldMkLst>
          <pc:docMk/>
          <pc:sldMk cId="1397446518" sldId="261"/>
        </pc:sldMkLst>
        <pc:spChg chg="mod">
          <ac:chgData name="Sládeček David" userId="S::sladecek@hradebni.cz::474d93f0-3a32-49cc-b837-47806091b590" providerId="AD" clId="Web-{78FA788B-4E37-4F8F-AD19-E52A7A839EBA}" dt="2026-02-02T05:55:14.257" v="185" actId="20577"/>
          <ac:spMkLst>
            <pc:docMk/>
            <pc:sldMk cId="1397446518" sldId="261"/>
            <ac:spMk id="2" creationId="{7C86BCF0-5C9A-1CC6-E42A-44A8D6452D73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28.507" v="196" actId="20577"/>
          <ac:spMkLst>
            <pc:docMk/>
            <pc:sldMk cId="1397446518" sldId="261"/>
            <ac:spMk id="3" creationId="{DC0F077C-4FDD-2DD0-C2BA-6B381C914EEE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5:16.320" v="186" actId="20577"/>
          <ac:spMkLst>
            <pc:docMk/>
            <pc:sldMk cId="1397446518" sldId="261"/>
            <ac:spMk id="4" creationId="{DAB16427-F371-3AAB-F168-B0EF9E9BDC53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2"/>
        <pc:sldMkLst>
          <pc:docMk/>
          <pc:sldMk cId="1798355196" sldId="261"/>
        </pc:sldMkLst>
      </pc:sldChg>
      <pc:sldChg chg="del">
        <pc:chgData name="Sládeček David" userId="S::sladecek@hradebni.cz::474d93f0-3a32-49cc-b837-47806091b590" providerId="AD" clId="Web-{78FA788B-4E37-4F8F-AD19-E52A7A839EBA}" dt="2026-02-02T05:46:50.976" v="6"/>
        <pc:sldMkLst>
          <pc:docMk/>
          <pc:sldMk cId="2167882590" sldId="262"/>
        </pc:sldMkLst>
      </pc:sldChg>
      <pc:sldChg chg="modSp new">
        <pc:chgData name="Sládeček David" userId="S::sladecek@hradebni.cz::474d93f0-3a32-49cc-b837-47806091b590" providerId="AD" clId="Web-{78FA788B-4E37-4F8F-AD19-E52A7A839EBA}" dt="2026-02-02T06:01:00.724" v="290" actId="20577"/>
        <pc:sldMkLst>
          <pc:docMk/>
          <pc:sldMk cId="2401807858" sldId="262"/>
        </pc:sldMkLst>
        <pc:spChg chg="mod">
          <ac:chgData name="Sládeček David" userId="S::sladecek@hradebni.cz::474d93f0-3a32-49cc-b837-47806091b590" providerId="AD" clId="Web-{78FA788B-4E37-4F8F-AD19-E52A7A839EBA}" dt="2026-02-02T05:56:50.320" v="248" actId="20577"/>
          <ac:spMkLst>
            <pc:docMk/>
            <pc:sldMk cId="2401807858" sldId="262"/>
            <ac:spMk id="2" creationId="{6854F0FF-E081-14F7-409C-D605FCD034C0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1:00.724" v="290" actId="20577"/>
          <ac:spMkLst>
            <pc:docMk/>
            <pc:sldMk cId="2401807858" sldId="262"/>
            <ac:spMk id="3" creationId="{37E7B69C-C6F1-B9D9-068F-7055B79FD6D7}"/>
          </ac:spMkLst>
        </pc:spChg>
        <pc:spChg chg="mod">
          <ac:chgData name="Sládeček David" userId="S::sladecek@hradebni.cz::474d93f0-3a32-49cc-b837-47806091b590" providerId="AD" clId="Web-{78FA788B-4E37-4F8F-AD19-E52A7A839EBA}" dt="2026-02-02T05:56:53.242" v="250" actId="20577"/>
          <ac:spMkLst>
            <pc:docMk/>
            <pc:sldMk cId="2401807858" sldId="262"/>
            <ac:spMk id="4" creationId="{6F14A92B-4B60-CF46-949E-2F1A256CF0B0}"/>
          </ac:spMkLst>
        </pc:spChg>
      </pc:sldChg>
      <pc:sldChg chg="modSp new">
        <pc:chgData name="Sládeček David" userId="S::sladecek@hradebni.cz::474d93f0-3a32-49cc-b837-47806091b590" providerId="AD" clId="Web-{78FA788B-4E37-4F8F-AD19-E52A7A839EBA}" dt="2026-02-02T06:03:09.258" v="356" actId="20577"/>
        <pc:sldMkLst>
          <pc:docMk/>
          <pc:sldMk cId="1616455892" sldId="263"/>
        </pc:sldMkLst>
        <pc:spChg chg="mod">
          <ac:chgData name="Sládeček David" userId="S::sladecek@hradebni.cz::474d93f0-3a32-49cc-b837-47806091b590" providerId="AD" clId="Web-{78FA788B-4E37-4F8F-AD19-E52A7A839EBA}" dt="2026-02-02T06:03:09.258" v="356" actId="20577"/>
          <ac:spMkLst>
            <pc:docMk/>
            <pc:sldMk cId="1616455892" sldId="263"/>
            <ac:spMk id="2" creationId="{37641278-0E1F-CA72-6424-E5163A0E973B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1:15.271" v="292" actId="20577"/>
          <ac:spMkLst>
            <pc:docMk/>
            <pc:sldMk cId="1616455892" sldId="263"/>
            <ac:spMk id="3" creationId="{803B65F6-183D-3435-8047-4BCD5CF6808D}"/>
          </ac:spMkLst>
        </pc:spChg>
      </pc:sldChg>
      <pc:sldChg chg="del">
        <pc:chgData name="Sládeček David" userId="S::sladecek@hradebni.cz::474d93f0-3a32-49cc-b837-47806091b590" providerId="AD" clId="Web-{78FA788B-4E37-4F8F-AD19-E52A7A839EBA}" dt="2026-02-02T05:46:50.976" v="5"/>
        <pc:sldMkLst>
          <pc:docMk/>
          <pc:sldMk cId="2593211140" sldId="263"/>
        </pc:sldMkLst>
      </pc:sldChg>
      <pc:sldChg chg="del">
        <pc:chgData name="Sládeček David" userId="S::sladecek@hradebni.cz::474d93f0-3a32-49cc-b837-47806091b590" providerId="AD" clId="Web-{78FA788B-4E37-4F8F-AD19-E52A7A839EBA}" dt="2026-02-02T05:46:50.976" v="4"/>
        <pc:sldMkLst>
          <pc:docMk/>
          <pc:sldMk cId="311938226" sldId="264"/>
        </pc:sldMkLst>
      </pc:sldChg>
      <pc:sldChg chg="modSp new">
        <pc:chgData name="Sládeček David" userId="S::sladecek@hradebni.cz::474d93f0-3a32-49cc-b837-47806091b590" providerId="AD" clId="Web-{78FA788B-4E37-4F8F-AD19-E52A7A839EBA}" dt="2026-02-02T06:03:05.961" v="354" actId="20577"/>
        <pc:sldMkLst>
          <pc:docMk/>
          <pc:sldMk cId="2127412297" sldId="264"/>
        </pc:sldMkLst>
        <pc:spChg chg="mod">
          <ac:chgData name="Sládeček David" userId="S::sladecek@hradebni.cz::474d93f0-3a32-49cc-b837-47806091b590" providerId="AD" clId="Web-{78FA788B-4E37-4F8F-AD19-E52A7A839EBA}" dt="2026-02-02T06:03:05.961" v="354" actId="20577"/>
          <ac:spMkLst>
            <pc:docMk/>
            <pc:sldMk cId="2127412297" sldId="264"/>
            <ac:spMk id="2" creationId="{4774ED9A-B233-B09F-F9F1-66523B7ACDDD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3:03.742" v="352" actId="20577"/>
          <ac:spMkLst>
            <pc:docMk/>
            <pc:sldMk cId="2127412297" sldId="264"/>
            <ac:spMk id="3" creationId="{2DA7AEA6-798F-DA00-349C-3C6D465BD117}"/>
          </ac:spMkLst>
        </pc:spChg>
      </pc:sldChg>
      <pc:sldChg chg="modSp new del">
        <pc:chgData name="Sládeček David" userId="S::sladecek@hradebni.cz::474d93f0-3a32-49cc-b837-47806091b590" providerId="AD" clId="Web-{78FA788B-4E37-4F8F-AD19-E52A7A839EBA}" dt="2026-02-02T06:02:04.585" v="299"/>
        <pc:sldMkLst>
          <pc:docMk/>
          <pc:sldMk cId="4166379920" sldId="264"/>
        </pc:sldMkLst>
        <pc:spChg chg="mod">
          <ac:chgData name="Sládeček David" userId="S::sladecek@hradebni.cz::474d93f0-3a32-49cc-b837-47806091b590" providerId="AD" clId="Web-{78FA788B-4E37-4F8F-AD19-E52A7A839EBA}" dt="2026-02-02T06:02:01.960" v="298" actId="20577"/>
          <ac:spMkLst>
            <pc:docMk/>
            <pc:sldMk cId="4166379920" sldId="264"/>
            <ac:spMk id="2" creationId="{6930B76C-4A48-984B-0AA6-E588C3EDA877}"/>
          </ac:spMkLst>
        </pc:spChg>
        <pc:spChg chg="mod">
          <ac:chgData name="Sládeček David" userId="S::sladecek@hradebni.cz::474d93f0-3a32-49cc-b837-47806091b590" providerId="AD" clId="Web-{78FA788B-4E37-4F8F-AD19-E52A7A839EBA}" dt="2026-02-02T06:01:12.334" v="291" actId="20577"/>
          <ac:spMkLst>
            <pc:docMk/>
            <pc:sldMk cId="4166379920" sldId="264"/>
            <ac:spMk id="3" creationId="{BA3A426B-2DED-4BDF-DFB6-40182AE57AF6}"/>
          </ac:spMkLst>
        </pc:spChg>
      </pc:sldChg>
      <pc:sldChg chg="delSp modSp new mod modClrScheme chgLayout">
        <pc:chgData name="Sládeček David" userId="S::sladecek@hradebni.cz::474d93f0-3a32-49cc-b837-47806091b590" providerId="AD" clId="Web-{78FA788B-4E37-4F8F-AD19-E52A7A839EBA}" dt="2026-02-02T06:10:56.448" v="514" actId="1076"/>
        <pc:sldMkLst>
          <pc:docMk/>
          <pc:sldMk cId="3014329788" sldId="265"/>
        </pc:sldMkLst>
        <pc:spChg chg="mod ord">
          <ac:chgData name="Sládeček David" userId="S::sladecek@hradebni.cz::474d93f0-3a32-49cc-b837-47806091b590" providerId="AD" clId="Web-{78FA788B-4E37-4F8F-AD19-E52A7A839EBA}" dt="2026-02-02T06:07:49.071" v="360" actId="20577"/>
          <ac:spMkLst>
            <pc:docMk/>
            <pc:sldMk cId="3014329788" sldId="265"/>
            <ac:spMk id="2" creationId="{56EBC4C2-CC17-FDBD-25FF-FE28BA9216A6}"/>
          </ac:spMkLst>
        </pc:spChg>
        <pc:spChg chg="mod ord">
          <ac:chgData name="Sládeček David" userId="S::sladecek@hradebni.cz::474d93f0-3a32-49cc-b837-47806091b590" providerId="AD" clId="Web-{78FA788B-4E37-4F8F-AD19-E52A7A839EBA}" dt="2026-02-02T06:10:56.448" v="514" actId="1076"/>
          <ac:spMkLst>
            <pc:docMk/>
            <pc:sldMk cId="3014329788" sldId="265"/>
            <ac:spMk id="3" creationId="{3AD1F516-6907-5F69-F4DE-08FC54646B5C}"/>
          </ac:spMkLst>
        </pc:spChg>
        <pc:spChg chg="del">
          <ac:chgData name="Sládeček David" userId="S::sladecek@hradebni.cz::474d93f0-3a32-49cc-b837-47806091b590" providerId="AD" clId="Web-{78FA788B-4E37-4F8F-AD19-E52A7A839EBA}" dt="2026-02-02T06:07:34.836" v="358"/>
          <ac:spMkLst>
            <pc:docMk/>
            <pc:sldMk cId="3014329788" sldId="265"/>
            <ac:spMk id="4" creationId="{CAE64B6B-45EC-681F-9DC5-7621F2C074EC}"/>
          </ac:spMkLst>
        </pc:spChg>
        <pc:spChg chg="mod ord">
          <ac:chgData name="Sládeček David" userId="S::sladecek@hradebni.cz::474d93f0-3a32-49cc-b837-47806091b590" providerId="AD" clId="Web-{78FA788B-4E37-4F8F-AD19-E52A7A839EBA}" dt="2026-02-02T06:07:34.836" v="358"/>
          <ac:spMkLst>
            <pc:docMk/>
            <pc:sldMk cId="3014329788" sldId="265"/>
            <ac:spMk id="5" creationId="{10385012-59A1-02F6-BBC8-8810DD7B1984}"/>
          </ac:spMkLst>
        </pc:spChg>
      </pc:sldChg>
    </pc:docChg>
  </pc:docChgLst>
  <pc:docChgLst>
    <pc:chgData name="Sládeček David" userId="S::sladecek@hradebni.cz::474d93f0-3a32-49cc-b837-47806091b590" providerId="AD" clId="Web-{9F9E9AFD-EDB2-4BE0-8FCD-80F6CD53B3B9}"/>
    <pc:docChg chg="addSld delSld modSld">
      <pc:chgData name="Sládeček David" userId="S::sladecek@hradebni.cz::474d93f0-3a32-49cc-b837-47806091b590" providerId="AD" clId="Web-{9F9E9AFD-EDB2-4BE0-8FCD-80F6CD53B3B9}" dt="2026-01-12T06:49:41.491" v="248" actId="1076"/>
      <pc:docMkLst>
        <pc:docMk/>
      </pc:docMkLst>
      <pc:sldChg chg="modSp">
        <pc:chgData name="Sládeček David" userId="S::sladecek@hradebni.cz::474d93f0-3a32-49cc-b837-47806091b590" providerId="AD" clId="Web-{9F9E9AFD-EDB2-4BE0-8FCD-80F6CD53B3B9}" dt="2026-01-12T06:43:21.974" v="17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9F9E9AFD-EDB2-4BE0-8FCD-80F6CD53B3B9}" dt="2026-01-12T06:43:21.974" v="17" actId="20577"/>
          <ac:spMkLst>
            <pc:docMk/>
            <pc:sldMk cId="2475805559" sldId="257"/>
            <ac:spMk id="3" creationId="{835D6E6B-3353-491C-A3C6-F278D6CED8B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01.02.2026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01.02.2026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757011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322999"/>
            <a:ext cx="8245160" cy="757011"/>
          </a:xfrm>
        </p:spPr>
        <p:txBody>
          <a:bodyPr rtlCol="0">
            <a:normAutofit/>
          </a:bodyPr>
          <a:lstStyle/>
          <a:p>
            <a:r>
              <a:rPr lang="cs" sz="1800" dirty="0"/>
              <a:t>OOP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4774E9-FEC5-158A-A5BF-3B2AF1E5E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/>
          <a:lstStyle/>
          <a:p>
            <a:r>
              <a:rPr lang="en-US" sz="3200" err="1"/>
              <a:t>Proč</a:t>
            </a:r>
            <a:r>
              <a:rPr lang="en-US" sz="3200" dirty="0"/>
              <a:t> </a:t>
            </a:r>
            <a:r>
              <a:rPr lang="en-US" sz="3200" err="1"/>
              <a:t>oop</a:t>
            </a:r>
            <a:r>
              <a:rPr lang="en-US" sz="3200" dirty="0"/>
              <a:t>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8BD1FA-9A02-C899-736A-8290B30B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cs-CZ" sz="2400" dirty="0">
                <a:solidFill>
                  <a:schemeClr val="tx1"/>
                </a:solidFill>
              </a:rPr>
              <a:t>Program jako chaos funkcí a postupem času je špatně udržovatelný</a:t>
            </a:r>
          </a:p>
          <a:p>
            <a:pPr marL="305435" indent="-305435"/>
            <a:r>
              <a:rPr lang="cs-CZ" sz="2400" dirty="0">
                <a:solidFill>
                  <a:schemeClr val="tx1"/>
                </a:solidFill>
              </a:rPr>
              <a:t>Růst projektu = exponenciální růst složitosti</a:t>
            </a:r>
          </a:p>
          <a:p>
            <a:pPr marL="305435" indent="-305435"/>
            <a:r>
              <a:rPr lang="cs-CZ" sz="2400" b="1" u="sng" dirty="0">
                <a:solidFill>
                  <a:schemeClr val="tx1"/>
                </a:solidFill>
              </a:rPr>
              <a:t>Potřeba</a:t>
            </a:r>
            <a:r>
              <a:rPr lang="cs-CZ" sz="2400" dirty="0">
                <a:solidFill>
                  <a:schemeClr val="tx1"/>
                </a:solidFill>
              </a:rPr>
              <a:t>:</a:t>
            </a:r>
          </a:p>
          <a:p>
            <a:pPr marL="629920" lvl="1" indent="-305435"/>
            <a:r>
              <a:rPr lang="cs-CZ" sz="2400" dirty="0">
                <a:solidFill>
                  <a:schemeClr val="tx1"/>
                </a:solidFill>
              </a:rPr>
              <a:t>Struktury</a:t>
            </a:r>
          </a:p>
          <a:p>
            <a:pPr marL="629920" lvl="1" indent="-305435"/>
            <a:r>
              <a:rPr lang="cs-CZ" sz="2400" err="1">
                <a:solidFill>
                  <a:schemeClr val="tx1"/>
                </a:solidFill>
              </a:rPr>
              <a:t>Znovupoužitelnosti</a:t>
            </a:r>
            <a:endParaRPr lang="cs-CZ" sz="2400">
              <a:solidFill>
                <a:schemeClr val="tx1"/>
              </a:solidFill>
            </a:endParaRPr>
          </a:p>
          <a:p>
            <a:pPr marL="629920" lvl="1" indent="-305435"/>
            <a:r>
              <a:rPr lang="cs-CZ" sz="2400" dirty="0">
                <a:solidFill>
                  <a:schemeClr val="tx1"/>
                </a:solidFill>
              </a:rPr>
              <a:t>Čitelnosti</a:t>
            </a:r>
          </a:p>
          <a:p>
            <a:pPr marL="629920" lvl="1" indent="-305435"/>
            <a:r>
              <a:rPr lang="cs-CZ" sz="2400" dirty="0">
                <a:solidFill>
                  <a:schemeClr val="tx1"/>
                </a:solidFill>
              </a:rPr>
              <a:t>Testovatelnosti</a:t>
            </a:r>
          </a:p>
          <a:p>
            <a:pPr marL="305435" indent="-305435"/>
            <a:r>
              <a:rPr lang="cs-CZ" sz="2400" dirty="0">
                <a:solidFill>
                  <a:schemeClr val="tx1"/>
                </a:solidFill>
              </a:rPr>
              <a:t>Procedurální přístup: </a:t>
            </a:r>
            <a:r>
              <a:rPr lang="cs-CZ" sz="2400" i="1" dirty="0">
                <a:solidFill>
                  <a:schemeClr val="tx1"/>
                </a:solidFill>
              </a:rPr>
              <a:t>"Co se má stát?"</a:t>
            </a:r>
            <a:endParaRPr lang="cs-CZ" sz="2400" dirty="0">
              <a:solidFill>
                <a:schemeClr val="tx1"/>
              </a:solidFill>
            </a:endParaRPr>
          </a:p>
          <a:p>
            <a:pPr marL="305435" indent="-305435"/>
            <a:r>
              <a:rPr lang="cs-CZ" sz="2400" dirty="0">
                <a:solidFill>
                  <a:schemeClr val="tx1"/>
                </a:solidFill>
              </a:rPr>
              <a:t>OOP přístup: </a:t>
            </a:r>
            <a:r>
              <a:rPr lang="cs-CZ" sz="2400" i="1" dirty="0">
                <a:solidFill>
                  <a:schemeClr val="tx1"/>
                </a:solidFill>
              </a:rPr>
              <a:t>"Kdo to dělá a co umí?"</a:t>
            </a:r>
            <a:endParaRPr lang="cs-CZ" sz="2400" dirty="0">
              <a:solidFill>
                <a:schemeClr val="tx1"/>
              </a:solidFill>
            </a:endParaRPr>
          </a:p>
          <a:p>
            <a:pPr marL="305435" indent="-305435"/>
            <a:endParaRPr lang="cs-CZ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645D68D-736B-DD4E-BCFC-3BBA66722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14C87B-A50A-49DE-30B7-5AC3BC18AD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01.02.2026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78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69354B-AFF2-5619-F77F-0523A470E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Základní stavební kameny OOP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7BE4E5-2129-4E6F-491F-0807325FF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cs-CZ" sz="1800" b="1" u="sng" dirty="0">
                <a:solidFill>
                  <a:schemeClr val="tx1"/>
                </a:solidFill>
              </a:rPr>
              <a:t>Třída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Šablona / plán / předpis</a:t>
            </a:r>
            <a:endParaRPr lang="cs-CZ" sz="160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Popisuje </a:t>
            </a:r>
            <a:r>
              <a:rPr lang="cs-CZ" sz="1600" b="1" dirty="0">
                <a:solidFill>
                  <a:schemeClr val="tx1"/>
                </a:solidFill>
                <a:ea typeface="+mn-lt"/>
                <a:cs typeface="+mn-lt"/>
              </a:rPr>
              <a:t>jaká data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objekt má a </a:t>
            </a:r>
            <a:r>
              <a:rPr lang="cs-CZ" sz="1600" b="1" dirty="0">
                <a:solidFill>
                  <a:schemeClr val="tx1"/>
                </a:solidFill>
                <a:ea typeface="+mn-lt"/>
                <a:cs typeface="+mn-lt"/>
              </a:rPr>
              <a:t>co umí</a:t>
            </a:r>
            <a:endParaRPr lang="cs-CZ" sz="1600">
              <a:solidFill>
                <a:schemeClr val="tx1"/>
              </a:solidFill>
            </a:endParaRPr>
          </a:p>
          <a:p>
            <a:pPr marL="305435" indent="-305435"/>
            <a:r>
              <a:rPr lang="cs-CZ" sz="1800" b="1" u="sng" dirty="0">
                <a:solidFill>
                  <a:schemeClr val="tx1"/>
                </a:solidFill>
              </a:rPr>
              <a:t>Objekt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Konkrétní instance třídy</a:t>
            </a:r>
            <a:endParaRPr lang="cs-CZ" sz="160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Má svůj vlastní stav</a:t>
            </a:r>
            <a:endParaRPr lang="cs-CZ" sz="1600">
              <a:solidFill>
                <a:schemeClr val="tx1"/>
              </a:solidFill>
            </a:endParaRPr>
          </a:p>
          <a:p>
            <a:pPr marL="305435" indent="-305435"/>
            <a:r>
              <a:rPr lang="cs-CZ" sz="1800" b="1" u="sng" dirty="0">
                <a:solidFill>
                  <a:schemeClr val="tx1"/>
                </a:solidFill>
              </a:rPr>
              <a:t>Atributy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Data objektu</a:t>
            </a:r>
            <a:endParaRPr lang="cs-CZ" sz="160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 err="1">
                <a:solidFill>
                  <a:schemeClr val="tx1"/>
                </a:solidFill>
                <a:ea typeface="+mn-lt"/>
                <a:cs typeface="+mn-lt"/>
              </a:rPr>
              <a:t>Field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× </a:t>
            </a:r>
            <a:r>
              <a:rPr lang="cs-CZ" sz="1600" dirty="0" err="1">
                <a:solidFill>
                  <a:schemeClr val="tx1"/>
                </a:solidFill>
                <a:ea typeface="+mn-lt"/>
                <a:cs typeface="+mn-lt"/>
              </a:rPr>
              <a:t>Property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(C# kontext)</a:t>
            </a:r>
            <a:endParaRPr lang="cs-CZ" sz="1600">
              <a:solidFill>
                <a:schemeClr val="tx1"/>
              </a:solidFill>
            </a:endParaRPr>
          </a:p>
          <a:p>
            <a:pPr marL="305435" indent="-305435"/>
            <a:r>
              <a:rPr lang="cs-CZ" sz="1800" b="1" u="sng" dirty="0">
                <a:solidFill>
                  <a:schemeClr val="tx1"/>
                </a:solidFill>
              </a:rPr>
              <a:t>Metody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Chování objektu</a:t>
            </a:r>
            <a:endParaRPr lang="cs-CZ" sz="160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Práce s vlastním stavem</a:t>
            </a:r>
            <a:endParaRPr lang="cs-CZ" sz="1400">
              <a:solidFill>
                <a:schemeClr val="tx1"/>
              </a:solidFill>
            </a:endParaRPr>
          </a:p>
          <a:p>
            <a:pPr marL="305435" indent="-305435"/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E7F542D-0087-B9AB-F755-1876E2A1A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cs-CZ" dirty="0"/>
              <a:t>Pro zopakování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221FC7B-9EE6-8C08-52C1-94C1B4EC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9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2A5A87-0799-A9C1-3FDE-523822CF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latin typeface="Franklin Gothic Demi"/>
              </a:rPr>
              <a:t>Zapouzdření</a:t>
            </a:r>
            <a:endParaRPr lang="cs-CZ" sz="24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8AC394-AF17-F198-EEC9-07B8C72A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2000" b="1" dirty="0">
                <a:solidFill>
                  <a:schemeClr val="tx1"/>
                </a:solidFill>
              </a:rPr>
              <a:t>Co řeší?</a:t>
            </a:r>
            <a:endParaRPr lang="cs-CZ" sz="2000" dirty="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Skrytí vnitřní implementace</a:t>
            </a:r>
            <a:endParaRPr lang="cs-CZ" sz="180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Kontrola přístupu ke stavu objektu</a:t>
            </a:r>
            <a:endParaRPr lang="cs-CZ" sz="1800">
              <a:solidFill>
                <a:schemeClr val="tx1"/>
              </a:solidFill>
            </a:endParaRPr>
          </a:p>
          <a:p>
            <a:pPr marL="305435" indent="-305435"/>
            <a:r>
              <a:rPr lang="cs-CZ" sz="2000" b="1" dirty="0">
                <a:solidFill>
                  <a:schemeClr val="tx1"/>
                </a:solidFill>
              </a:rPr>
              <a:t>Jak?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Modifikátory přístupu</a:t>
            </a:r>
            <a:endParaRPr lang="cs-CZ" sz="1800">
              <a:solidFill>
                <a:schemeClr val="tx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cs-CZ" sz="1800" dirty="0" err="1">
                <a:solidFill>
                  <a:schemeClr val="tx1"/>
                </a:solidFill>
                <a:ea typeface="+mn-lt"/>
                <a:cs typeface="+mn-lt"/>
              </a:rPr>
              <a:t>Properties</a:t>
            </a:r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 místo přímého přístupu k datům</a:t>
            </a:r>
            <a:endParaRPr lang="cs-CZ" sz="1800">
              <a:solidFill>
                <a:schemeClr val="tx1"/>
              </a:solidFill>
            </a:endParaRPr>
          </a:p>
          <a:p>
            <a:pPr marL="305435" indent="-305435"/>
            <a:r>
              <a:rPr lang="cs-CZ" sz="2000" b="1" dirty="0">
                <a:solidFill>
                  <a:schemeClr val="tx1"/>
                </a:solidFill>
              </a:rPr>
              <a:t>Proč?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Ochrana konzistence objektu</a:t>
            </a:r>
            <a:endParaRPr lang="cs-CZ" sz="180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Možnost měnit implementaci bez rozbití okolí</a:t>
            </a:r>
            <a:endParaRPr lang="cs-CZ" sz="1800">
              <a:solidFill>
                <a:schemeClr val="tx1"/>
              </a:solidFill>
            </a:endParaRPr>
          </a:p>
          <a:p>
            <a:pPr marL="305435" indent="-305435"/>
            <a:endParaRPr lang="cs-CZ" sz="2000" dirty="0">
              <a:solidFill>
                <a:schemeClr val="tx1"/>
              </a:solidFill>
            </a:endParaRP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3AA7430-9833-8656-1773-0E59348E4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cs-CZ" sz="1600" cap="all" err="1">
                <a:latin typeface="Franklin Gothic Demi"/>
              </a:rPr>
              <a:t>Encapsulation</a:t>
            </a:r>
            <a:endParaRPr lang="cs-CZ" sz="1600" err="1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03B5833-5AA6-1D5B-E166-392B5ED8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85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747C-B2A3-2CDD-CDC1-BB88419C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86BCF0-5C9A-1CC6-E42A-44A8D645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latin typeface="Franklin Gothic Demi"/>
              </a:rPr>
              <a:t>Abstrakce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0F077C-4FDD-2DD0-C2BA-6B381C91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 b="1" dirty="0">
                <a:solidFill>
                  <a:schemeClr val="tx1"/>
                </a:solidFill>
              </a:rPr>
              <a:t>Podstata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Soustředění se na </a:t>
            </a:r>
            <a:r>
              <a:rPr lang="cs-CZ" sz="1600" i="1" dirty="0">
                <a:solidFill>
                  <a:schemeClr val="tx1"/>
                </a:solidFill>
                <a:ea typeface="+mn-lt"/>
                <a:cs typeface="+mn-lt"/>
              </a:rPr>
              <a:t>co objekt představuje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a </a:t>
            </a:r>
            <a:r>
              <a:rPr lang="cs-CZ" sz="1600" i="1" dirty="0">
                <a:solidFill>
                  <a:schemeClr val="tx1"/>
                </a:solidFill>
                <a:ea typeface="+mn-lt"/>
                <a:cs typeface="+mn-lt"/>
              </a:rPr>
              <a:t>jakou má odpovědnost</a:t>
            </a:r>
            <a:endParaRPr lang="cs-CZ" sz="1600" dirty="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Neřešíme technické detaily, ale význam v doméně aplikace</a:t>
            </a:r>
            <a:endParaRPr lang="cs-CZ" sz="1600" dirty="0">
              <a:solidFill>
                <a:schemeClr val="tx1"/>
              </a:solidFill>
            </a:endParaRPr>
          </a:p>
          <a:p>
            <a:pPr marL="305435" indent="-305435"/>
            <a:r>
              <a:rPr lang="cs-CZ" sz="1800" b="1" dirty="0">
                <a:solidFill>
                  <a:schemeClr val="tx1"/>
                </a:solidFill>
              </a:rPr>
              <a:t>Prakticky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Správné pojmenování tříd a atributů</a:t>
            </a:r>
            <a:endParaRPr lang="cs-CZ" sz="1600" dirty="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Oddělení dat, která k sobě patří</a:t>
            </a:r>
            <a:endParaRPr lang="cs-CZ" dirty="0">
              <a:solidFill>
                <a:schemeClr val="tx1"/>
              </a:solidFill>
            </a:endParaRPr>
          </a:p>
          <a:p>
            <a:pPr marL="305435" indent="-305435">
              <a:lnSpc>
                <a:spcPct val="110000"/>
              </a:lnSpc>
            </a:pPr>
            <a:endParaRPr lang="cs-CZ" b="1" dirty="0"/>
          </a:p>
          <a:p>
            <a:pPr marL="305435" indent="-305435"/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AB16427-F371-3AAB-F168-B0EF9E9BD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 sz="1800" cap="all" dirty="0">
              <a:latin typeface="Franklin Gothic Demi"/>
            </a:endParaRP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E0B67E0-48A1-DCC4-0F19-41797712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446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54F0FF-E081-14F7-409C-D605FCD0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dědičnost 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E7B69C-C6F1-B9D9-068F-7055B79FD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 b="1" dirty="0">
                <a:solidFill>
                  <a:schemeClr val="tx1"/>
                </a:solidFill>
              </a:rPr>
              <a:t>Smysl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Sdílení společných vlastností a chování</a:t>
            </a:r>
            <a:endParaRPr lang="cs-CZ" sz="160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Vztah </a:t>
            </a:r>
            <a:r>
              <a:rPr lang="cs-CZ" sz="1600" i="1" dirty="0">
                <a:solidFill>
                  <a:schemeClr val="tx1"/>
                </a:solidFill>
                <a:ea typeface="+mn-lt"/>
                <a:cs typeface="+mn-lt"/>
              </a:rPr>
              <a:t>je typu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(IS-A)</a:t>
            </a:r>
            <a:endParaRPr lang="cs-CZ" sz="1600">
              <a:solidFill>
                <a:schemeClr val="tx1"/>
              </a:solidFill>
            </a:endParaRPr>
          </a:p>
          <a:p>
            <a:pPr marL="305435" indent="-305435"/>
            <a:r>
              <a:rPr lang="cs-CZ" sz="1800" b="1" dirty="0">
                <a:solidFill>
                  <a:schemeClr val="tx1"/>
                </a:solidFill>
              </a:rPr>
              <a:t>Kdy dává smysl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Existuje obecná třída (základ)</a:t>
            </a:r>
            <a:endParaRPr lang="cs-CZ" sz="1600">
              <a:solidFill>
                <a:schemeClr val="tx1"/>
              </a:solidFill>
            </a:endParaRPr>
          </a:p>
          <a:p>
            <a:pPr marL="629920" lvl="1" indent="-305435"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Existují specializace s rozdíly</a:t>
            </a:r>
            <a:endParaRPr lang="cs-CZ" sz="1600">
              <a:solidFill>
                <a:schemeClr val="tx1"/>
              </a:solidFill>
            </a:endParaRPr>
          </a:p>
          <a:p>
            <a:pPr marL="305435" indent="-305435"/>
            <a:r>
              <a:rPr lang="cs-CZ" sz="1800" b="1" dirty="0">
                <a:solidFill>
                  <a:schemeClr val="tx1"/>
                </a:solidFill>
              </a:rPr>
              <a:t>Kdy ne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Pouze kvůli úspoře pár řádků kódu</a:t>
            </a:r>
            <a:endParaRPr lang="cs-CZ" sz="1600">
              <a:solidFill>
                <a:schemeClr val="tx1"/>
              </a:solidFill>
            </a:endParaRPr>
          </a:p>
          <a:p>
            <a:pPr marL="305435" indent="-305435"/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F14A92B-4B60-CF46-949E-2F1A256CF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cs-CZ" sz="1800" dirty="0"/>
              <a:t>INHERITANCE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8CB0396-DA35-6BD3-1C0B-FD4E61ED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07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641278-0E1F-CA72-6424-E5163A0E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ea typeface="+mj-lt"/>
                <a:cs typeface="+mj-lt"/>
              </a:rPr>
              <a:t>Polymorfismus</a:t>
            </a:r>
            <a:endParaRPr lang="cs-CZ" sz="24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3B65F6-183D-3435-8047-4BCD5CF68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 b="1" dirty="0">
                <a:solidFill>
                  <a:schemeClr val="tx1"/>
                </a:solidFill>
              </a:rPr>
              <a:t>Základní myšlenka</a:t>
            </a:r>
            <a:endParaRPr lang="en-US" sz="1800" dirty="0">
              <a:solidFill>
                <a:schemeClr val="tx1"/>
              </a:solidFill>
            </a:endParaRPr>
          </a:p>
          <a:p>
            <a:pPr marL="629920" lvl="1" indent="-305435"/>
            <a:r>
              <a:rPr lang="cs-CZ" sz="1600" dirty="0">
                <a:solidFill>
                  <a:schemeClr val="tx1"/>
                </a:solidFill>
              </a:rPr>
              <a:t>Jeden společný „tvar“ chování</a:t>
            </a:r>
          </a:p>
          <a:p>
            <a:pPr marL="629920" lvl="1" indent="-305435"/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Různé konkrétní reakce objektů</a:t>
            </a:r>
          </a:p>
          <a:p>
            <a:pPr marL="629920" lvl="1" indent="-305435"/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Stejná zpráva → jiné chování podle typu objektu</a:t>
            </a:r>
          </a:p>
          <a:p>
            <a:pPr marL="305435" indent="-305435">
              <a:lnSpc>
                <a:spcPct val="110000"/>
              </a:lnSpc>
            </a:pPr>
            <a:r>
              <a:rPr lang="cs-CZ" sz="1800" b="1" dirty="0">
                <a:solidFill>
                  <a:schemeClr val="tx1"/>
                </a:solidFill>
                <a:ea typeface="+mn-lt"/>
                <a:cs typeface="+mn-lt"/>
              </a:rPr>
              <a:t>Polymorfismus v praxi</a:t>
            </a:r>
            <a:endParaRPr lang="en-US" sz="1800" dirty="0">
              <a:solidFill>
                <a:schemeClr val="tx1"/>
              </a:solidFill>
              <a:ea typeface="+mn-lt"/>
              <a:cs typeface="+mn-lt"/>
            </a:endParaRPr>
          </a:p>
          <a:p>
            <a:pPr marL="629920" lvl="1" indent="-305435"/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Práce s objekty přes společný typ</a:t>
            </a:r>
          </a:p>
          <a:p>
            <a:pPr marL="629920" lvl="1" indent="-305435"/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Neřešíme </a:t>
            </a:r>
            <a:r>
              <a:rPr lang="cs-CZ" sz="1600" i="1" dirty="0">
                <a:solidFill>
                  <a:schemeClr val="tx1"/>
                </a:solidFill>
                <a:ea typeface="+mn-lt"/>
                <a:cs typeface="+mn-lt"/>
              </a:rPr>
              <a:t>co přesně objekt je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, ale </a:t>
            </a:r>
            <a:r>
              <a:rPr lang="cs-CZ" sz="1600" i="1" dirty="0">
                <a:solidFill>
                  <a:schemeClr val="tx1"/>
                </a:solidFill>
                <a:ea typeface="+mn-lt"/>
                <a:cs typeface="+mn-lt"/>
              </a:rPr>
              <a:t>co umí</a:t>
            </a:r>
            <a:endParaRPr lang="cs-CZ" sz="1600" dirty="0">
              <a:solidFill>
                <a:schemeClr val="tx1"/>
              </a:solidFill>
              <a:ea typeface="+mn-lt"/>
              <a:cs typeface="+mn-lt"/>
            </a:endParaRPr>
          </a:p>
          <a:p>
            <a:pPr marL="305435" indent="-305435"/>
            <a:r>
              <a:rPr lang="cs-CZ" sz="1800" b="1" dirty="0">
                <a:solidFill>
                  <a:schemeClr val="tx1"/>
                </a:solidFill>
              </a:rPr>
              <a:t>Proč je to silné</a:t>
            </a:r>
            <a:endParaRPr lang="en-US" sz="1800" dirty="0">
              <a:solidFill>
                <a:schemeClr val="tx1"/>
              </a:solidFill>
            </a:endParaRPr>
          </a:p>
          <a:p>
            <a:pPr marL="629920" lvl="1" indent="-305435"/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Kód je otevřený rozšíření</a:t>
            </a:r>
          </a:p>
          <a:p>
            <a:pPr marL="629920" lvl="1" indent="-305435">
              <a:lnSpc>
                <a:spcPct val="110000"/>
              </a:lnSpc>
            </a:pP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Nemusíme přepisovat existující logiku</a:t>
            </a:r>
          </a:p>
          <a:p>
            <a:pPr marL="629920" lvl="1" indent="-305435"/>
            <a:r>
              <a:rPr lang="cs-CZ" sz="1600" dirty="0">
                <a:solidFill>
                  <a:schemeClr val="tx1"/>
                </a:solidFill>
              </a:rPr>
              <a:t>Snazší testování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BA89E27-DCD1-B45C-61B0-DCFE0707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BC42138-9AE0-C28D-6E84-2EBC1AE2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455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74ED9A-B233-B09F-F9F1-66523B7AC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Předdefinovaná rozhraní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DA7AEA6-798F-DA00-349C-3C6D465BD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cs-CZ" sz="1800" dirty="0">
                <a:solidFill>
                  <a:schemeClr val="tx1"/>
                </a:solidFill>
              </a:rPr>
              <a:t>Příklady z C#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 err="1">
                <a:solidFill>
                  <a:schemeClr val="tx1"/>
                </a:solidFill>
                <a:latin typeface="Consolas"/>
              </a:rPr>
              <a:t>IComparable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– objekt lze porovnávat</a:t>
            </a:r>
            <a:endParaRPr lang="cs-CZ" sz="1600" dirty="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 err="1">
                <a:solidFill>
                  <a:schemeClr val="tx1"/>
                </a:solidFill>
                <a:latin typeface="Consolas"/>
              </a:rPr>
              <a:t>IEnumerable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– objekt lze procházet</a:t>
            </a:r>
            <a:endParaRPr lang="cs-CZ" sz="1600" dirty="0">
              <a:solidFill>
                <a:schemeClr val="tx1"/>
              </a:solidFill>
            </a:endParaRP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 err="1">
                <a:solidFill>
                  <a:schemeClr val="tx1"/>
                </a:solidFill>
                <a:latin typeface="Consolas"/>
              </a:rPr>
              <a:t>IDisposable</a:t>
            </a:r>
            <a:r>
              <a:rPr lang="cs-CZ" sz="1600" dirty="0">
                <a:solidFill>
                  <a:schemeClr val="tx1"/>
                </a:solidFill>
                <a:ea typeface="+mn-lt"/>
                <a:cs typeface="+mn-lt"/>
              </a:rPr>
              <a:t> – objekt uvolňuje prostředky</a:t>
            </a:r>
            <a:endParaRPr lang="cs-CZ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cs-CZ" sz="1800" dirty="0">
              <a:solidFill>
                <a:schemeClr val="tx1"/>
              </a:solidFill>
            </a:endParaRPr>
          </a:p>
          <a:p>
            <a:pPr marL="305435" indent="-305435"/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Interface definuje </a:t>
            </a:r>
            <a:r>
              <a:rPr lang="cs-CZ" sz="1800" b="1" dirty="0">
                <a:solidFill>
                  <a:schemeClr val="tx1"/>
                </a:solidFill>
                <a:ea typeface="+mn-lt"/>
                <a:cs typeface="+mn-lt"/>
              </a:rPr>
              <a:t>smlouvu</a:t>
            </a:r>
            <a:endParaRPr lang="cs-CZ" sz="1800" dirty="0">
              <a:solidFill>
                <a:schemeClr val="tx1"/>
              </a:solidFill>
            </a:endParaRPr>
          </a:p>
          <a:p>
            <a:pPr marL="305435" indent="-305435"/>
            <a:r>
              <a:rPr lang="cs-CZ" sz="1800" dirty="0">
                <a:solidFill>
                  <a:schemeClr val="tx1"/>
                </a:solidFill>
                <a:ea typeface="+mn-lt"/>
                <a:cs typeface="+mn-lt"/>
              </a:rPr>
              <a:t>Implementace je na konkrétní třídě</a:t>
            </a:r>
            <a:endParaRPr lang="cs-CZ" dirty="0">
              <a:solidFill>
                <a:schemeClr val="tx1"/>
              </a:solidFill>
            </a:endParaRPr>
          </a:p>
          <a:p>
            <a:pPr marL="305435" indent="-305435"/>
            <a:r>
              <a:rPr lang="cs-CZ" sz="1800" dirty="0">
                <a:solidFill>
                  <a:schemeClr val="tx1"/>
                </a:solidFill>
              </a:rPr>
              <a:t>Vyřešením rozhraní lze rozšířit možnosti práce s objekty</a:t>
            </a:r>
          </a:p>
          <a:p>
            <a:pPr marL="305435" indent="-305435"/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D6E98C2-87DB-F934-2021-859A7D4F7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BB5595-F982-56F3-1AF6-F685B8BE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41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EBC4C2-CC17-FDBD-25FF-FE28BA92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+mj-lt"/>
                <a:cs typeface="+mj-lt"/>
              </a:rPr>
              <a:t>Cvičení: Návrh tříd – temný fantasy svět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D1F516-6907-5F69-F4DE-08FC54646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904942"/>
            <a:ext cx="11029615" cy="363448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cs-CZ" sz="1800" dirty="0">
                <a:ea typeface="+mn-lt"/>
                <a:cs typeface="+mn-lt"/>
              </a:rPr>
              <a:t>Navrhujete datový model pro aplikaci (hra / simulace / editor postav) z temného fantasy světa.</a:t>
            </a:r>
            <a:endParaRPr lang="cs-CZ" sz="1800" dirty="0"/>
          </a:p>
          <a:p>
            <a:pPr marL="305435" indent="-305435"/>
            <a:r>
              <a:rPr lang="cs-CZ" sz="1800" dirty="0">
                <a:ea typeface="+mn-lt"/>
                <a:cs typeface="+mn-lt"/>
              </a:rPr>
              <a:t>Svět obsahuje různé postavy, které mají společné vlastnosti, ale zároveň se v něčem liší.</a:t>
            </a:r>
            <a:endParaRPr lang="cs-CZ" sz="1800" dirty="0"/>
          </a:p>
          <a:p>
            <a:pPr marL="305435" indent="-305435"/>
            <a:r>
              <a:rPr lang="cs-CZ" sz="1800" dirty="0">
                <a:ea typeface="+mn-lt"/>
                <a:cs typeface="+mn-lt"/>
              </a:rPr>
              <a:t>Navrhněte obecnou třídu, která bude reprezentovat </a:t>
            </a:r>
            <a:r>
              <a:rPr lang="cs-CZ" sz="1800" b="1" dirty="0">
                <a:ea typeface="+mn-lt"/>
                <a:cs typeface="+mn-lt"/>
              </a:rPr>
              <a:t>jakoukoliv postavu</a:t>
            </a:r>
            <a:r>
              <a:rPr lang="cs-CZ" sz="1800" dirty="0">
                <a:ea typeface="+mn-lt"/>
                <a:cs typeface="+mn-lt"/>
              </a:rPr>
              <a:t> ve světě</a:t>
            </a:r>
          </a:p>
          <a:p>
            <a:pPr marL="305435" indent="-305435"/>
            <a:r>
              <a:rPr lang="cs-CZ" sz="1800" dirty="0">
                <a:ea typeface="+mn-lt"/>
                <a:cs typeface="+mn-lt"/>
              </a:rPr>
              <a:t>Navrhněte </a:t>
            </a:r>
            <a:r>
              <a:rPr lang="cs-CZ" sz="1800" b="1" dirty="0">
                <a:ea typeface="+mn-lt"/>
                <a:cs typeface="+mn-lt"/>
              </a:rPr>
              <a:t>alespoň dvě odvozené třídy</a:t>
            </a:r>
            <a:r>
              <a:rPr lang="cs-CZ" sz="1800" dirty="0">
                <a:ea typeface="+mn-lt"/>
                <a:cs typeface="+mn-lt"/>
              </a:rPr>
              <a:t>, které reprezentují různé typy postav</a:t>
            </a:r>
            <a:endParaRPr lang="cs-CZ" sz="1800" dirty="0"/>
          </a:p>
          <a:p>
            <a:pPr marL="305435" indent="-305435"/>
            <a:r>
              <a:rPr lang="cs-CZ" sz="1800" dirty="0">
                <a:ea typeface="+mn-lt"/>
                <a:cs typeface="+mn-lt"/>
              </a:rPr>
              <a:t>Otevřené návrhové otázky</a:t>
            </a:r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ea typeface="+mn-lt"/>
                <a:cs typeface="+mn-lt"/>
              </a:rPr>
              <a:t>Má být </a:t>
            </a:r>
            <a:r>
              <a:rPr lang="cs-CZ" sz="1600" b="1" dirty="0">
                <a:ea typeface="+mn-lt"/>
                <a:cs typeface="+mn-lt"/>
              </a:rPr>
              <a:t>zbraň </a:t>
            </a:r>
            <a:r>
              <a:rPr lang="cs-CZ" sz="1600" dirty="0">
                <a:ea typeface="+mn-lt"/>
                <a:cs typeface="+mn-lt"/>
              </a:rPr>
              <a:t>atribut třídy postava nebo samostatná třída?</a:t>
            </a:r>
            <a:endParaRPr lang="cs-CZ" sz="1600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>
                <a:ea typeface="+mn-lt"/>
                <a:cs typeface="+mn-lt"/>
              </a:rPr>
              <a:t>Ve světě existují tzv. </a:t>
            </a:r>
            <a:r>
              <a:rPr lang="cs-CZ" sz="1600" b="1" dirty="0">
                <a:ea typeface="+mn-lt"/>
                <a:cs typeface="+mn-lt"/>
              </a:rPr>
              <a:t>Bossové, </a:t>
            </a:r>
            <a:r>
              <a:rPr lang="cs-CZ" sz="1600" dirty="0">
                <a:ea typeface="+mn-lt"/>
                <a:cs typeface="+mn-lt"/>
              </a:rPr>
              <a:t>jedná se o samostatnou nebo odvozenou třídu nebo je to běžná postava s jinými hodnotami?</a:t>
            </a:r>
            <a:endParaRPr lang="cs-CZ" sz="1600" dirty="0"/>
          </a:p>
          <a:p>
            <a:pPr marL="629920" lvl="1" indent="-305435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600" dirty="0"/>
              <a:t>Který předdefinovaný interface by se hodil využít pro </a:t>
            </a:r>
            <a:r>
              <a:rPr lang="cs-CZ" sz="1600" err="1"/>
              <a:t>navrhnované</a:t>
            </a:r>
            <a:r>
              <a:rPr lang="cs-CZ" sz="1600" dirty="0"/>
              <a:t> třídy?</a:t>
            </a:r>
          </a:p>
          <a:p>
            <a:pPr marL="305435" indent="-305435"/>
            <a:endParaRPr lang="cs-CZ" sz="1800" dirty="0"/>
          </a:p>
          <a:p>
            <a:pPr marL="305435" indent="-305435"/>
            <a:endParaRPr lang="cs-CZ" dirty="0"/>
          </a:p>
          <a:p>
            <a:pPr marL="305435" indent="-305435"/>
            <a:endParaRPr lang="cs-CZ" dirty="0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0385012-59A1-02F6-BBC8-8810DD7B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E756D9B-B1BA-4BAF-99A5-DC08EF34F207}" type="datetime1">
              <a:rPr lang="cs-CZ" smtClean="0"/>
              <a:t>01.02.2026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2978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832197-E311-4314-A93D-17A5891E56E7}"/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116</TotalTime>
  <Words>640</Words>
  <Application>Microsoft Office PowerPoint</Application>
  <PresentationFormat>Širokoúhlá obrazovka</PresentationFormat>
  <Paragraphs>86</Paragraphs>
  <Slides>9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DividendVTI</vt:lpstr>
      <vt:lpstr>Programování</vt:lpstr>
      <vt:lpstr>Proč oop?</vt:lpstr>
      <vt:lpstr>Základní stavební kameny OOP</vt:lpstr>
      <vt:lpstr>Zapouzdření</vt:lpstr>
      <vt:lpstr>Abstrakce</vt:lpstr>
      <vt:lpstr>dědičnost </vt:lpstr>
      <vt:lpstr>Polymorfismus</vt:lpstr>
      <vt:lpstr>Předdefinovaná rozhraní</vt:lpstr>
      <vt:lpstr>Cvičení: Návrh tříd – temný fantasy svět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870</cp:revision>
  <dcterms:created xsi:type="dcterms:W3CDTF">2025-09-08T04:51:09Z</dcterms:created>
  <dcterms:modified xsi:type="dcterms:W3CDTF">2026-02-02T06:10:58Z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  <property fmtid="{D5CDD505-2E9C-101B-9397-08002B2CF9AE}" pid="3" name="Order">
    <vt:r8>3700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