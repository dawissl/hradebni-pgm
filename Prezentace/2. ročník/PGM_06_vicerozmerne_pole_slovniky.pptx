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4"/>
  </p:sldMasterIdLst>
  <p:notesMasterIdLst>
    <p:notesMasterId r:id="rId12"/>
  </p:notesMasterIdLst>
  <p:handoutMasterIdLst>
    <p:handoutMasterId r:id="rId13"/>
  </p:handout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 rtl="0"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C5B9E7-E546-4DF8-9423-FAABB54DADD7}" v="824" dt="2025-11-30T19:22:39.1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E56766DF-16ED-4F65-AC9C-916C7A3DE579}"/>
    <pc:docChg chg="mod addSld delSld modSld modMainMaster setSldSz">
      <pc:chgData name="Sládeček David" userId="S::sladecek@hradebni.cz::474d93f0-3a32-49cc-b837-47806091b590" providerId="AD" clId="Web-{E56766DF-16ED-4F65-AC9C-916C7A3DE579}" dt="2025-11-23T18:58:38.355" v="299" actId="14100"/>
      <pc:docMkLst>
        <pc:docMk/>
      </pc:docMkLst>
      <pc:sldChg chg="modSp">
        <pc:chgData name="Sládeček David" userId="S::sladecek@hradebni.cz::474d93f0-3a32-49cc-b837-47806091b590" providerId="AD" clId="Web-{E56766DF-16ED-4F65-AC9C-916C7A3DE579}" dt="2025-11-23T18:55:40.415" v="258"/>
        <pc:sldMkLst>
          <pc:docMk/>
          <pc:sldMk cId="2475805559" sldId="257"/>
        </pc:sldMkLst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k cId="2475805559" sldId="257"/>
            <ac:spMk id="2" creationId="{1C21E816-31F5-48BB-BD02-D15F2F18B48A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k cId="2475805559" sldId="257"/>
            <ac:spMk id="3" creationId="{835D6E6B-3353-491C-A3C6-F278D6CED8B3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k cId="2475805559" sldId="257"/>
            <ac:spMk id="18" creationId="{D6D7A0BC-0046-4CAA-8E7F-DCAFE511EA0E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k cId="2475805559" sldId="257"/>
            <ac:spMk id="20" creationId="{E7C6334F-6411-41EC-AD7D-179EDD8B58CB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k cId="2475805559" sldId="257"/>
            <ac:spMk id="22" creationId="{E6B02CEE-3AF8-4349-9B3E-8970E6DF62B3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k cId="2475805559" sldId="257"/>
            <ac:spMk id="24" creationId="{AAA01CF0-3FB5-44EB-B7DE-F2E86374C2FB}"/>
          </ac:spMkLst>
        </pc:spChg>
        <pc:picChg chg="mod">
          <ac:chgData name="Sládeček David" userId="S::sladecek@hradebni.cz::474d93f0-3a32-49cc-b837-47806091b590" providerId="AD" clId="Web-{E56766DF-16ED-4F65-AC9C-916C7A3DE579}" dt="2025-11-23T18:55:40.415" v="258"/>
          <ac:picMkLst>
            <pc:docMk/>
            <pc:sldMk cId="2475805559" sldId="257"/>
            <ac:picMk id="6" creationId="{F1A8C364-94D4-4630-BAD0-78722F347055}"/>
          </ac:picMkLst>
        </pc:picChg>
      </pc:sldChg>
      <pc:sldChg chg="modSp new">
        <pc:chgData name="Sládeček David" userId="S::sladecek@hradebni.cz::474d93f0-3a32-49cc-b837-47806091b590" providerId="AD" clId="Web-{E56766DF-16ED-4F65-AC9C-916C7A3DE579}" dt="2025-11-23T18:56:26.494" v="267" actId="20577"/>
        <pc:sldMkLst>
          <pc:docMk/>
          <pc:sldMk cId="3623284285" sldId="258"/>
        </pc:sldMkLst>
        <pc:spChg chg="mod">
          <ac:chgData name="Sládeček David" userId="S::sladecek@hradebni.cz::474d93f0-3a32-49cc-b837-47806091b590" providerId="AD" clId="Web-{E56766DF-16ED-4F65-AC9C-916C7A3DE579}" dt="2025-11-23T18:46:35.858" v="41" actId="20577"/>
          <ac:spMkLst>
            <pc:docMk/>
            <pc:sldMk cId="3623284285" sldId="258"/>
            <ac:spMk id="2" creationId="{ADDBDC9E-86EB-8F9B-E0A2-21F97F00F7B0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6:26.494" v="267" actId="20577"/>
          <ac:spMkLst>
            <pc:docMk/>
            <pc:sldMk cId="3623284285" sldId="258"/>
            <ac:spMk id="3" creationId="{202A71CB-244C-674F-8403-EB4EF7520D4B}"/>
          </ac:spMkLst>
        </pc:spChg>
      </pc:sldChg>
      <pc:sldChg chg="modSp new">
        <pc:chgData name="Sládeček David" userId="S::sladecek@hradebni.cz::474d93f0-3a32-49cc-b837-47806091b590" providerId="AD" clId="Web-{E56766DF-16ED-4F65-AC9C-916C7A3DE579}" dt="2025-11-23T18:56:30.666" v="269" actId="20577"/>
        <pc:sldMkLst>
          <pc:docMk/>
          <pc:sldMk cId="4224318264" sldId="259"/>
        </pc:sldMkLst>
        <pc:spChg chg="mod">
          <ac:chgData name="Sládeček David" userId="S::sladecek@hradebni.cz::474d93f0-3a32-49cc-b837-47806091b590" providerId="AD" clId="Web-{E56766DF-16ED-4F65-AC9C-916C7A3DE579}" dt="2025-11-23T18:47:25.893" v="67" actId="20577"/>
          <ac:spMkLst>
            <pc:docMk/>
            <pc:sldMk cId="4224318264" sldId="259"/>
            <ac:spMk id="2" creationId="{5CDE6A62-A12C-68AF-644A-10EE5845F3C0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6:30.666" v="269" actId="20577"/>
          <ac:spMkLst>
            <pc:docMk/>
            <pc:sldMk cId="4224318264" sldId="259"/>
            <ac:spMk id="3" creationId="{50D6F24F-BD70-A7FF-6A50-4E0E205A7D62}"/>
          </ac:spMkLst>
        </pc:spChg>
      </pc:sldChg>
      <pc:sldChg chg="addSp delSp modSp new">
        <pc:chgData name="Sládeček David" userId="S::sladecek@hradebni.cz::474d93f0-3a32-49cc-b837-47806091b590" providerId="AD" clId="Web-{E56766DF-16ED-4F65-AC9C-916C7A3DE579}" dt="2025-11-23T18:56:47.150" v="272" actId="20577"/>
        <pc:sldMkLst>
          <pc:docMk/>
          <pc:sldMk cId="1203529461" sldId="260"/>
        </pc:sldMkLst>
        <pc:spChg chg="mod">
          <ac:chgData name="Sládeček David" userId="S::sladecek@hradebni.cz::474d93f0-3a32-49cc-b837-47806091b590" providerId="AD" clId="Web-{E56766DF-16ED-4F65-AC9C-916C7A3DE579}" dt="2025-11-23T18:49:15.226" v="103" actId="20577"/>
          <ac:spMkLst>
            <pc:docMk/>
            <pc:sldMk cId="1203529461" sldId="260"/>
            <ac:spMk id="2" creationId="{E04FA6C7-DCEA-F147-D657-580BC811795A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6:47.150" v="272" actId="20577"/>
          <ac:spMkLst>
            <pc:docMk/>
            <pc:sldMk cId="1203529461" sldId="260"/>
            <ac:spMk id="3" creationId="{957B6E87-FD24-FD2A-F7D2-6F4906E6D310}"/>
          </ac:spMkLst>
        </pc:spChg>
      </pc:sldChg>
      <pc:sldChg chg="modSp new">
        <pc:chgData name="Sládeček David" userId="S::sladecek@hradebni.cz::474d93f0-3a32-49cc-b837-47806091b590" providerId="AD" clId="Web-{E56766DF-16ED-4F65-AC9C-916C7A3DE579}" dt="2025-11-23T18:56:19.837" v="264" actId="20577"/>
        <pc:sldMkLst>
          <pc:docMk/>
          <pc:sldMk cId="1336060458" sldId="261"/>
        </pc:sldMkLst>
        <pc:spChg chg="mod">
          <ac:chgData name="Sládeček David" userId="S::sladecek@hradebni.cz::474d93f0-3a32-49cc-b837-47806091b590" providerId="AD" clId="Web-{E56766DF-16ED-4F65-AC9C-916C7A3DE579}" dt="2025-11-23T18:49:41.665" v="117" actId="20577"/>
          <ac:spMkLst>
            <pc:docMk/>
            <pc:sldMk cId="1336060458" sldId="261"/>
            <ac:spMk id="2" creationId="{AE725425-5127-E0B4-9938-B2F48DBFDFAD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6:19.837" v="264" actId="20577"/>
          <ac:spMkLst>
            <pc:docMk/>
            <pc:sldMk cId="1336060458" sldId="261"/>
            <ac:spMk id="3" creationId="{99BBCDFF-B212-2909-1CB3-7C83EC7A294D}"/>
          </ac:spMkLst>
        </pc:spChg>
      </pc:sldChg>
      <pc:sldChg chg="addSp modSp new">
        <pc:chgData name="Sládeček David" userId="S::sladecek@hradebni.cz::474d93f0-3a32-49cc-b837-47806091b590" providerId="AD" clId="Web-{E56766DF-16ED-4F65-AC9C-916C7A3DE579}" dt="2025-11-23T18:58:13.902" v="286" actId="1076"/>
        <pc:sldMkLst>
          <pc:docMk/>
          <pc:sldMk cId="1152540333" sldId="262"/>
        </pc:sldMkLst>
        <pc:spChg chg="mod">
          <ac:chgData name="Sládeček David" userId="S::sladecek@hradebni.cz::474d93f0-3a32-49cc-b837-47806091b590" providerId="AD" clId="Web-{E56766DF-16ED-4F65-AC9C-916C7A3DE579}" dt="2025-11-23T18:50:19.932" v="133" actId="20577"/>
          <ac:spMkLst>
            <pc:docMk/>
            <pc:sldMk cId="1152540333" sldId="262"/>
            <ac:spMk id="2" creationId="{58ADC4E1-0D68-1AB8-7C86-7E6277719D49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8:13.855" v="285" actId="1076"/>
          <ac:spMkLst>
            <pc:docMk/>
            <pc:sldMk cId="1152540333" sldId="262"/>
            <ac:spMk id="3" creationId="{316573A3-6EC4-8002-05BD-003072FB4E97}"/>
          </ac:spMkLst>
        </pc:spChg>
      </pc:sldChg>
      <pc:sldChg chg="modSp new">
        <pc:chgData name="Sládeček David" userId="S::sladecek@hradebni.cz::474d93f0-3a32-49cc-b837-47806091b590" providerId="AD" clId="Web-{E56766DF-16ED-4F65-AC9C-916C7A3DE579}" dt="2025-11-23T18:58:13.933" v="287" actId="20577"/>
        <pc:sldMkLst>
          <pc:docMk/>
          <pc:sldMk cId="4181224333" sldId="263"/>
        </pc:sldMkLst>
        <pc:spChg chg="mod">
          <ac:chgData name="Sládeček David" userId="S::sladecek@hradebni.cz::474d93f0-3a32-49cc-b837-47806091b590" providerId="AD" clId="Web-{E56766DF-16ED-4F65-AC9C-916C7A3DE579}" dt="2025-11-23T18:50:43.355" v="148" actId="20577"/>
          <ac:spMkLst>
            <pc:docMk/>
            <pc:sldMk cId="4181224333" sldId="263"/>
            <ac:spMk id="2" creationId="{50AC17EA-64AC-031E-5F16-DC3265FC9F4C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8:13.933" v="287" actId="20577"/>
          <ac:spMkLst>
            <pc:docMk/>
            <pc:sldMk cId="4181224333" sldId="263"/>
            <ac:spMk id="3" creationId="{756FC20A-5D3B-880A-C7EA-BDA78BF365D0}"/>
          </ac:spMkLst>
        </pc:spChg>
      </pc:sldChg>
      <pc:sldMasterChg chg="modSp modSldLayout">
        <pc:chgData name="Sládeček David" userId="S::sladecek@hradebni.cz::474d93f0-3a32-49cc-b837-47806091b590" providerId="AD" clId="Web-{E56766DF-16ED-4F65-AC9C-916C7A3DE579}" dt="2025-11-23T18:55:40.415" v="258"/>
        <pc:sldMasterMkLst>
          <pc:docMk/>
          <pc:sldMasterMk cId="3000897896" sldId="2147483712"/>
        </pc:sldMasterMkLst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asterMk cId="3000897896" sldId="2147483712"/>
            <ac:spMk id="2" creationId="{00000000-0000-0000-0000-000000000000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asterMk cId="3000897896" sldId="2147483712"/>
            <ac:spMk id="3" creationId="{00000000-0000-0000-0000-000000000000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asterMk cId="3000897896" sldId="2147483712"/>
            <ac:spMk id="4" creationId="{00000000-0000-0000-0000-000000000000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asterMk cId="3000897896" sldId="2147483712"/>
            <ac:spMk id="5" creationId="{00000000-0000-0000-0000-000000000000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asterMk cId="3000897896" sldId="2147483712"/>
            <ac:spMk id="6" creationId="{00000000-0000-0000-0000-000000000000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asterMk cId="3000897896" sldId="2147483712"/>
            <ac:spMk id="9" creationId="{00000000-0000-0000-0000-000000000000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asterMk cId="3000897896" sldId="2147483712"/>
            <ac:spMk id="10" creationId="{00000000-0000-0000-0000-000000000000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asterMk cId="3000897896" sldId="2147483712"/>
            <ac:spMk id="11" creationId="{00000000-0000-0000-0000-000000000000}"/>
          </ac:spMkLst>
        </pc:spChg>
        <pc:sldLayoutChg chg="modSp">
          <pc:chgData name="Sládeček David" userId="S::sladecek@hradebni.cz::474d93f0-3a32-49cc-b837-47806091b590" providerId="AD" clId="Web-{E56766DF-16ED-4F65-AC9C-916C7A3DE579}" dt="2025-11-23T18:55:40.415" v="258"/>
          <pc:sldLayoutMkLst>
            <pc:docMk/>
            <pc:sldMasterMk cId="3000897896" sldId="2147483712"/>
            <pc:sldLayoutMk cId="1261766693" sldId="2147483706"/>
          </pc:sldLayoutMkLst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261766693" sldId="2147483706"/>
              <ac:spMk id="2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261766693" sldId="2147483706"/>
              <ac:spMk id="3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261766693" sldId="2147483706"/>
              <ac:spMk id="4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261766693" sldId="2147483706"/>
              <ac:spMk id="8" creationId="{0B919CC2-2A65-446F-B538-9E6249035445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261766693" sldId="2147483706"/>
              <ac:spMk id="9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261766693" sldId="2147483706"/>
              <ac:spMk id="10" creationId="{B72412AE-119E-4982-8B24-63365EFCA796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261766693" sldId="2147483706"/>
              <ac:spMk id="11" creationId="{7FC4BB19-6AD1-45CF-9F99-00B109890FAB}"/>
            </ac:spMkLst>
          </pc:spChg>
        </pc:sldLayoutChg>
        <pc:sldLayoutChg chg="modSp">
          <pc:chgData name="Sládeček David" userId="S::sladecek@hradebni.cz::474d93f0-3a32-49cc-b837-47806091b590" providerId="AD" clId="Web-{E56766DF-16ED-4F65-AC9C-916C7A3DE579}" dt="2025-11-23T18:55:40.415" v="258"/>
          <pc:sldLayoutMkLst>
            <pc:docMk/>
            <pc:sldMasterMk cId="3000897896" sldId="2147483712"/>
            <pc:sldLayoutMk cId="1283591147" sldId="2147483707"/>
          </pc:sldLayoutMkLst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283591147" sldId="2147483707"/>
              <ac:spMk id="9" creationId="{00000000-0000-0000-0000-000000000000}"/>
            </ac:spMkLst>
          </pc:spChg>
        </pc:sldLayoutChg>
        <pc:sldLayoutChg chg="modSp">
          <pc:chgData name="Sládeček David" userId="S::sladecek@hradebni.cz::474d93f0-3a32-49cc-b837-47806091b590" providerId="AD" clId="Web-{E56766DF-16ED-4F65-AC9C-916C7A3DE579}" dt="2025-11-23T18:55:40.415" v="258"/>
          <pc:sldLayoutMkLst>
            <pc:docMk/>
            <pc:sldMasterMk cId="3000897896" sldId="2147483712"/>
            <pc:sldLayoutMk cId="3388849626" sldId="2147483708"/>
          </pc:sldLayoutMkLst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388849626" sldId="2147483708"/>
              <ac:spMk id="2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388849626" sldId="2147483708"/>
              <ac:spMk id="3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388849626" sldId="2147483708"/>
              <ac:spMk id="7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388849626" sldId="2147483708"/>
              <ac:spMk id="8" creationId="{F6423B97-A5D4-47B9-8861-73B3707A04CF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388849626" sldId="2147483708"/>
              <ac:spMk id="9" creationId="{1AEC0421-37B4-4481-A10D-69FDF5EC7909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388849626" sldId="2147483708"/>
              <ac:spMk id="10" creationId="{5F7265B5-9F97-4F1E-99E9-74F7B7E62337}"/>
            </ac:spMkLst>
          </pc:spChg>
        </pc:sldLayoutChg>
        <pc:sldLayoutChg chg="modSp">
          <pc:chgData name="Sládeček David" userId="S::sladecek@hradebni.cz::474d93f0-3a32-49cc-b837-47806091b590" providerId="AD" clId="Web-{E56766DF-16ED-4F65-AC9C-916C7A3DE579}" dt="2025-11-23T18:55:40.415" v="258"/>
          <pc:sldLayoutMkLst>
            <pc:docMk/>
            <pc:sldMasterMk cId="3000897896" sldId="2147483712"/>
            <pc:sldLayoutMk cId="3573289553" sldId="2147483709"/>
          </pc:sldLayoutMkLst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573289553" sldId="2147483709"/>
              <ac:spMk id="2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573289553" sldId="2147483709"/>
              <ac:spMk id="3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573289553" sldId="2147483709"/>
              <ac:spMk id="4" creationId="{00000000-0000-0000-0000-000000000000}"/>
            </ac:spMkLst>
          </pc:spChg>
        </pc:sldLayoutChg>
        <pc:sldLayoutChg chg="modSp">
          <pc:chgData name="Sládeček David" userId="S::sladecek@hradebni.cz::474d93f0-3a32-49cc-b837-47806091b590" providerId="AD" clId="Web-{E56766DF-16ED-4F65-AC9C-916C7A3DE579}" dt="2025-11-23T18:55:40.415" v="258"/>
          <pc:sldLayoutMkLst>
            <pc:docMk/>
            <pc:sldMasterMk cId="3000897896" sldId="2147483712"/>
            <pc:sldLayoutMk cId="1748046589" sldId="2147483711"/>
          </pc:sldLayoutMkLst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748046589" sldId="2147483711"/>
              <ac:spMk id="3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748046589" sldId="2147483711"/>
              <ac:spMk id="4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748046589" sldId="2147483711"/>
              <ac:spMk id="5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748046589" sldId="2147483711"/>
              <ac:spMk id="6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748046589" sldId="2147483711"/>
              <ac:spMk id="12" creationId="{00000000-0000-0000-0000-000000000000}"/>
            </ac:spMkLst>
          </pc:spChg>
        </pc:sldLayoutChg>
        <pc:sldLayoutChg chg="modSp">
          <pc:chgData name="Sládeček David" userId="S::sladecek@hradebni.cz::474d93f0-3a32-49cc-b837-47806091b590" providerId="AD" clId="Web-{E56766DF-16ED-4F65-AC9C-916C7A3DE579}" dt="2025-11-23T18:55:40.415" v="258"/>
          <pc:sldLayoutMkLst>
            <pc:docMk/>
            <pc:sldMasterMk cId="3000897896" sldId="2147483712"/>
            <pc:sldLayoutMk cId="490017585" sldId="2147483756"/>
          </pc:sldLayoutMkLst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490017585" sldId="2147483756"/>
              <ac:spMk id="2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490017585" sldId="2147483756"/>
              <ac:spMk id="3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490017585" sldId="2147483756"/>
              <ac:spMk id="7" creationId="{00000000-0000-0000-0000-000000000000}"/>
            </ac:spMkLst>
          </pc:spChg>
        </pc:sldLayoutChg>
        <pc:sldLayoutChg chg="modSp">
          <pc:chgData name="Sládeček David" userId="S::sladecek@hradebni.cz::474d93f0-3a32-49cc-b837-47806091b590" providerId="AD" clId="Web-{E56766DF-16ED-4F65-AC9C-916C7A3DE579}" dt="2025-11-23T18:55:40.415" v="258"/>
          <pc:sldLayoutMkLst>
            <pc:docMk/>
            <pc:sldMasterMk cId="3000897896" sldId="2147483712"/>
            <pc:sldLayoutMk cId="852443411" sldId="2147483757"/>
          </pc:sldLayoutMkLst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852443411" sldId="2147483757"/>
              <ac:spMk id="2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852443411" sldId="2147483757"/>
              <ac:spMk id="3" creationId="{00000000-0000-0000-0000-000000000000}"/>
            </ac:spMkLst>
          </pc:spChg>
        </pc:sldLayoutChg>
        <pc:sldLayoutChg chg="modSp">
          <pc:chgData name="Sládeček David" userId="S::sladecek@hradebni.cz::474d93f0-3a32-49cc-b837-47806091b590" providerId="AD" clId="Web-{E56766DF-16ED-4F65-AC9C-916C7A3DE579}" dt="2025-11-23T18:55:40.415" v="258"/>
          <pc:sldLayoutMkLst>
            <pc:docMk/>
            <pc:sldMasterMk cId="3000897896" sldId="2147483712"/>
            <pc:sldLayoutMk cId="366680978" sldId="2147483758"/>
          </pc:sldLayoutMkLst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66680978" sldId="2147483758"/>
              <ac:spMk id="2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66680978" sldId="2147483758"/>
              <ac:spMk id="3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66680978" sldId="2147483758"/>
              <ac:spMk id="8" creationId="{00000000-0000-0000-0000-000000000000}"/>
            </ac:spMkLst>
          </pc:spChg>
        </pc:sldLayoutChg>
        <pc:sldLayoutChg chg="modSp">
          <pc:chgData name="Sládeček David" userId="S::sladecek@hradebni.cz::474d93f0-3a32-49cc-b837-47806091b590" providerId="AD" clId="Web-{E56766DF-16ED-4F65-AC9C-916C7A3DE579}" dt="2025-11-23T18:55:40.415" v="258"/>
          <pc:sldLayoutMkLst>
            <pc:docMk/>
            <pc:sldMasterMk cId="3000897896" sldId="2147483712"/>
            <pc:sldLayoutMk cId="2483323219" sldId="2147483759"/>
          </pc:sldLayoutMkLst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2483323219" sldId="2147483759"/>
              <ac:spMk id="2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2483323219" sldId="2147483759"/>
              <ac:spMk id="3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2483323219" sldId="2147483759"/>
              <ac:spMk id="4" creationId="{00000000-0000-0000-0000-000000000000}"/>
            </ac:spMkLst>
          </pc:spChg>
        </pc:sldLayoutChg>
        <pc:sldLayoutChg chg="modSp">
          <pc:chgData name="Sládeček David" userId="S::sladecek@hradebni.cz::474d93f0-3a32-49cc-b837-47806091b590" providerId="AD" clId="Web-{E56766DF-16ED-4F65-AC9C-916C7A3DE579}" dt="2025-11-23T18:55:40.415" v="258"/>
          <pc:sldLayoutMkLst>
            <pc:docMk/>
            <pc:sldMasterMk cId="3000897896" sldId="2147483712"/>
            <pc:sldLayoutMk cId="112936382" sldId="2147483760"/>
          </pc:sldLayoutMkLst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12936382" sldId="2147483760"/>
              <ac:spMk id="8" creationId="{00000000-0000-0000-0000-000000000000}"/>
            </ac:spMkLst>
          </pc:spChg>
        </pc:sldLayoutChg>
      </pc:sldMasterChg>
    </pc:docChg>
  </pc:docChgLst>
  <pc:docChgLst>
    <pc:chgData name="Sládeček David" userId="S::sladecek@hradebni.cz::474d93f0-3a32-49cc-b837-47806091b590" providerId="AD" clId="Web-{54C5B9E7-E546-4DF8-9423-FAABB54DADD7}"/>
    <pc:docChg chg="delSld modSld">
      <pc:chgData name="Sládeček David" userId="S::sladecek@hradebni.cz::474d93f0-3a32-49cc-b837-47806091b590" providerId="AD" clId="Web-{54C5B9E7-E546-4DF8-9423-FAABB54DADD7}" dt="2025-11-30T19:22:39.166" v="815" actId="1076"/>
      <pc:docMkLst>
        <pc:docMk/>
      </pc:docMkLst>
      <pc:sldChg chg="modSp">
        <pc:chgData name="Sládeček David" userId="S::sladecek@hradebni.cz::474d93f0-3a32-49cc-b837-47806091b590" providerId="AD" clId="Web-{54C5B9E7-E546-4DF8-9423-FAABB54DADD7}" dt="2025-11-30T18:45:33.142" v="3" actId="20577"/>
        <pc:sldMkLst>
          <pc:docMk/>
          <pc:sldMk cId="2475805559" sldId="257"/>
        </pc:sldMkLst>
        <pc:spChg chg="mod">
          <ac:chgData name="Sládeček David" userId="S::sladecek@hradebni.cz::474d93f0-3a32-49cc-b837-47806091b590" providerId="AD" clId="Web-{54C5B9E7-E546-4DF8-9423-FAABB54DADD7}" dt="2025-11-30T18:45:33.142" v="3" actId="20577"/>
          <ac:spMkLst>
            <pc:docMk/>
            <pc:sldMk cId="2475805559" sldId="257"/>
            <ac:spMk id="3" creationId="{835D6E6B-3353-491C-A3C6-F278D6CED8B3}"/>
          </ac:spMkLst>
        </pc:spChg>
      </pc:sldChg>
      <pc:sldChg chg="addSp modSp mod modClrScheme chgLayout">
        <pc:chgData name="Sládeček David" userId="S::sladecek@hradebni.cz::474d93f0-3a32-49cc-b837-47806091b590" providerId="AD" clId="Web-{54C5B9E7-E546-4DF8-9423-FAABB54DADD7}" dt="2025-11-30T19:11:15.872" v="657" actId="20577"/>
        <pc:sldMkLst>
          <pc:docMk/>
          <pc:sldMk cId="3623284285" sldId="258"/>
        </pc:sldMkLst>
        <pc:spChg chg="mod">
          <ac:chgData name="Sládeček David" userId="S::sladecek@hradebni.cz::474d93f0-3a32-49cc-b837-47806091b590" providerId="AD" clId="Web-{54C5B9E7-E546-4DF8-9423-FAABB54DADD7}" dt="2025-11-30T18:58:16.540" v="240"/>
          <ac:spMkLst>
            <pc:docMk/>
            <pc:sldMk cId="3623284285" sldId="258"/>
            <ac:spMk id="2" creationId="{ADDBDC9E-86EB-8F9B-E0A2-21F97F00F7B0}"/>
          </ac:spMkLst>
        </pc:spChg>
        <pc:spChg chg="mod">
          <ac:chgData name="Sládeček David" userId="S::sladecek@hradebni.cz::474d93f0-3a32-49cc-b837-47806091b590" providerId="AD" clId="Web-{54C5B9E7-E546-4DF8-9423-FAABB54DADD7}" dt="2025-11-30T19:11:15.872" v="657" actId="20577"/>
          <ac:spMkLst>
            <pc:docMk/>
            <pc:sldMk cId="3623284285" sldId="258"/>
            <ac:spMk id="3" creationId="{202A71CB-244C-674F-8403-EB4EF7520D4B}"/>
          </ac:spMkLst>
        </pc:spChg>
        <pc:spChg chg="mod ord">
          <ac:chgData name="Sládeček David" userId="S::sladecek@hradebni.cz::474d93f0-3a32-49cc-b837-47806091b590" providerId="AD" clId="Web-{54C5B9E7-E546-4DF8-9423-FAABB54DADD7}" dt="2025-11-30T18:58:16.540" v="240"/>
          <ac:spMkLst>
            <pc:docMk/>
            <pc:sldMk cId="3623284285" sldId="258"/>
            <ac:spMk id="4" creationId="{B0AD11A9-3963-FE26-2152-FDBBD95BFA75}"/>
          </ac:spMkLst>
        </pc:spChg>
        <pc:picChg chg="add mod ord modCrop">
          <ac:chgData name="Sládeček David" userId="S::sladecek@hradebni.cz::474d93f0-3a32-49cc-b837-47806091b590" providerId="AD" clId="Web-{54C5B9E7-E546-4DF8-9423-FAABB54DADD7}" dt="2025-11-30T18:59:14.121" v="251" actId="1076"/>
          <ac:picMkLst>
            <pc:docMk/>
            <pc:sldMk cId="3623284285" sldId="258"/>
            <ac:picMk id="5" creationId="{D82DCC93-5966-7D11-5EAC-84623CE6A748}"/>
          </ac:picMkLst>
        </pc:picChg>
      </pc:sldChg>
      <pc:sldChg chg="addSp delSp modSp mod modClrScheme chgLayout">
        <pc:chgData name="Sládeček David" userId="S::sladecek@hradebni.cz::474d93f0-3a32-49cc-b837-47806091b590" providerId="AD" clId="Web-{54C5B9E7-E546-4DF8-9423-FAABB54DADD7}" dt="2025-11-30T19:11:05.169" v="653" actId="20577"/>
        <pc:sldMkLst>
          <pc:docMk/>
          <pc:sldMk cId="4224318264" sldId="259"/>
        </pc:sldMkLst>
        <pc:spChg chg="mod">
          <ac:chgData name="Sládeček David" userId="S::sladecek@hradebni.cz::474d93f0-3a32-49cc-b837-47806091b590" providerId="AD" clId="Web-{54C5B9E7-E546-4DF8-9423-FAABB54DADD7}" dt="2025-11-30T19:02:43.551" v="463"/>
          <ac:spMkLst>
            <pc:docMk/>
            <pc:sldMk cId="4224318264" sldId="259"/>
            <ac:spMk id="2" creationId="{5CDE6A62-A12C-68AF-644A-10EE5845F3C0}"/>
          </ac:spMkLst>
        </pc:spChg>
        <pc:spChg chg="mod">
          <ac:chgData name="Sládeček David" userId="S::sladecek@hradebni.cz::474d93f0-3a32-49cc-b837-47806091b590" providerId="AD" clId="Web-{54C5B9E7-E546-4DF8-9423-FAABB54DADD7}" dt="2025-11-30T19:11:05.169" v="653" actId="20577"/>
          <ac:spMkLst>
            <pc:docMk/>
            <pc:sldMk cId="4224318264" sldId="259"/>
            <ac:spMk id="3" creationId="{50D6F24F-BD70-A7FF-6A50-4E0E205A7D62}"/>
          </ac:spMkLst>
        </pc:spChg>
        <pc:spChg chg="mod">
          <ac:chgData name="Sládeček David" userId="S::sladecek@hradebni.cz::474d93f0-3a32-49cc-b837-47806091b590" providerId="AD" clId="Web-{54C5B9E7-E546-4DF8-9423-FAABB54DADD7}" dt="2025-11-30T19:02:43.551" v="463"/>
          <ac:spMkLst>
            <pc:docMk/>
            <pc:sldMk cId="4224318264" sldId="259"/>
            <ac:spMk id="4" creationId="{2DE28CBE-4912-D7A0-0F64-6446FF6AE0EB}"/>
          </ac:spMkLst>
        </pc:spChg>
        <pc:spChg chg="add del mod">
          <ac:chgData name="Sládeček David" userId="S::sladecek@hradebni.cz::474d93f0-3a32-49cc-b837-47806091b590" providerId="AD" clId="Web-{54C5B9E7-E546-4DF8-9423-FAABB54DADD7}" dt="2025-11-30T19:02:43.551" v="463"/>
          <ac:spMkLst>
            <pc:docMk/>
            <pc:sldMk cId="4224318264" sldId="259"/>
            <ac:spMk id="9" creationId="{9C64E2D1-9F7A-019C-770E-E127FC4F729C}"/>
          </ac:spMkLst>
        </pc:spChg>
      </pc:sldChg>
      <pc:sldChg chg="addSp modSp mod modClrScheme chgLayout">
        <pc:chgData name="Sládeček David" userId="S::sladecek@hradebni.cz::474d93f0-3a32-49cc-b837-47806091b590" providerId="AD" clId="Web-{54C5B9E7-E546-4DF8-9423-FAABB54DADD7}" dt="2025-11-30T19:10:56.262" v="650" actId="20577"/>
        <pc:sldMkLst>
          <pc:docMk/>
          <pc:sldMk cId="1203529461" sldId="260"/>
        </pc:sldMkLst>
        <pc:spChg chg="mod">
          <ac:chgData name="Sládeček David" userId="S::sladecek@hradebni.cz::474d93f0-3a32-49cc-b837-47806091b590" providerId="AD" clId="Web-{54C5B9E7-E546-4DF8-9423-FAABB54DADD7}" dt="2025-11-30T19:08:22.963" v="611"/>
          <ac:spMkLst>
            <pc:docMk/>
            <pc:sldMk cId="1203529461" sldId="260"/>
            <ac:spMk id="2" creationId="{E04FA6C7-DCEA-F147-D657-580BC811795A}"/>
          </ac:spMkLst>
        </pc:spChg>
        <pc:spChg chg="mod">
          <ac:chgData name="Sládeček David" userId="S::sladecek@hradebni.cz::474d93f0-3a32-49cc-b837-47806091b590" providerId="AD" clId="Web-{54C5B9E7-E546-4DF8-9423-FAABB54DADD7}" dt="2025-11-30T19:10:56.262" v="650" actId="20577"/>
          <ac:spMkLst>
            <pc:docMk/>
            <pc:sldMk cId="1203529461" sldId="260"/>
            <ac:spMk id="3" creationId="{957B6E87-FD24-FD2A-F7D2-6F4906E6D310}"/>
          </ac:spMkLst>
        </pc:spChg>
        <pc:spChg chg="mod ord">
          <ac:chgData name="Sládeček David" userId="S::sladecek@hradebni.cz::474d93f0-3a32-49cc-b837-47806091b590" providerId="AD" clId="Web-{54C5B9E7-E546-4DF8-9423-FAABB54DADD7}" dt="2025-11-30T19:08:22.963" v="611"/>
          <ac:spMkLst>
            <pc:docMk/>
            <pc:sldMk cId="1203529461" sldId="260"/>
            <ac:spMk id="4" creationId="{3B20A779-20BF-B572-0753-353798036F9F}"/>
          </ac:spMkLst>
        </pc:spChg>
        <pc:picChg chg="add mod">
          <ac:chgData name="Sládeček David" userId="S::sladecek@hradebni.cz::474d93f0-3a32-49cc-b837-47806091b590" providerId="AD" clId="Web-{54C5B9E7-E546-4DF8-9423-FAABB54DADD7}" dt="2025-11-30T19:08:22.963" v="611"/>
          <ac:picMkLst>
            <pc:docMk/>
            <pc:sldMk cId="1203529461" sldId="260"/>
            <ac:picMk id="5" creationId="{B560BAB0-8F86-8F60-5947-F10B87808975}"/>
          </ac:picMkLst>
        </pc:picChg>
      </pc:sldChg>
      <pc:sldChg chg="addSp modSp mod modClrScheme chgLayout">
        <pc:chgData name="Sládeček David" userId="S::sladecek@hradebni.cz::474d93f0-3a32-49cc-b837-47806091b590" providerId="AD" clId="Web-{54C5B9E7-E546-4DF8-9423-FAABB54DADD7}" dt="2025-11-30T19:12:17.607" v="686" actId="20577"/>
        <pc:sldMkLst>
          <pc:docMk/>
          <pc:sldMk cId="1336060458" sldId="261"/>
        </pc:sldMkLst>
        <pc:spChg chg="mod">
          <ac:chgData name="Sládeček David" userId="S::sladecek@hradebni.cz::474d93f0-3a32-49cc-b837-47806091b590" providerId="AD" clId="Web-{54C5B9E7-E546-4DF8-9423-FAABB54DADD7}" dt="2025-11-30T19:10:44.575" v="646"/>
          <ac:spMkLst>
            <pc:docMk/>
            <pc:sldMk cId="1336060458" sldId="261"/>
            <ac:spMk id="2" creationId="{AE725425-5127-E0B4-9938-B2F48DBFDFAD}"/>
          </ac:spMkLst>
        </pc:spChg>
        <pc:spChg chg="mod">
          <ac:chgData name="Sládeček David" userId="S::sladecek@hradebni.cz::474d93f0-3a32-49cc-b837-47806091b590" providerId="AD" clId="Web-{54C5B9E7-E546-4DF8-9423-FAABB54DADD7}" dt="2025-11-30T19:12:17.607" v="686" actId="20577"/>
          <ac:spMkLst>
            <pc:docMk/>
            <pc:sldMk cId="1336060458" sldId="261"/>
            <ac:spMk id="3" creationId="{99BBCDFF-B212-2909-1CB3-7C83EC7A294D}"/>
          </ac:spMkLst>
        </pc:spChg>
        <pc:spChg chg="mod ord">
          <ac:chgData name="Sládeček David" userId="S::sladecek@hradebni.cz::474d93f0-3a32-49cc-b837-47806091b590" providerId="AD" clId="Web-{54C5B9E7-E546-4DF8-9423-FAABB54DADD7}" dt="2025-11-30T19:10:44.575" v="646"/>
          <ac:spMkLst>
            <pc:docMk/>
            <pc:sldMk cId="1336060458" sldId="261"/>
            <ac:spMk id="4" creationId="{D1E71073-BFB6-2CD4-5FF5-44570162A686}"/>
          </ac:spMkLst>
        </pc:spChg>
        <pc:picChg chg="add mod">
          <ac:chgData name="Sládeček David" userId="S::sladecek@hradebni.cz::474d93f0-3a32-49cc-b837-47806091b590" providerId="AD" clId="Web-{54C5B9E7-E546-4DF8-9423-FAABB54DADD7}" dt="2025-11-30T19:10:44.575" v="646"/>
          <ac:picMkLst>
            <pc:docMk/>
            <pc:sldMk cId="1336060458" sldId="261"/>
            <ac:picMk id="5" creationId="{BDAA338C-656B-84EE-4906-6CE4BA50D01E}"/>
          </ac:picMkLst>
        </pc:picChg>
      </pc:sldChg>
      <pc:sldChg chg="addSp delSp modSp mod modClrScheme chgLayout">
        <pc:chgData name="Sládeček David" userId="S::sladecek@hradebni.cz::474d93f0-3a32-49cc-b837-47806091b590" providerId="AD" clId="Web-{54C5B9E7-E546-4DF8-9423-FAABB54DADD7}" dt="2025-11-30T19:14:30.054" v="779" actId="1076"/>
        <pc:sldMkLst>
          <pc:docMk/>
          <pc:sldMk cId="1152540333" sldId="262"/>
        </pc:sldMkLst>
        <pc:spChg chg="mod">
          <ac:chgData name="Sládeček David" userId="S::sladecek@hradebni.cz::474d93f0-3a32-49cc-b837-47806091b590" providerId="AD" clId="Web-{54C5B9E7-E546-4DF8-9423-FAABB54DADD7}" dt="2025-11-30T19:14:15.053" v="770"/>
          <ac:spMkLst>
            <pc:docMk/>
            <pc:sldMk cId="1152540333" sldId="262"/>
            <ac:spMk id="2" creationId="{58ADC4E1-0D68-1AB8-7C86-7E6277719D49}"/>
          </ac:spMkLst>
        </pc:spChg>
        <pc:spChg chg="mod ord">
          <ac:chgData name="Sládeček David" userId="S::sladecek@hradebni.cz::474d93f0-3a32-49cc-b837-47806091b590" providerId="AD" clId="Web-{54C5B9E7-E546-4DF8-9423-FAABB54DADD7}" dt="2025-11-30T19:14:28.586" v="778" actId="20577"/>
          <ac:spMkLst>
            <pc:docMk/>
            <pc:sldMk cId="1152540333" sldId="262"/>
            <ac:spMk id="3" creationId="{316573A3-6EC4-8002-05BD-003072FB4E97}"/>
          </ac:spMkLst>
        </pc:spChg>
        <pc:spChg chg="mod ord">
          <ac:chgData name="Sládeček David" userId="S::sladecek@hradebni.cz::474d93f0-3a32-49cc-b837-47806091b590" providerId="AD" clId="Web-{54C5B9E7-E546-4DF8-9423-FAABB54DADD7}" dt="2025-11-30T19:14:15.053" v="770"/>
          <ac:spMkLst>
            <pc:docMk/>
            <pc:sldMk cId="1152540333" sldId="262"/>
            <ac:spMk id="4" creationId="{9067333A-D364-8A06-5D1C-DAD85AEB50B3}"/>
          </ac:spMkLst>
        </pc:spChg>
        <pc:spChg chg="add del mod">
          <ac:chgData name="Sládeček David" userId="S::sladecek@hradebni.cz::474d93f0-3a32-49cc-b837-47806091b590" providerId="AD" clId="Web-{54C5B9E7-E546-4DF8-9423-FAABB54DADD7}" dt="2025-11-30T19:14:15.053" v="770"/>
          <ac:spMkLst>
            <pc:docMk/>
            <pc:sldMk cId="1152540333" sldId="262"/>
            <ac:spMk id="11" creationId="{A9E398B2-30E0-EBEA-2E3A-EA1BB72D0A69}"/>
          </ac:spMkLst>
        </pc:spChg>
        <pc:spChg chg="add del mod">
          <ac:chgData name="Sládeček David" userId="S::sladecek@hradebni.cz::474d93f0-3a32-49cc-b837-47806091b590" providerId="AD" clId="Web-{54C5B9E7-E546-4DF8-9423-FAABB54DADD7}" dt="2025-11-30T19:14:15.053" v="770"/>
          <ac:spMkLst>
            <pc:docMk/>
            <pc:sldMk cId="1152540333" sldId="262"/>
            <ac:spMk id="13" creationId="{997DCD51-5637-D3C1-F136-49257BE2FEF2}"/>
          </ac:spMkLst>
        </pc:spChg>
        <pc:picChg chg="del">
          <ac:chgData name="Sládeček David" userId="S::sladecek@hradebni.cz::474d93f0-3a32-49cc-b837-47806091b590" providerId="AD" clId="Web-{54C5B9E7-E546-4DF8-9423-FAABB54DADD7}" dt="2025-11-30T18:46:16.097" v="51"/>
          <ac:picMkLst>
            <pc:docMk/>
            <pc:sldMk cId="1152540333" sldId="262"/>
            <ac:picMk id="5" creationId="{FEEE89A7-BB25-A8D2-F6DE-9053AAEFCF1F}"/>
          </ac:picMkLst>
        </pc:picChg>
        <pc:picChg chg="add del mod">
          <ac:chgData name="Sládeček David" userId="S::sladecek@hradebni.cz::474d93f0-3a32-49cc-b837-47806091b590" providerId="AD" clId="Web-{54C5B9E7-E546-4DF8-9423-FAABB54DADD7}" dt="2025-11-30T19:14:20.054" v="772"/>
          <ac:picMkLst>
            <pc:docMk/>
            <pc:sldMk cId="1152540333" sldId="262"/>
            <ac:picMk id="6" creationId="{4E847ED4-F626-14F1-0DBF-D0488314CC1F}"/>
          </ac:picMkLst>
        </pc:picChg>
        <pc:picChg chg="add mod">
          <ac:chgData name="Sládeček David" userId="S::sladecek@hradebni.cz::474d93f0-3a32-49cc-b837-47806091b590" providerId="AD" clId="Web-{54C5B9E7-E546-4DF8-9423-FAABB54DADD7}" dt="2025-11-30T19:14:30.054" v="779" actId="1076"/>
          <ac:picMkLst>
            <pc:docMk/>
            <pc:sldMk cId="1152540333" sldId="262"/>
            <ac:picMk id="7" creationId="{B567DEE7-EA73-8064-AC96-7ACFB5C9D384}"/>
          </ac:picMkLst>
        </pc:picChg>
      </pc:sldChg>
      <pc:sldChg chg="addSp delSp modSp mod modClrScheme chgLayout">
        <pc:chgData name="Sládeček David" userId="S::sladecek@hradebni.cz::474d93f0-3a32-49cc-b837-47806091b590" providerId="AD" clId="Web-{54C5B9E7-E546-4DF8-9423-FAABB54DADD7}" dt="2025-11-30T19:22:39.166" v="815" actId="1076"/>
        <pc:sldMkLst>
          <pc:docMk/>
          <pc:sldMk cId="4181224333" sldId="263"/>
        </pc:sldMkLst>
        <pc:spChg chg="mod">
          <ac:chgData name="Sládeček David" userId="S::sladecek@hradebni.cz::474d93f0-3a32-49cc-b837-47806091b590" providerId="AD" clId="Web-{54C5B9E7-E546-4DF8-9423-FAABB54DADD7}" dt="2025-11-30T19:21:23.883" v="789"/>
          <ac:spMkLst>
            <pc:docMk/>
            <pc:sldMk cId="4181224333" sldId="263"/>
            <ac:spMk id="2" creationId="{50AC17EA-64AC-031E-5F16-DC3265FC9F4C}"/>
          </ac:spMkLst>
        </pc:spChg>
        <pc:spChg chg="mod">
          <ac:chgData name="Sládeček David" userId="S::sladecek@hradebni.cz::474d93f0-3a32-49cc-b837-47806091b590" providerId="AD" clId="Web-{54C5B9E7-E546-4DF8-9423-FAABB54DADD7}" dt="2025-11-30T19:22:11.478" v="809" actId="20577"/>
          <ac:spMkLst>
            <pc:docMk/>
            <pc:sldMk cId="4181224333" sldId="263"/>
            <ac:spMk id="3" creationId="{756FC20A-5D3B-880A-C7EA-BDA78BF365D0}"/>
          </ac:spMkLst>
        </pc:spChg>
        <pc:spChg chg="mod ord">
          <ac:chgData name="Sládeček David" userId="S::sladecek@hradebni.cz::474d93f0-3a32-49cc-b837-47806091b590" providerId="AD" clId="Web-{54C5B9E7-E546-4DF8-9423-FAABB54DADD7}" dt="2025-11-30T19:21:23.883" v="789"/>
          <ac:spMkLst>
            <pc:docMk/>
            <pc:sldMk cId="4181224333" sldId="263"/>
            <ac:spMk id="4" creationId="{BDB00C42-5D36-45DF-5275-6E3E0BEF7DE7}"/>
          </ac:spMkLst>
        </pc:spChg>
        <pc:picChg chg="add del mod">
          <ac:chgData name="Sládeček David" userId="S::sladecek@hradebni.cz::474d93f0-3a32-49cc-b837-47806091b590" providerId="AD" clId="Web-{54C5B9E7-E546-4DF8-9423-FAABB54DADD7}" dt="2025-11-30T19:22:16.493" v="810"/>
          <ac:picMkLst>
            <pc:docMk/>
            <pc:sldMk cId="4181224333" sldId="263"/>
            <ac:picMk id="5" creationId="{4C480AB1-21AE-6CE6-2718-B149B2546CA9}"/>
          </ac:picMkLst>
        </pc:picChg>
        <pc:picChg chg="add mod">
          <ac:chgData name="Sládeček David" userId="S::sladecek@hradebni.cz::474d93f0-3a32-49cc-b837-47806091b590" providerId="AD" clId="Web-{54C5B9E7-E546-4DF8-9423-FAABB54DADD7}" dt="2025-11-30T19:22:39.166" v="815" actId="1076"/>
          <ac:picMkLst>
            <pc:docMk/>
            <pc:sldMk cId="4181224333" sldId="263"/>
            <ac:picMk id="6" creationId="{81F677FD-6A5B-3BC3-4624-E05A44916C9E}"/>
          </ac:picMkLst>
        </pc:picChg>
      </pc:sldChg>
      <pc:sldChg chg="modSp del">
        <pc:chgData name="Sládeček David" userId="S::sladecek@hradebni.cz::474d93f0-3a32-49cc-b837-47806091b590" providerId="AD" clId="Web-{54C5B9E7-E546-4DF8-9423-FAABB54DADD7}" dt="2025-11-30T18:46:33.691" v="60"/>
        <pc:sldMkLst>
          <pc:docMk/>
          <pc:sldMk cId="2846904182" sldId="264"/>
        </pc:sldMkLst>
        <pc:spChg chg="mod">
          <ac:chgData name="Sládeček David" userId="S::sladecek@hradebni.cz::474d93f0-3a32-49cc-b837-47806091b590" providerId="AD" clId="Web-{54C5B9E7-E546-4DF8-9423-FAABB54DADD7}" dt="2025-11-30T18:46:27.753" v="58" actId="20577"/>
          <ac:spMkLst>
            <pc:docMk/>
            <pc:sldMk cId="2846904182" sldId="264"/>
            <ac:spMk id="3" creationId="{0C88916D-75AF-1F1A-D49B-C701211D2A03}"/>
          </ac:spMkLst>
        </pc:spChg>
      </pc:sldChg>
      <pc:sldChg chg="del">
        <pc:chgData name="Sládeček David" userId="S::sladecek@hradebni.cz::474d93f0-3a32-49cc-b837-47806091b590" providerId="AD" clId="Web-{54C5B9E7-E546-4DF8-9423-FAABB54DADD7}" dt="2025-11-30T18:46:33.691" v="59"/>
        <pc:sldMkLst>
          <pc:docMk/>
          <pc:sldMk cId="1817847065" sldId="26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27DCA4C-7825-44A0-B31A-4BAD6120D580}" type="datetime1">
              <a:rPr lang="cs-CZ" smtClean="0"/>
              <a:t>30.11.2025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CCFE8D-08E6-40AC-BF4B-494C67BC535C}" type="datetime1">
              <a:rPr lang="cs-CZ" smtClean="0"/>
              <a:t>30.11.2025</a:t>
            </a:fld>
            <a:endParaRPr lang="en-US"/>
          </a:p>
        </p:txBody>
      </p:sp>
      <p:sp>
        <p:nvSpPr>
          <p:cNvPr id="4" name="Zástupný symbol obrázku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cs"/>
              <a:t>Kliknutím můžete upravit styly předlohy textu.</a:t>
            </a:r>
            <a:endParaRPr lang="en-US"/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/>
          </a:p>
        </p:txBody>
      </p:sp>
      <p:sp>
        <p:nvSpPr>
          <p:cNvPr id="6" name="Zástupné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/>
          <p:nvPr/>
        </p:nvSpPr>
        <p:spPr>
          <a:xfrm>
            <a:off x="446535" y="3085766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581192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581193" y="2495447"/>
            <a:ext cx="10993547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EC4697-A511-4167-98D5-E240268A2670}" type="datetime1">
              <a:rPr lang="cs-CZ" smtClean="0"/>
              <a:t>30.11.2025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81194" y="2340864"/>
            <a:ext cx="11029615" cy="3634486"/>
          </a:xfrm>
        </p:spPr>
        <p:txBody>
          <a:bodyPr rtlCol="0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25B38F-3440-48E9-8BA6-B9B0E297B628}" type="datetime1">
              <a:rPr lang="cs-CZ" smtClean="0"/>
              <a:t>30.11.2025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/>
          <p:cNvSpPr>
            <a:spLocks noChangeAspect="1"/>
          </p:cNvSpPr>
          <p:nvPr/>
        </p:nvSpPr>
        <p:spPr>
          <a:xfrm>
            <a:off x="447818" y="5141976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4" y="2393952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27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4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CB43DD-355E-4ACB-AF6B-F0A0D93B1FF7}" type="datetime1">
              <a:rPr lang="cs-CZ" smtClean="0"/>
              <a:t>30.11.2025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416041" y="2228004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0DC0DA-1C84-4CFB-A589-758D033EC754}" type="datetime1">
              <a:rPr lang="cs-CZ" smtClean="0"/>
              <a:t>30.11.2025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adpis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3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581194" y="2926054"/>
            <a:ext cx="5194767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416039" y="2250894"/>
            <a:ext cx="5194771" cy="553373"/>
          </a:xfrm>
        </p:spPr>
        <p:txBody>
          <a:bodyPr rtlCol="0" anchor="ctr">
            <a:noAutofit/>
          </a:bodyPr>
          <a:lstStyle>
            <a:lvl1pPr marL="0" marR="0" indent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416037" y="2926054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68CB40-5E53-430A-BC80-66A7330A3E11}" type="datetime1">
              <a:rPr lang="cs-CZ" smtClean="0"/>
              <a:t>30.11.2025</a:t>
            </a:fld>
            <a:endParaRPr lang="en-US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1"/>
          <p:cNvSpPr>
            <a:spLocks noGrp="1"/>
          </p:cNvSpPr>
          <p:nvPr>
            <p:ph type="title"/>
          </p:nvPr>
        </p:nvSpPr>
        <p:spPr>
          <a:xfrm>
            <a:off x="575895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030092-A1C2-46B4-B050-3676FFA9CD44}" type="datetime1">
              <a:rPr lang="cs-CZ" smtClean="0"/>
              <a:t>30.11.2025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CD7C02-7CC9-44AF-9768-6A6F42347937}" type="datetime1">
              <a:rPr lang="cs-CZ" smtClean="0"/>
              <a:t>30.11.2025</a:t>
            </a:fld>
            <a:endParaRPr lang="en-US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>
            <a:spLocks noChangeAspect="1"/>
          </p:cNvSpPr>
          <p:nvPr/>
        </p:nvSpPr>
        <p:spPr>
          <a:xfrm>
            <a:off x="447817" y="601201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67858" y="933452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18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900930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767858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</a:defRPr>
            </a:lvl1pPr>
            <a:lvl2pPr marL="342900" indent="0">
              <a:buNone/>
              <a:defRPr sz="825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6456918"/>
            <a:ext cx="2844799" cy="365125"/>
          </a:xfrm>
        </p:spPr>
        <p:txBody>
          <a:bodyPr rtlCol="0"/>
          <a:lstStyle/>
          <a:p>
            <a:pPr rtl="0"/>
            <a:fld id="{4E756D9B-B1BA-4BAF-99A5-DC08EF34F207}" type="datetime1">
              <a:rPr lang="cs-CZ" smtClean="0"/>
              <a:t>30.11.2025</a:t>
            </a:fld>
            <a:endParaRPr lang="en-US" dirty="0"/>
          </a:p>
        </p:txBody>
      </p:sp>
      <p:sp>
        <p:nvSpPr>
          <p:cNvPr id="10" name="Zástupný symbol pro zápatí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2"/>
            <a:ext cx="6917211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Zástupný symbol pro číslo snímku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6456918"/>
            <a:ext cx="1052511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 rt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obrázku 2"/>
          <p:cNvSpPr>
            <a:spLocks noGrp="1" noChangeAspect="1"/>
          </p:cNvSpPr>
          <p:nvPr>
            <p:ph type="pic" idx="1"/>
          </p:nvPr>
        </p:nvSpPr>
        <p:spPr>
          <a:xfrm>
            <a:off x="447817" y="641352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rtl="0"/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581193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E295CD-EF07-4568-A35E-D8DFD54CCEB6}" type="datetime1">
              <a:rPr lang="cs-CZ" smtClean="0"/>
              <a:t>30.11.2025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dpis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C2422F-D08F-49D0-98CD-DC7D2F2607DE}" type="datetime1">
              <a:rPr lang="cs-CZ" smtClean="0"/>
              <a:t>30.11.2025</a:t>
            </a:fld>
            <a:endParaRPr lang="en-US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774925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5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1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Zástupný symbol pro datum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72C44F-B7A3-4350-988C-CFC166A0AA82}" type="datetime1">
              <a:rPr lang="cs-CZ" smtClean="0"/>
              <a:t>30.11.2025</a:t>
            </a:fld>
            <a:endParaRPr lang="en-US" dirty="0"/>
          </a:p>
        </p:txBody>
      </p:sp>
      <p:sp>
        <p:nvSpPr>
          <p:cNvPr id="12" name="Zástupný symbol pro zápatí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Zástupný symbol pro číslo snímku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cs"/>
              <a:t>Kliknutím můžete upravit styl předlohy nadpisů.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2" y="2336004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cs"/>
              <a:t>Kliknutím můžete upravit styly předlohy textu.</a:t>
            </a:r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7605953" y="6423916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00C9E6-3834-4C30-AC74-37ACA7F99694}" type="datetime1">
              <a:rPr lang="cs-CZ" smtClean="0"/>
              <a:t>30.11.2025</a:t>
            </a:fld>
            <a:endParaRPr lang="en-US" dirty="0"/>
          </a:p>
        </p:txBody>
      </p:sp>
      <p:sp>
        <p:nvSpPr>
          <p:cNvPr id="5" name="Zástupné zápatí 4"/>
          <p:cNvSpPr>
            <a:spLocks noGrp="1"/>
          </p:cNvSpPr>
          <p:nvPr>
            <p:ph type="ftr" sz="quarter" idx="3"/>
          </p:nvPr>
        </p:nvSpPr>
        <p:spPr>
          <a:xfrm>
            <a:off x="581192" y="6423916"/>
            <a:ext cx="69172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10558301" y="6423916"/>
            <a:ext cx="10525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Obdélník 8"/>
          <p:cNvSpPr/>
          <p:nvPr/>
        </p:nvSpPr>
        <p:spPr>
          <a:xfrm>
            <a:off x="446535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10" name="Obdélník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11" name="Obdélník 10"/>
          <p:cNvSpPr/>
          <p:nvPr/>
        </p:nvSpPr>
        <p:spPr>
          <a:xfrm>
            <a:off x="4241831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Obdélník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135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9894" y="1622574"/>
            <a:ext cx="8245162" cy="1106260"/>
          </a:xfrm>
        </p:spPr>
        <p:txBody>
          <a:bodyPr rtlCol="0">
            <a:normAutofit/>
          </a:bodyPr>
          <a:lstStyle/>
          <a:p>
            <a:pPr rtl="0"/>
            <a:r>
              <a:rPr lang="cs" dirty="0"/>
              <a:t>Programování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9895" y="2728835"/>
            <a:ext cx="8245160" cy="351175"/>
          </a:xfrm>
        </p:spPr>
        <p:txBody>
          <a:bodyPr rtlCol="0">
            <a:normAutofit/>
          </a:bodyPr>
          <a:lstStyle/>
          <a:p>
            <a:r>
              <a:rPr lang="cs" dirty="0"/>
              <a:t>Vícerozměrné pole, slovníky</a:t>
            </a:r>
            <a:endParaRPr lang="cs-CZ" dirty="0"/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58901" y="1200150"/>
            <a:ext cx="2777490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05373" y="1200150"/>
            <a:ext cx="2777490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24" name="Obdélník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610" y="1197482"/>
            <a:ext cx="2777490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pic>
        <p:nvPicPr>
          <p:cNvPr id="6" name="Obrázek 5" descr="Logo v detailu&#10;&#10;Automaticky generovaný popis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60550" y="3168650"/>
            <a:ext cx="8445500" cy="248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DDBDC9E-86EB-8F9B-E0A2-21F97F00F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 dirty="0"/>
              <a:t>Opakování pole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2A71CB-244C-674F-8403-EB4EF7520D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194767" cy="3633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28600" indent="-228600"/>
            <a:r>
              <a:rPr lang="cs-CZ" sz="2000" dirty="0"/>
              <a:t>Statická </a:t>
            </a:r>
            <a:r>
              <a:rPr lang="cs-CZ" sz="2000" dirty="0" err="1"/>
              <a:t>homogení</a:t>
            </a:r>
            <a:r>
              <a:rPr lang="cs-CZ" sz="2000" dirty="0"/>
              <a:t> datová struktura umožňující ukládat více prvků</a:t>
            </a:r>
            <a:endParaRPr lang="cs-CZ" sz="2000"/>
          </a:p>
          <a:p>
            <a:pPr marL="228600" indent="-228600"/>
            <a:r>
              <a:rPr lang="cs-CZ" sz="2000" dirty="0"/>
              <a:t>Přístup na jednotlivé položky je skrze index</a:t>
            </a:r>
          </a:p>
          <a:p>
            <a:pPr marL="228600" indent="-228600"/>
            <a:r>
              <a:rPr lang="cs-CZ" sz="2000" dirty="0"/>
              <a:t>Používáme v momentě, kdy známe počet hodnot, které je třeba uložit</a:t>
            </a:r>
          </a:p>
          <a:p>
            <a:pPr marL="228600" indent="-228600"/>
            <a:endParaRPr lang="cs-CZ" dirty="0"/>
          </a:p>
        </p:txBody>
      </p:sp>
      <p:pic>
        <p:nvPicPr>
          <p:cNvPr id="5" name="Obrázek 4" descr="Obsah obrázku text, Písmo, snímek obrazovky, řada/pruh&#10;&#10;Obsah generovaný pomocí AI může být nesprávný.">
            <a:extLst>
              <a:ext uri="{FF2B5EF4-FFF2-40B4-BE49-F238E27FC236}">
                <a16:creationId xmlns:a16="http://schemas.microsoft.com/office/drawing/2014/main" id="{D82DCC93-5966-7D11-5EAC-84623CE6A7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" r="4975" b="175"/>
          <a:stretch>
            <a:fillRect/>
          </a:stretch>
        </p:blipFill>
        <p:spPr>
          <a:xfrm>
            <a:off x="5774357" y="3021633"/>
            <a:ext cx="6411295" cy="1564526"/>
          </a:xfrm>
          <a:prstGeom prst="rect">
            <a:avLst/>
          </a:prstGeom>
          <a:noFill/>
        </p:spPr>
      </p:pic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0AD11A9-3963-FE26-2152-FDBBD95BFA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6423916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9E25B38F-3440-48E9-8BA6-B9B0E297B628}" type="datetime1">
              <a:rPr lang="cs-CZ" smtClean="0"/>
              <a:pPr rtl="0">
                <a:spcAft>
                  <a:spcPts val="600"/>
                </a:spcAft>
              </a:pPr>
              <a:t>30.11.2025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84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DE6A62-A12C-68AF-644A-10EE5845F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Vícerozměrné pole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0D6F24F-BD70-A7FF-6A50-4E0E205A7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/>
            <a:r>
              <a:rPr lang="cs-CZ" sz="2000" dirty="0"/>
              <a:t>Struktura pro data v mřížce, tabulce nebo mapě</a:t>
            </a:r>
          </a:p>
          <a:p>
            <a:pPr marL="228600" indent="-228600"/>
            <a:r>
              <a:rPr lang="cs-CZ" sz="2000" dirty="0"/>
              <a:t>Pro </a:t>
            </a:r>
            <a:r>
              <a:rPr lang="cs-CZ" sz="2000" dirty="0" err="1"/>
              <a:t>dvourzoměrná</a:t>
            </a:r>
            <a:r>
              <a:rPr lang="cs-CZ" sz="2000" dirty="0"/>
              <a:t> pole rozlišujeme</a:t>
            </a:r>
          </a:p>
          <a:p>
            <a:pPr marL="553085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700" dirty="0"/>
              <a:t>Pravoúhlé</a:t>
            </a:r>
          </a:p>
          <a:p>
            <a:pPr marL="553085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700" dirty="0"/>
              <a:t>Zubaté</a:t>
            </a:r>
          </a:p>
          <a:p>
            <a:pPr marL="228600" indent="-228600"/>
            <a:r>
              <a:rPr lang="cs-CZ" sz="2000" i="1" dirty="0"/>
              <a:t>Uveďte příklady dat, která by byla vhodná pro ukládání do vícerozměrných polí.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DE28CBE-4912-D7A0-0F64-6446FF6AE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30.11.2025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318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4FA6C7-DCEA-F147-D657-580BC8117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 dirty="0"/>
              <a:t>Pravoúhlé pole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57B6E87-FD24-FD2A-F7D2-6F4906E6D3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194767" cy="3633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28600" indent="-228600"/>
            <a:r>
              <a:rPr lang="cs-CZ" sz="2000" dirty="0"/>
              <a:t>Dvourozměrné pole, kde každý "řádek" má stejný počet sloupců</a:t>
            </a:r>
          </a:p>
          <a:p>
            <a:pPr marL="228600" indent="-228600"/>
            <a:r>
              <a:rPr lang="cs-CZ" sz="2000" dirty="0"/>
              <a:t>Vhodné pro matematické výpočty nebo zpracování obrazu – matice</a:t>
            </a:r>
          </a:p>
          <a:p>
            <a:pPr marL="228600" indent="-228600"/>
            <a:r>
              <a:rPr lang="cs-CZ" sz="2000" dirty="0"/>
              <a:t>Indexace [řádek, sloupec]</a:t>
            </a:r>
          </a:p>
        </p:txBody>
      </p:sp>
      <p:pic>
        <p:nvPicPr>
          <p:cNvPr id="5" name="Obrázek 4" descr="Obsah obrázku text, Písmo, snímek obrazovky, číslo&#10;&#10;Obsah generovaný pomocí AI může být nesprávný.">
            <a:extLst>
              <a:ext uri="{FF2B5EF4-FFF2-40B4-BE49-F238E27FC236}">
                <a16:creationId xmlns:a16="http://schemas.microsoft.com/office/drawing/2014/main" id="{B560BAB0-8F86-8F60-5947-F10B87808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041" y="2745835"/>
            <a:ext cx="5194769" cy="2597384"/>
          </a:xfrm>
          <a:prstGeom prst="rect">
            <a:avLst/>
          </a:prstGeom>
          <a:noFill/>
        </p:spPr>
      </p:pic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B20A779-20BF-B572-0753-353798036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6423916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9E25B38F-3440-48E9-8BA6-B9B0E297B628}" type="datetime1">
              <a:rPr lang="cs-CZ" smtClean="0"/>
              <a:pPr rtl="0">
                <a:spcAft>
                  <a:spcPts val="600"/>
                </a:spcAft>
              </a:pPr>
              <a:t>30.11.2025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529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725425-5127-E0B4-9938-B2F48DBFD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 dirty="0"/>
              <a:t>Zubaté pole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9BBCDFF-B212-2909-1CB3-7C83EC7A2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194767" cy="3633047"/>
          </a:xfrm>
        </p:spPr>
        <p:txBody>
          <a:bodyPr anchor="ctr">
            <a:normAutofit/>
          </a:bodyPr>
          <a:lstStyle/>
          <a:p>
            <a:pPr marL="305435" indent="-305435"/>
            <a:r>
              <a:rPr lang="cs-CZ" sz="2000" dirty="0"/>
              <a:t>Pole polí – </a:t>
            </a:r>
            <a:r>
              <a:rPr lang="cs-CZ" sz="2000" b="1" dirty="0"/>
              <a:t>každý řádek může mít jinou délku</a:t>
            </a:r>
            <a:endParaRPr lang="cs-CZ" sz="2000" dirty="0"/>
          </a:p>
          <a:p>
            <a:pPr marL="305435" indent="-305435"/>
            <a:r>
              <a:rPr lang="cs-CZ" sz="2000" dirty="0"/>
              <a:t>Vhodné pro nerovnoměrná data</a:t>
            </a:r>
            <a:endParaRPr lang="cs-CZ" dirty="0"/>
          </a:p>
          <a:p>
            <a:pPr marL="305435" indent="-305435"/>
            <a:r>
              <a:rPr lang="cs-CZ" sz="2000" dirty="0"/>
              <a:t>Flexibilnější při používání než pravoúhlé pole</a:t>
            </a:r>
          </a:p>
          <a:p>
            <a:pPr marL="305435" indent="-305435"/>
            <a:r>
              <a:rPr lang="cs-CZ" sz="2000" dirty="0" err="1"/>
              <a:t>Náchýlnější</a:t>
            </a:r>
            <a:r>
              <a:rPr lang="cs-CZ" sz="2000" dirty="0"/>
              <a:t> na výjimky při přístupu na prvek</a:t>
            </a:r>
          </a:p>
        </p:txBody>
      </p:sp>
      <p:pic>
        <p:nvPicPr>
          <p:cNvPr id="5" name="Obrázek 4" descr="Obsah obrázku text, Písmo, snímek obrazovky&#10;&#10;Obsah generovaný pomocí AI může být nesprávný.">
            <a:extLst>
              <a:ext uri="{FF2B5EF4-FFF2-40B4-BE49-F238E27FC236}">
                <a16:creationId xmlns:a16="http://schemas.microsoft.com/office/drawing/2014/main" id="{BDAA338C-656B-84EE-4906-6CE4BA50D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041" y="2843237"/>
            <a:ext cx="5194769" cy="2402580"/>
          </a:xfrm>
          <a:prstGeom prst="rect">
            <a:avLst/>
          </a:prstGeom>
          <a:noFill/>
        </p:spPr>
      </p:pic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1E71073-BFB6-2CD4-5FF5-44570162A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6423916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9E25B38F-3440-48E9-8BA6-B9B0E297B628}" type="datetime1">
              <a:rPr lang="cs-CZ" smtClean="0"/>
              <a:pPr rtl="0">
                <a:spcAft>
                  <a:spcPts val="600"/>
                </a:spcAft>
              </a:pPr>
              <a:t>30.11.2025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060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8ADC4E1-0D68-1AB8-7C86-7E6277719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 dirty="0"/>
              <a:t>Průchod dvourozměrného pole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16573A3-6EC4-8002-05BD-003072FB4E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194767" cy="3633047"/>
          </a:xfrm>
        </p:spPr>
        <p:txBody>
          <a:bodyPr anchor="ctr">
            <a:normAutofit/>
          </a:bodyPr>
          <a:lstStyle/>
          <a:p>
            <a:pPr marL="228600" indent="-228600"/>
            <a:r>
              <a:rPr lang="cs-CZ" sz="2000" dirty="0"/>
              <a:t>Využití vnoření cyklů do sebe</a:t>
            </a:r>
          </a:p>
          <a:p>
            <a:pPr marL="228600" indent="-228600"/>
            <a:r>
              <a:rPr lang="cs-CZ" sz="2000" dirty="0"/>
              <a:t>Metoda pro zjištění rozměru dané dimenze </a:t>
            </a:r>
            <a:r>
              <a:rPr lang="cs-CZ" sz="2000" err="1"/>
              <a:t>GetLength</a:t>
            </a:r>
            <a:r>
              <a:rPr lang="cs-CZ" sz="2000" dirty="0"/>
              <a:t>(</a:t>
            </a:r>
            <a:r>
              <a:rPr lang="cs-CZ" sz="2000" err="1"/>
              <a:t>int</a:t>
            </a:r>
            <a:r>
              <a:rPr lang="cs-CZ" sz="2000" dirty="0"/>
              <a:t> n)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067333A-D364-8A06-5D1C-DAD85AEB50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6423916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9E25B38F-3440-48E9-8BA6-B9B0E297B628}" type="datetime1">
              <a:rPr lang="cs-CZ" smtClean="0"/>
              <a:pPr rtl="0">
                <a:spcAft>
                  <a:spcPts val="600"/>
                </a:spcAft>
              </a:pPr>
              <a:t>30.11.2025</a:t>
            </a:fld>
            <a:endParaRPr lang="en-US"/>
          </a:p>
        </p:txBody>
      </p:sp>
      <p:pic>
        <p:nvPicPr>
          <p:cNvPr id="7" name="Obrázek 6" descr="Obsah obrázku text, snímek obrazovky, Písmo, číslo&#10;&#10;Obsah generovaný pomocí AI může být nesprávný.">
            <a:extLst>
              <a:ext uri="{FF2B5EF4-FFF2-40B4-BE49-F238E27FC236}">
                <a16:creationId xmlns:a16="http://schemas.microsoft.com/office/drawing/2014/main" id="{B567DEE7-EA73-8064-AC96-7ACFB5C9D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737" y="2128085"/>
            <a:ext cx="6085473" cy="383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540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0AC17EA-64AC-031E-5F16-DC3265FC9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 dirty="0"/>
              <a:t>slovníky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56FC20A-5D3B-880A-C7EA-BDA78BF365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194767" cy="3633047"/>
          </a:xfrm>
        </p:spPr>
        <p:txBody>
          <a:bodyPr anchor="ctr">
            <a:normAutofit/>
          </a:bodyPr>
          <a:lstStyle/>
          <a:p>
            <a:pPr marL="305435" indent="-305435"/>
            <a:r>
              <a:rPr lang="cs-CZ" sz="2000" dirty="0"/>
              <a:t>Kolekce </a:t>
            </a:r>
            <a:r>
              <a:rPr lang="cs-CZ" sz="2000" b="1" dirty="0"/>
              <a:t>klíč → hodnota</a:t>
            </a:r>
            <a:endParaRPr lang="cs-CZ" sz="2000" dirty="0"/>
          </a:p>
          <a:p>
            <a:pPr marL="305435" indent="-305435"/>
            <a:r>
              <a:rPr lang="cs-CZ" sz="2000" dirty="0"/>
              <a:t>Rychlé vyhledávání díky </a:t>
            </a:r>
            <a:r>
              <a:rPr lang="cs-CZ" sz="2000" err="1"/>
              <a:t>hashování</a:t>
            </a:r>
            <a:endParaRPr lang="cs-CZ" sz="2000"/>
          </a:p>
          <a:p>
            <a:pPr marL="305435" indent="-305435"/>
            <a:r>
              <a:rPr lang="cs-CZ" sz="2000" dirty="0"/>
              <a:t>Klíč musí být </a:t>
            </a:r>
            <a:r>
              <a:rPr lang="cs-CZ" sz="2000" b="1" dirty="0"/>
              <a:t>jedinečný</a:t>
            </a:r>
            <a:endParaRPr lang="cs-CZ" sz="2000" dirty="0"/>
          </a:p>
          <a:p>
            <a:pPr marL="305435" indent="-305435"/>
            <a:r>
              <a:rPr lang="cs-CZ" sz="2000" dirty="0"/>
              <a:t>Umí kontrolovat existenci klíče </a:t>
            </a:r>
            <a:endParaRPr lang="cs-CZ" sz="2000" b="1" dirty="0"/>
          </a:p>
          <a:p>
            <a:pPr marL="305435" indent="-305435"/>
            <a:r>
              <a:rPr lang="cs-CZ" sz="2000" dirty="0"/>
              <a:t>Hodí se pro mapování hodnot, přepočítávání, statistiky, konfigurace</a:t>
            </a:r>
          </a:p>
          <a:p>
            <a:pPr marL="305435" indent="-305435"/>
            <a:r>
              <a:rPr lang="cs-CZ" sz="2000" dirty="0"/>
              <a:t>Zjištění existence klíče </a:t>
            </a:r>
            <a:r>
              <a:rPr lang="cs-CZ" sz="2000" i="1" err="1"/>
              <a:t>ContainsKey</a:t>
            </a:r>
            <a:r>
              <a:rPr lang="cs-CZ" sz="2000" i="1" dirty="0"/>
              <a:t>()</a:t>
            </a:r>
          </a:p>
          <a:p>
            <a:pPr marL="228600" indent="-228600"/>
            <a:endParaRPr lang="cs-CZ" sz="2000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DB00C42-5D36-45DF-5275-6E3E0BEF7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6423916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9E25B38F-3440-48E9-8BA6-B9B0E297B628}" type="datetime1">
              <a:rPr lang="cs-CZ" smtClean="0"/>
              <a:pPr rtl="0">
                <a:spcAft>
                  <a:spcPts val="600"/>
                </a:spcAft>
              </a:pPr>
              <a:t>30.11.2025</a:t>
            </a:fld>
            <a:endParaRPr lang="en-US"/>
          </a:p>
        </p:txBody>
      </p:sp>
      <p:pic>
        <p:nvPicPr>
          <p:cNvPr id="6" name="Obrázek 5" descr="Obsah obrázku text, snímek obrazovky, Písmo, číslo&#10;&#10;Obsah generovaný pomocí AI může být nesprávný.">
            <a:extLst>
              <a:ext uri="{FF2B5EF4-FFF2-40B4-BE49-F238E27FC236}">
                <a16:creationId xmlns:a16="http://schemas.microsoft.com/office/drawing/2014/main" id="{81F677FD-6A5B-3BC3-4624-E05A44916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008" y="2038208"/>
            <a:ext cx="6933775" cy="348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22433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98_TF33552983" id="{76B99DA1-8F4B-4CDD-AF17-E230D0ABAD07}" vid="{3FF160E1-38F3-4E00-BD3B-0B3A46B66420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35861FD81B3EE45AAC4C81C5640ECE7" ma:contentTypeVersion="4" ma:contentTypeDescription="Vytvoří nový dokument" ma:contentTypeScope="" ma:versionID="21fa4c386deca7c7aab8d7d13eb8f814">
  <xsd:schema xmlns:xsd="http://www.w3.org/2001/XMLSchema" xmlns:xs="http://www.w3.org/2001/XMLSchema" xmlns:p="http://schemas.microsoft.com/office/2006/metadata/properties" xmlns:ns2="c8cc7701-65b3-4efe-89ae-c871b5b7820b" targetNamespace="http://schemas.microsoft.com/office/2006/metadata/properties" ma:root="true" ma:fieldsID="409195400939cd53ac6c0f0275b4eac9" ns2:_="">
    <xsd:import namespace="c8cc7701-65b3-4efe-89ae-c871b5b782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cc7701-65b3-4efe-89ae-c871b5b782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E49B5DC-8932-455E-8A8D-F16FDACEC9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DA65AE-BB47-4353-9756-CEC17E071E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cc7701-65b3-4efe-89ae-c871b5b782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F3CDFA7-8B23-4853-8EB8-EE6E351B90A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{057ABDF0-0FF1-49A1-B0D8-3ACA9F4F8DB4}TF201209c3-d067-44f9-a26f-c8f216c44313d714db88_win32-5cc965dfc2a9</Template>
  <TotalTime>61</TotalTime>
  <Words>793</Words>
  <Application>Microsoft Office PowerPoint</Application>
  <PresentationFormat>Širokoúhlá obrazovka</PresentationFormat>
  <Paragraphs>103</Paragraphs>
  <Slides>7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8" baseType="lpstr">
      <vt:lpstr>DividendVTI</vt:lpstr>
      <vt:lpstr>Programování</vt:lpstr>
      <vt:lpstr>Opakování pole</vt:lpstr>
      <vt:lpstr>Vícerozměrné pole</vt:lpstr>
      <vt:lpstr>Pravoúhlé pole</vt:lpstr>
      <vt:lpstr>Zubaté pole</vt:lpstr>
      <vt:lpstr>Průchod dvourozměrného pole</vt:lpstr>
      <vt:lpstr>slovníky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Programování</dc:title>
  <dc:creator>Sládeček David</dc:creator>
  <cp:lastModifiedBy>Sládeček David</cp:lastModifiedBy>
  <cp:revision>516</cp:revision>
  <dcterms:created xsi:type="dcterms:W3CDTF">2025-09-08T04:51:09Z</dcterms:created>
  <dcterms:modified xsi:type="dcterms:W3CDTF">2025-11-30T19:22:52Z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0x010100835861FD81B3EE45AAC4C81C5640ECE7</vt:lpwstr>
  </property>
</Properties>
</file>