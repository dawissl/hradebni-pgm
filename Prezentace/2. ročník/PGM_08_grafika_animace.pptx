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D2D4C-319E-48F0-AEC7-E125CEFDB54B}" v="395" dt="2026-01-05T06:54:33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86AD2D4C-319E-48F0-AEC7-E125CEFDB54B}" dt="2026-01-05T06:36:58.207" v="79" actId="20577"/>
        <pc:sldMkLst>
          <pc:docMk/>
          <pc:sldMk cId="138617480" sldId="258"/>
        </pc:sldMkLst>
        <pc:spChg chg="mod">
          <ac:chgData name="Sládeček David" userId="S::sladecek@hradebni.cz::474d93f0-3a32-49cc-b837-47806091b590" providerId="AD" clId="Web-{86AD2D4C-319E-48F0-AEC7-E125CEFDB54B}" dt="2026-01-05T06:36:52.222" v="77"/>
          <ac:spMkLst>
            <pc:docMk/>
            <pc:sldMk cId="138617480" sldId="258"/>
            <ac:spMk id="2" creationId="{FB2E70A4-FCFC-34AD-422B-78AA7D5095F2}"/>
          </ac:spMkLst>
        </pc:spChg>
        <pc:spChg chg="mod">
          <ac:chgData name="Sládeček David" userId="S::sladecek@hradebni.cz::474d93f0-3a32-49cc-b837-47806091b590" providerId="AD" clId="Web-{86AD2D4C-319E-48F0-AEC7-E125CEFDB54B}" dt="2026-01-05T06:36:58.207" v="79" actId="20577"/>
          <ac:spMkLst>
            <pc:docMk/>
            <pc:sldMk cId="138617480" sldId="258"/>
            <ac:spMk id="3" creationId="{83970E61-EDE3-01B9-3992-15DB0F4F4716}"/>
          </ac:spMkLst>
        </pc:spChg>
        <pc:spChg chg="mod">
          <ac:chgData name="Sládeček David" userId="S::sladecek@hradebni.cz::474d93f0-3a32-49cc-b837-47806091b590" providerId="AD" clId="Web-{86AD2D4C-319E-48F0-AEC7-E125CEFDB54B}" dt="2026-01-05T06:36:52.222" v="77"/>
          <ac:spMkLst>
            <pc:docMk/>
            <pc:sldMk cId="138617480" sldId="258"/>
            <ac:spMk id="4" creationId="{FED66387-D9E8-128A-D0DD-F49ADDE2FBCE}"/>
          </ac:spMkLst>
        </pc:spChg>
        <pc:spChg chg="add del mod">
          <ac:chgData name="Sládeček David" userId="S::sladecek@hradebni.cz::474d93f0-3a32-49cc-b837-47806091b590" providerId="AD" clId="Web-{86AD2D4C-319E-48F0-AEC7-E125CEFDB54B}" dt="2026-01-05T06:36:52.222" v="77"/>
          <ac:spMkLst>
            <pc:docMk/>
            <pc:sldMk cId="138617480" sldId="258"/>
            <ac:spMk id="9" creationId="{7D7CA6DE-78AD-7FA4-B03E-C6A96EB6FA1F}"/>
          </ac:spMkLst>
        </pc:spChg>
      </pc:sldChg>
      <pc:sldChg chg="del">
        <pc:chgData name="Sládeček David" userId="S::sladecek@hradebni.cz::474d93f0-3a32-49cc-b837-47806091b590" providerId="AD" clId="Web-{86AD2D4C-319E-48F0-AEC7-E125CEFDB54B}" dt="2026-01-05T06:33:34.150" v="1"/>
        <pc:sldMkLst>
          <pc:docMk/>
          <pc:sldMk cId="2102391674" sldId="258"/>
        </pc:sldMkLst>
      </pc:sldChg>
      <pc:sldChg chg="del">
        <pc:chgData name="Sládeček David" userId="S::sladecek@hradebni.cz::474d93f0-3a32-49cc-b837-47806091b590" providerId="AD" clId="Web-{86AD2D4C-319E-48F0-AEC7-E125CEFDB54B}" dt="2026-01-05T06:33:34.837" v="2"/>
        <pc:sldMkLst>
          <pc:docMk/>
          <pc:sldMk cId="199332683" sldId="259"/>
        </pc:sldMkLst>
      </pc:sldChg>
      <pc:sldChg chg="addSp delSp modSp new mod modClrScheme chgLayout">
        <pc:chgData name="Sládeček David" userId="S::sladecek@hradebni.cz::474d93f0-3a32-49cc-b837-47806091b590" providerId="AD" clId="Web-{86AD2D4C-319E-48F0-AEC7-E125CEFDB54B}" dt="2026-01-05T06:37:13.021" v="82" actId="1076"/>
        <pc:sldMkLst>
          <pc:docMk/>
          <pc:sldMk cId="2872429727" sldId="259"/>
        </pc:sldMkLst>
        <pc:spChg chg="mod">
          <ac:chgData name="Sládeček David" userId="S::sladecek@hradebni.cz::474d93f0-3a32-49cc-b837-47806091b590" providerId="AD" clId="Web-{86AD2D4C-319E-48F0-AEC7-E125CEFDB54B}" dt="2026-01-05T06:36:19.891" v="69"/>
          <ac:spMkLst>
            <pc:docMk/>
            <pc:sldMk cId="2872429727" sldId="259"/>
            <ac:spMk id="2" creationId="{A79B620E-9E66-A621-CC07-3796EED9B0ED}"/>
          </ac:spMkLst>
        </pc:spChg>
        <pc:spChg chg="mod">
          <ac:chgData name="Sládeček David" userId="S::sladecek@hradebni.cz::474d93f0-3a32-49cc-b837-47806091b590" providerId="AD" clId="Web-{86AD2D4C-319E-48F0-AEC7-E125CEFDB54B}" dt="2026-01-05T06:37:10.817" v="81" actId="20577"/>
          <ac:spMkLst>
            <pc:docMk/>
            <pc:sldMk cId="2872429727" sldId="259"/>
            <ac:spMk id="3" creationId="{BD439F84-ABCC-E892-31B7-D3CE1A72525E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36:19.891" v="69"/>
          <ac:spMkLst>
            <pc:docMk/>
            <pc:sldMk cId="2872429727" sldId="259"/>
            <ac:spMk id="4" creationId="{97E2FF93-69AD-F6EC-25D9-50D4EB17C432}"/>
          </ac:spMkLst>
        </pc:spChg>
        <pc:picChg chg="add del mod">
          <ac:chgData name="Sládeček David" userId="S::sladecek@hradebni.cz::474d93f0-3a32-49cc-b837-47806091b590" providerId="AD" clId="Web-{86AD2D4C-319E-48F0-AEC7-E125CEFDB54B}" dt="2026-01-05T06:36:26.891" v="73"/>
          <ac:picMkLst>
            <pc:docMk/>
            <pc:sldMk cId="2872429727" sldId="259"/>
            <ac:picMk id="5" creationId="{F9943A45-CB7E-3520-279C-7ADBBA389E91}"/>
          </ac:picMkLst>
        </pc:picChg>
        <pc:picChg chg="add mod">
          <ac:chgData name="Sládeček David" userId="S::sladecek@hradebni.cz::474d93f0-3a32-49cc-b837-47806091b590" providerId="AD" clId="Web-{86AD2D4C-319E-48F0-AEC7-E125CEFDB54B}" dt="2026-01-05T06:37:13.021" v="82" actId="1076"/>
          <ac:picMkLst>
            <pc:docMk/>
            <pc:sldMk cId="2872429727" sldId="259"/>
            <ac:picMk id="6" creationId="{688576C3-1DC9-A7E8-916B-8DEB0519B740}"/>
          </ac:picMkLst>
        </pc:picChg>
      </pc:sldChg>
      <pc:sldChg chg="addSp delSp modSp new mod modClrScheme chgLayout">
        <pc:chgData name="Sládeček David" userId="S::sladecek@hradebni.cz::474d93f0-3a32-49cc-b837-47806091b590" providerId="AD" clId="Web-{86AD2D4C-319E-48F0-AEC7-E125CEFDB54B}" dt="2026-01-05T06:39:25.848" v="106"/>
        <pc:sldMkLst>
          <pc:docMk/>
          <pc:sldMk cId="1767379544" sldId="260"/>
        </pc:sldMkLst>
        <pc:spChg chg="mod">
          <ac:chgData name="Sládeček David" userId="S::sladecek@hradebni.cz::474d93f0-3a32-49cc-b837-47806091b590" providerId="AD" clId="Web-{86AD2D4C-319E-48F0-AEC7-E125CEFDB54B}" dt="2026-01-05T06:39:25.848" v="106"/>
          <ac:spMkLst>
            <pc:docMk/>
            <pc:sldMk cId="1767379544" sldId="260"/>
            <ac:spMk id="2" creationId="{6D137313-BB26-121F-F806-52A31D08C7F5}"/>
          </ac:spMkLst>
        </pc:spChg>
        <pc:spChg chg="add del mod">
          <ac:chgData name="Sládeček David" userId="S::sladecek@hradebni.cz::474d93f0-3a32-49cc-b837-47806091b590" providerId="AD" clId="Web-{86AD2D4C-319E-48F0-AEC7-E125CEFDB54B}" dt="2026-01-05T06:39:25.848" v="106"/>
          <ac:spMkLst>
            <pc:docMk/>
            <pc:sldMk cId="1767379544" sldId="260"/>
            <ac:spMk id="3" creationId="{EAFCA7F3-1D90-D973-9F97-25C7922F3EA8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39:25.848" v="106"/>
          <ac:spMkLst>
            <pc:docMk/>
            <pc:sldMk cId="1767379544" sldId="260"/>
            <ac:spMk id="4" creationId="{2C008B38-86AB-A101-3032-B994581F748C}"/>
          </ac:spMkLst>
        </pc:spChg>
        <pc:spChg chg="add del mod">
          <ac:chgData name="Sládeček David" userId="S::sladecek@hradebni.cz::474d93f0-3a32-49cc-b837-47806091b590" providerId="AD" clId="Web-{86AD2D4C-319E-48F0-AEC7-E125CEFDB54B}" dt="2026-01-05T06:39:06.362" v="99"/>
          <ac:spMkLst>
            <pc:docMk/>
            <pc:sldMk cId="1767379544" sldId="260"/>
            <ac:spMk id="6" creationId="{C65FC4BE-316F-22A6-C1CD-641B99B8C557}"/>
          </ac:spMkLst>
        </pc:spChg>
        <pc:picChg chg="add del mod ord">
          <ac:chgData name="Sládeček David" userId="S::sladecek@hradebni.cz::474d93f0-3a32-49cc-b837-47806091b590" providerId="AD" clId="Web-{86AD2D4C-319E-48F0-AEC7-E125CEFDB54B}" dt="2026-01-05T06:39:07.174" v="100"/>
          <ac:picMkLst>
            <pc:docMk/>
            <pc:sldMk cId="1767379544" sldId="260"/>
            <ac:picMk id="5" creationId="{C826FD97-4CBF-D3AD-D321-3833B54A195D}"/>
          </ac:picMkLst>
        </pc:picChg>
        <pc:picChg chg="add mod">
          <ac:chgData name="Sládeček David" userId="S::sladecek@hradebni.cz::474d93f0-3a32-49cc-b837-47806091b590" providerId="AD" clId="Web-{86AD2D4C-319E-48F0-AEC7-E125CEFDB54B}" dt="2026-01-05T06:39:25.848" v="106"/>
          <ac:picMkLst>
            <pc:docMk/>
            <pc:sldMk cId="1767379544" sldId="260"/>
            <ac:picMk id="7" creationId="{BFA73426-055F-2541-7C1E-A4D49CE38D81}"/>
          </ac:picMkLst>
        </pc:picChg>
      </pc:sldChg>
      <pc:sldChg chg="del">
        <pc:chgData name="Sládeček David" userId="S::sladecek@hradebni.cz::474d93f0-3a32-49cc-b837-47806091b590" providerId="AD" clId="Web-{86AD2D4C-319E-48F0-AEC7-E125CEFDB54B}" dt="2026-01-05T06:33:35.290" v="3"/>
        <pc:sldMkLst>
          <pc:docMk/>
          <pc:sldMk cId="3687320135" sldId="260"/>
        </pc:sldMkLst>
      </pc:sldChg>
      <pc:sldChg chg="delSp modSp new mod modClrScheme chgLayout">
        <pc:chgData name="Sládeček David" userId="S::sladecek@hradebni.cz::474d93f0-3a32-49cc-b837-47806091b590" providerId="AD" clId="Web-{86AD2D4C-319E-48F0-AEC7-E125CEFDB54B}" dt="2026-01-05T06:41:24.886" v="141" actId="20577"/>
        <pc:sldMkLst>
          <pc:docMk/>
          <pc:sldMk cId="338345789" sldId="261"/>
        </pc:sldMkLst>
        <pc:spChg chg="mod ord">
          <ac:chgData name="Sládeček David" userId="S::sladecek@hradebni.cz::474d93f0-3a32-49cc-b837-47806091b590" providerId="AD" clId="Web-{86AD2D4C-319E-48F0-AEC7-E125CEFDB54B}" dt="2026-01-05T06:40:00.506" v="112" actId="20577"/>
          <ac:spMkLst>
            <pc:docMk/>
            <pc:sldMk cId="338345789" sldId="261"/>
            <ac:spMk id="2" creationId="{46197FB3-8107-07A5-5B19-10C1368033F8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41:24.886" v="141" actId="20577"/>
          <ac:spMkLst>
            <pc:docMk/>
            <pc:sldMk cId="338345789" sldId="261"/>
            <ac:spMk id="3" creationId="{AA57D0E3-642C-A74C-5320-36E8C9881414}"/>
          </ac:spMkLst>
        </pc:spChg>
        <pc:spChg chg="del">
          <ac:chgData name="Sládeček David" userId="S::sladecek@hradebni.cz::474d93f0-3a32-49cc-b837-47806091b590" providerId="AD" clId="Web-{86AD2D4C-319E-48F0-AEC7-E125CEFDB54B}" dt="2026-01-05T06:39:55.600" v="108"/>
          <ac:spMkLst>
            <pc:docMk/>
            <pc:sldMk cId="338345789" sldId="261"/>
            <ac:spMk id="4" creationId="{31A1798A-E614-AA2E-D38C-FC4745E4ADE1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39:55.600" v="108"/>
          <ac:spMkLst>
            <pc:docMk/>
            <pc:sldMk cId="338345789" sldId="261"/>
            <ac:spMk id="5" creationId="{6C77D936-C892-40DD-4CFD-DD374EE328EF}"/>
          </ac:spMkLst>
        </pc:spChg>
      </pc:sldChg>
      <pc:sldChg chg="del">
        <pc:chgData name="Sládeček David" userId="S::sladecek@hradebni.cz::474d93f0-3a32-49cc-b837-47806091b590" providerId="AD" clId="Web-{86AD2D4C-319E-48F0-AEC7-E125CEFDB54B}" dt="2026-01-05T06:33:37.963" v="6"/>
        <pc:sldMkLst>
          <pc:docMk/>
          <pc:sldMk cId="3801726847" sldId="261"/>
        </pc:sldMkLst>
      </pc:sldChg>
      <pc:sldChg chg="addSp modSp new mod modClrScheme chgLayout">
        <pc:chgData name="Sládeček David" userId="S::sladecek@hradebni.cz::474d93f0-3a32-49cc-b837-47806091b590" providerId="AD" clId="Web-{86AD2D4C-319E-48F0-AEC7-E125CEFDB54B}" dt="2026-01-05T06:40:59.822" v="137"/>
        <pc:sldMkLst>
          <pc:docMk/>
          <pc:sldMk cId="760904870" sldId="262"/>
        </pc:sldMkLst>
        <pc:spChg chg="mod">
          <ac:chgData name="Sládeček David" userId="S::sladecek@hradebni.cz::474d93f0-3a32-49cc-b837-47806091b590" providerId="AD" clId="Web-{86AD2D4C-319E-48F0-AEC7-E125CEFDB54B}" dt="2026-01-05T06:40:59.822" v="137"/>
          <ac:spMkLst>
            <pc:docMk/>
            <pc:sldMk cId="760904870" sldId="262"/>
            <ac:spMk id="2" creationId="{68F1FD97-A12D-D997-AF0E-C74AA690FAAD}"/>
          </ac:spMkLst>
        </pc:spChg>
        <pc:spChg chg="mod">
          <ac:chgData name="Sládeček David" userId="S::sladecek@hradebni.cz::474d93f0-3a32-49cc-b837-47806091b590" providerId="AD" clId="Web-{86AD2D4C-319E-48F0-AEC7-E125CEFDB54B}" dt="2026-01-05T06:40:59.822" v="137"/>
          <ac:spMkLst>
            <pc:docMk/>
            <pc:sldMk cId="760904870" sldId="262"/>
            <ac:spMk id="3" creationId="{40025049-776E-239C-D389-BF86ECE39912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40:59.822" v="137"/>
          <ac:spMkLst>
            <pc:docMk/>
            <pc:sldMk cId="760904870" sldId="262"/>
            <ac:spMk id="4" creationId="{2D35DEBC-5FD4-82B1-C19F-91A6A263DD84}"/>
          </ac:spMkLst>
        </pc:spChg>
        <pc:picChg chg="add mod">
          <ac:chgData name="Sládeček David" userId="S::sladecek@hradebni.cz::474d93f0-3a32-49cc-b837-47806091b590" providerId="AD" clId="Web-{86AD2D4C-319E-48F0-AEC7-E125CEFDB54B}" dt="2026-01-05T06:40:59.822" v="137"/>
          <ac:picMkLst>
            <pc:docMk/>
            <pc:sldMk cId="760904870" sldId="262"/>
            <ac:picMk id="5" creationId="{3E4D11B7-F7D7-EC93-FB35-5DCAB69EC1B0}"/>
          </ac:picMkLst>
        </pc:picChg>
      </pc:sldChg>
      <pc:sldChg chg="del">
        <pc:chgData name="Sládeček David" userId="S::sladecek@hradebni.cz::474d93f0-3a32-49cc-b837-47806091b590" providerId="AD" clId="Web-{86AD2D4C-319E-48F0-AEC7-E125CEFDB54B}" dt="2026-01-05T06:33:37.963" v="5"/>
        <pc:sldMkLst>
          <pc:docMk/>
          <pc:sldMk cId="1829580988" sldId="262"/>
        </pc:sldMkLst>
      </pc:sldChg>
      <pc:sldChg chg="del">
        <pc:chgData name="Sládeček David" userId="S::sladecek@hradebni.cz::474d93f0-3a32-49cc-b837-47806091b590" providerId="AD" clId="Web-{86AD2D4C-319E-48F0-AEC7-E125CEFDB54B}" dt="2026-01-05T06:33:37.963" v="4"/>
        <pc:sldMkLst>
          <pc:docMk/>
          <pc:sldMk cId="217086082" sldId="263"/>
        </pc:sldMkLst>
      </pc:sldChg>
      <pc:sldChg chg="delSp modSp new mod modClrScheme chgLayout">
        <pc:chgData name="Sládeček David" userId="S::sladecek@hradebni.cz::474d93f0-3a32-49cc-b837-47806091b590" providerId="AD" clId="Web-{86AD2D4C-319E-48F0-AEC7-E125CEFDB54B}" dt="2026-01-05T06:54:31.742" v="374" actId="20577"/>
        <pc:sldMkLst>
          <pc:docMk/>
          <pc:sldMk cId="3312452353" sldId="263"/>
        </pc:sldMkLst>
        <pc:spChg chg="mod ord">
          <ac:chgData name="Sládeček David" userId="S::sladecek@hradebni.cz::474d93f0-3a32-49cc-b837-47806091b590" providerId="AD" clId="Web-{86AD2D4C-319E-48F0-AEC7-E125CEFDB54B}" dt="2026-01-05T06:48:07.446" v="151" actId="20577"/>
          <ac:spMkLst>
            <pc:docMk/>
            <pc:sldMk cId="3312452353" sldId="263"/>
            <ac:spMk id="2" creationId="{23842D92-B4BC-1ADB-468B-FEF13F7B3FFC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54:31.742" v="374" actId="20577"/>
          <ac:spMkLst>
            <pc:docMk/>
            <pc:sldMk cId="3312452353" sldId="263"/>
            <ac:spMk id="3" creationId="{09CA2E52-BE75-64AE-38F3-D7C9BA9274E2}"/>
          </ac:spMkLst>
        </pc:spChg>
        <pc:spChg chg="del">
          <ac:chgData name="Sládeček David" userId="S::sladecek@hradebni.cz::474d93f0-3a32-49cc-b837-47806091b590" providerId="AD" clId="Web-{86AD2D4C-319E-48F0-AEC7-E125CEFDB54B}" dt="2026-01-05T06:41:53.168" v="143"/>
          <ac:spMkLst>
            <pc:docMk/>
            <pc:sldMk cId="3312452353" sldId="263"/>
            <ac:spMk id="4" creationId="{B01BB1D9-37DA-3FC0-182D-79A54BB9B9E6}"/>
          </ac:spMkLst>
        </pc:spChg>
        <pc:spChg chg="mod ord">
          <ac:chgData name="Sládeček David" userId="S::sladecek@hradebni.cz::474d93f0-3a32-49cc-b837-47806091b590" providerId="AD" clId="Web-{86AD2D4C-319E-48F0-AEC7-E125CEFDB54B}" dt="2026-01-05T06:41:53.168" v="143"/>
          <ac:spMkLst>
            <pc:docMk/>
            <pc:sldMk cId="3312452353" sldId="263"/>
            <ac:spMk id="5" creationId="{F6B24EA8-B9BF-5F47-1735-7BFE9E177AAF}"/>
          </ac:spMkLst>
        </pc:spChg>
      </pc:sldChg>
      <pc:sldChg chg="del">
        <pc:chgData name="Sládeček David" userId="S::sladecek@hradebni.cz::474d93f0-3a32-49cc-b837-47806091b590" providerId="AD" clId="Web-{86AD2D4C-319E-48F0-AEC7-E125CEFDB54B}" dt="2026-01-05T06:33:40.026" v="10"/>
        <pc:sldMkLst>
          <pc:docMk/>
          <pc:sldMk cId="2582164150" sldId="264"/>
        </pc:sldMkLst>
      </pc:sldChg>
      <pc:sldChg chg="addSp delSp modSp new">
        <pc:chgData name="Sládeček David" userId="S::sladecek@hradebni.cz::474d93f0-3a32-49cc-b837-47806091b590" providerId="AD" clId="Web-{86AD2D4C-319E-48F0-AEC7-E125CEFDB54B}" dt="2026-01-05T06:53:57.927" v="363"/>
        <pc:sldMkLst>
          <pc:docMk/>
          <pc:sldMk cId="3042078081" sldId="264"/>
        </pc:sldMkLst>
        <pc:spChg chg="del">
          <ac:chgData name="Sládeček David" userId="S::sladecek@hradebni.cz::474d93f0-3a32-49cc-b837-47806091b590" providerId="AD" clId="Web-{86AD2D4C-319E-48F0-AEC7-E125CEFDB54B}" dt="2026-01-05T06:51:36.661" v="332"/>
          <ac:spMkLst>
            <pc:docMk/>
            <pc:sldMk cId="3042078081" sldId="264"/>
            <ac:spMk id="3" creationId="{1A6C10F9-F5A3-7E2F-C79F-34EA9AACE09F}"/>
          </ac:spMkLst>
        </pc:spChg>
        <pc:picChg chg="add mod ord">
          <ac:chgData name="Sládeček David" userId="S::sladecek@hradebni.cz::474d93f0-3a32-49cc-b837-47806091b590" providerId="AD" clId="Web-{86AD2D4C-319E-48F0-AEC7-E125CEFDB54B}" dt="2026-01-05T06:53:52.083" v="361"/>
          <ac:picMkLst>
            <pc:docMk/>
            <pc:sldMk cId="3042078081" sldId="264"/>
            <ac:picMk id="5" creationId="{368B8649-6063-E01C-5134-F9912D6AA9C2}"/>
          </ac:picMkLst>
        </pc:picChg>
        <pc:picChg chg="add mod ord">
          <ac:chgData name="Sládeček David" userId="S::sladecek@hradebni.cz::474d93f0-3a32-49cc-b837-47806091b590" providerId="AD" clId="Web-{86AD2D4C-319E-48F0-AEC7-E125CEFDB54B}" dt="2026-01-05T06:53:57.927" v="363"/>
          <ac:picMkLst>
            <pc:docMk/>
            <pc:sldMk cId="3042078081" sldId="264"/>
            <ac:picMk id="6" creationId="{87B8E6A6-05DE-5827-7A77-E59DA5FB31E3}"/>
          </ac:picMkLst>
        </pc:picChg>
      </pc:sldChg>
      <pc:sldChg chg="addSp delSp modSp new">
        <pc:chgData name="Sládeček David" userId="S::sladecek@hradebni.cz::474d93f0-3a32-49cc-b837-47806091b590" providerId="AD" clId="Web-{86AD2D4C-319E-48F0-AEC7-E125CEFDB54B}" dt="2026-01-05T06:53:39.097" v="358"/>
        <pc:sldMkLst>
          <pc:docMk/>
          <pc:sldMk cId="3183678594" sldId="265"/>
        </pc:sldMkLst>
        <pc:spChg chg="del">
          <ac:chgData name="Sládeček David" userId="S::sladecek@hradebni.cz::474d93f0-3a32-49cc-b837-47806091b590" providerId="AD" clId="Web-{86AD2D4C-319E-48F0-AEC7-E125CEFDB54B}" dt="2026-01-05T06:52:49.420" v="345"/>
          <ac:spMkLst>
            <pc:docMk/>
            <pc:sldMk cId="3183678594" sldId="265"/>
            <ac:spMk id="3" creationId="{6B6174CF-1D6D-9AB8-D00A-C3D555121BAB}"/>
          </ac:spMkLst>
        </pc:spChg>
        <pc:picChg chg="add mod ord">
          <ac:chgData name="Sládeček David" userId="S::sladecek@hradebni.cz::474d93f0-3a32-49cc-b837-47806091b590" providerId="AD" clId="Web-{86AD2D4C-319E-48F0-AEC7-E125CEFDB54B}" dt="2026-01-05T06:53:34.550" v="357"/>
          <ac:picMkLst>
            <pc:docMk/>
            <pc:sldMk cId="3183678594" sldId="265"/>
            <ac:picMk id="5" creationId="{2486C135-65DD-C9E0-D606-309BC3454AC5}"/>
          </ac:picMkLst>
        </pc:picChg>
        <pc:picChg chg="add mod">
          <ac:chgData name="Sládeček David" userId="S::sladecek@hradebni.cz::474d93f0-3a32-49cc-b837-47806091b590" providerId="AD" clId="Web-{86AD2D4C-319E-48F0-AEC7-E125CEFDB54B}" dt="2026-01-05T06:53:39.097" v="358"/>
          <ac:picMkLst>
            <pc:docMk/>
            <pc:sldMk cId="3183678594" sldId="265"/>
            <ac:picMk id="6" creationId="{E8AC9450-0249-40EE-ED25-F7653E6A13B7}"/>
          </ac:picMkLst>
        </pc:picChg>
      </pc:sldChg>
      <pc:sldChg chg="del">
        <pc:chgData name="Sládeček David" userId="S::sladecek@hradebni.cz::474d93f0-3a32-49cc-b837-47806091b590" providerId="AD" clId="Web-{86AD2D4C-319E-48F0-AEC7-E125CEFDB54B}" dt="2026-01-05T06:33:40.026" v="9"/>
        <pc:sldMkLst>
          <pc:docMk/>
          <pc:sldMk cId="3215696085" sldId="265"/>
        </pc:sldMkLst>
      </pc:sldChg>
      <pc:sldChg chg="del">
        <pc:chgData name="Sládeček David" userId="S::sladecek@hradebni.cz::474d93f0-3a32-49cc-b837-47806091b590" providerId="AD" clId="Web-{86AD2D4C-319E-48F0-AEC7-E125CEFDB54B}" dt="2026-01-05T06:33:40.026" v="7"/>
        <pc:sldMkLst>
          <pc:docMk/>
          <pc:sldMk cId="2337881983" sldId="266"/>
        </pc:sldMkLst>
      </pc:sldChg>
      <pc:sldChg chg="del">
        <pc:chgData name="Sládeček David" userId="S::sladecek@hradebni.cz::474d93f0-3a32-49cc-b837-47806091b590" providerId="AD" clId="Web-{86AD2D4C-319E-48F0-AEC7-E125CEFDB54B}" dt="2026-01-05T06:33:33.415" v="0"/>
        <pc:sldMkLst>
          <pc:docMk/>
          <pc:sldMk cId="2882245837" sldId="267"/>
        </pc:sldMkLst>
      </pc:sldChg>
      <pc:sldChg chg="del">
        <pc:chgData name="Sládeček David" userId="S::sladecek@hradebni.cz::474d93f0-3a32-49cc-b837-47806091b590" providerId="AD" clId="Web-{86AD2D4C-319E-48F0-AEC7-E125CEFDB54B}" dt="2026-01-05T06:33:40.026" v="8"/>
        <pc:sldMkLst>
          <pc:docMk/>
          <pc:sldMk cId="86948549" sldId="2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04.01.2026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04.01.2026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/>
              <a:t>Grafika animace události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2E70A4-FCFC-34AD-422B-78AA7D50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 připomenutí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970E61-EDE3-01B9-3992-15DB0F4F4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2000" dirty="0">
                <a:latin typeface="Century Gothic"/>
              </a:rPr>
              <a:t>Třída obsahující práci s grafikou </a:t>
            </a:r>
            <a:r>
              <a:rPr lang="cs-CZ" sz="2000" b="1" err="1">
                <a:latin typeface="Century Gothic"/>
              </a:rPr>
              <a:t>System.Drawings</a:t>
            </a:r>
            <a:endParaRPr lang="cs-CZ" sz="2000"/>
          </a:p>
          <a:p>
            <a:pPr marL="305435" indent="-305435"/>
            <a:r>
              <a:rPr lang="cs-CZ" sz="2000" dirty="0">
                <a:latin typeface="Century Gothic"/>
              </a:rPr>
              <a:t>Pro práci s grafikou je třeba definovat nový objekt typu </a:t>
            </a:r>
            <a:r>
              <a:rPr lang="cs-CZ" sz="2000" b="1" err="1">
                <a:latin typeface="Century Gothic"/>
              </a:rPr>
              <a:t>Graphics</a:t>
            </a:r>
            <a:endParaRPr lang="cs-CZ" sz="2000"/>
          </a:p>
          <a:p>
            <a:pPr marL="305435" indent="-305435"/>
            <a:r>
              <a:rPr lang="cs-CZ" sz="2000" dirty="0">
                <a:latin typeface="Century Gothic"/>
              </a:rPr>
              <a:t>Grafika je vykreslována skrze obslužnou metodu </a:t>
            </a:r>
            <a:r>
              <a:rPr lang="cs-CZ" sz="2000" b="1" err="1">
                <a:latin typeface="Century Gothic"/>
              </a:rPr>
              <a:t>komponenta_Paint</a:t>
            </a:r>
            <a:endParaRPr lang="cs-CZ" sz="2000"/>
          </a:p>
          <a:p>
            <a:pPr marL="305435" indent="-305435"/>
            <a:r>
              <a:rPr lang="cs-CZ" sz="2000" dirty="0">
                <a:latin typeface="Century Gothic"/>
              </a:rPr>
              <a:t>Jako plátno pro kreslení obvykle používáme komponentu </a:t>
            </a:r>
            <a:r>
              <a:rPr lang="cs-CZ" sz="2000" b="1" err="1">
                <a:latin typeface="Century Gothic"/>
              </a:rPr>
              <a:t>Form</a:t>
            </a:r>
            <a:r>
              <a:rPr lang="cs-CZ" sz="2000" dirty="0">
                <a:latin typeface="Century Gothic"/>
              </a:rPr>
              <a:t> nebo </a:t>
            </a:r>
            <a:r>
              <a:rPr lang="cs-CZ" sz="2000" b="1" dirty="0">
                <a:latin typeface="Century Gothic"/>
              </a:rPr>
              <a:t>Panel</a:t>
            </a:r>
            <a:endParaRPr lang="cs-CZ" sz="2000"/>
          </a:p>
          <a:p>
            <a:pPr marL="305435" indent="-305435"/>
            <a:r>
              <a:rPr lang="cs-CZ" sz="2000" dirty="0">
                <a:latin typeface="Century Gothic"/>
              </a:rPr>
              <a:t>V závislosti zda chceme vykreslit obrys nebo obrazec využíváme třídy:</a:t>
            </a:r>
            <a:endParaRPr lang="cs-CZ" sz="200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b="1" err="1">
                <a:latin typeface="Century Gothic"/>
              </a:rPr>
              <a:t>Brushes</a:t>
            </a:r>
            <a:r>
              <a:rPr lang="cs-CZ" dirty="0">
                <a:latin typeface="Century Gothic"/>
              </a:rPr>
              <a:t> – výplně obrazců</a:t>
            </a:r>
            <a:endParaRPr lang="cs-CZ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b="1" dirty="0">
                <a:latin typeface="Century Gothic"/>
              </a:rPr>
              <a:t>Pens</a:t>
            </a:r>
            <a:r>
              <a:rPr lang="cs-CZ" dirty="0">
                <a:latin typeface="Century Gothic"/>
              </a:rPr>
              <a:t> – obrysy, čáry, …</a:t>
            </a:r>
            <a:endParaRPr lang="cs-CZ"/>
          </a:p>
          <a:p>
            <a:pPr marL="305435" indent="-305435"/>
            <a:r>
              <a:rPr lang="cs-CZ" sz="2000" dirty="0">
                <a:latin typeface="Century Gothic"/>
              </a:rPr>
              <a:t>Máme možnost vytvářet si i vlastní objekty typu </a:t>
            </a:r>
            <a:r>
              <a:rPr lang="cs-CZ" sz="2000" err="1">
                <a:latin typeface="Century Gothic"/>
              </a:rPr>
              <a:t>Brush</a:t>
            </a:r>
            <a:r>
              <a:rPr lang="cs-CZ" sz="2000" dirty="0">
                <a:latin typeface="Century Gothic"/>
              </a:rPr>
              <a:t>, </a:t>
            </a:r>
            <a:r>
              <a:rPr lang="cs-CZ" sz="2000" err="1">
                <a:latin typeface="Century Gothic"/>
              </a:rPr>
              <a:t>Pen</a:t>
            </a:r>
            <a:endParaRPr lang="cs-CZ" sz="200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D66387-D9E8-128A-D0DD-F49ADDE2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04.01.2026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9B620E-9E66-A621-CC07-3796EED9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Vybrané atributy třídy </a:t>
            </a:r>
            <a:r>
              <a:rPr lang="cs-CZ" dirty="0" err="1"/>
              <a:t>graphics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439F84-ABCC-E892-31B7-D3CE1A72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2000" err="1">
                <a:latin typeface="Century Gothic"/>
              </a:rPr>
              <a:t>Clip</a:t>
            </a:r>
            <a:r>
              <a:rPr lang="cs-CZ" sz="2000" dirty="0">
                <a:latin typeface="Century Gothic"/>
              </a:rPr>
              <a:t> – </a:t>
            </a:r>
            <a:r>
              <a:rPr lang="cs-CZ" sz="2000" err="1">
                <a:latin typeface="Century Gothic"/>
              </a:rPr>
              <a:t>udáva</a:t>
            </a:r>
            <a:r>
              <a:rPr lang="cs-CZ" sz="2000" dirty="0">
                <a:latin typeface="Century Gothic"/>
              </a:rPr>
              <a:t> region (třída Region), na který můžeme vkládat grafiku</a:t>
            </a:r>
            <a:endParaRPr lang="cs-CZ" sz="2000"/>
          </a:p>
          <a:p>
            <a:pPr marL="305435" indent="-305435"/>
            <a:r>
              <a:rPr lang="cs-CZ" sz="2000" err="1">
                <a:latin typeface="Century Gothic"/>
              </a:rPr>
              <a:t>DpiX</a:t>
            </a:r>
            <a:r>
              <a:rPr lang="cs-CZ" sz="2000" dirty="0">
                <a:latin typeface="Century Gothic"/>
              </a:rPr>
              <a:t>/</a:t>
            </a:r>
            <a:r>
              <a:rPr lang="cs-CZ" sz="2000" err="1">
                <a:latin typeface="Century Gothic"/>
              </a:rPr>
              <a:t>DpiY</a:t>
            </a:r>
            <a:r>
              <a:rPr lang="cs-CZ" sz="2000" dirty="0">
                <a:latin typeface="Century Gothic"/>
              </a:rPr>
              <a:t> – rozlišení tvořené grafiky</a:t>
            </a:r>
            <a:endParaRPr lang="cs-CZ" sz="2000"/>
          </a:p>
          <a:p>
            <a:pPr marL="305435" indent="-305435"/>
            <a:r>
              <a:rPr lang="cs-CZ" sz="2000" err="1">
                <a:latin typeface="Century Gothic"/>
              </a:rPr>
              <a:t>Transform</a:t>
            </a:r>
            <a:r>
              <a:rPr lang="cs-CZ" sz="2000" dirty="0">
                <a:latin typeface="Century Gothic"/>
              </a:rPr>
              <a:t> – matice transformace objektu (rotace, zkosení, škálování, …)</a:t>
            </a:r>
            <a:endParaRPr lang="cs-CZ" sz="2000"/>
          </a:p>
          <a:p>
            <a:pPr marL="305435" indent="-305435"/>
            <a:r>
              <a:rPr lang="cs-CZ" sz="2000" err="1">
                <a:latin typeface="Century Gothic"/>
              </a:rPr>
              <a:t>CompositingQuality</a:t>
            </a:r>
            <a:r>
              <a:rPr lang="cs-CZ" sz="2000" dirty="0">
                <a:latin typeface="Century Gothic"/>
              </a:rPr>
              <a:t> – udává kvalitu pro renderování grafiky</a:t>
            </a:r>
            <a:endParaRPr lang="cs-CZ" sz="2000" dirty="0"/>
          </a:p>
          <a:p>
            <a:pPr marL="305435" indent="-305435"/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7E2FF93-69AD-F6EC-25D9-50D4EB17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04.01.2026</a:t>
            </a:fld>
            <a:endParaRPr lang="en-US" dirty="0"/>
          </a:p>
        </p:txBody>
      </p:sp>
      <p:pic>
        <p:nvPicPr>
          <p:cNvPr id="6" name="Obrázek 5" descr="Obsah obrázku text, Písmo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688576C3-1DC9-A7E8-916B-8DEB0519B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5175352"/>
            <a:ext cx="86963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2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137313-BB26-121F-F806-52A31D08C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Práce s instancí třídy </a:t>
            </a:r>
            <a:r>
              <a:rPr lang="cs-CZ" dirty="0" err="1"/>
              <a:t>graphics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FCA7F3-1D90-D973-9F97-25C7922F3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Při vykreslování grafiky si je třeba uvědomit, že záleží na pořadí vykreslování obrazců</a:t>
            </a:r>
            <a:endParaRPr lang="cs-CZ" dirty="0"/>
          </a:p>
          <a:p>
            <a:pPr marL="305435" indent="-305435"/>
            <a:r>
              <a:rPr lang="cs-CZ" dirty="0"/>
              <a:t>Na problematiku lze pohlížet jako na řešení malířova algoritmu</a:t>
            </a:r>
          </a:p>
          <a:p>
            <a:pPr marL="305435" indent="-305435"/>
            <a:r>
              <a:rPr lang="cs-CZ" b="1"/>
              <a:t>Malířův algoritmus</a:t>
            </a:r>
            <a:r>
              <a:rPr lang="cs-CZ"/>
              <a:t>: Jako první se vykreslují objekty v pozadí, které jsou postupně zakrývány objekty ležící před nimi</a:t>
            </a:r>
            <a:endParaRPr lang="cs-CZ" dirty="0"/>
          </a:p>
          <a:p>
            <a:pPr marL="305435" indent="-305435"/>
            <a:endParaRPr lang="cs-CZ" dirty="0"/>
          </a:p>
        </p:txBody>
      </p:sp>
      <p:pic>
        <p:nvPicPr>
          <p:cNvPr id="7" name="Obrázek 6" descr="Obsah obrázku text, Písmo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BFA73426-055F-2541-7C1E-A4D49CE38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3564011"/>
            <a:ext cx="5194769" cy="961032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C008B38-86AB-A101-3032-B994581F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04.01.2026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7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197FB3-8107-07A5-5B19-10C13680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v c#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57D0E3-642C-A74C-5320-36E8C988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dirty="0">
                <a:latin typeface="Century Gothic"/>
              </a:rPr>
              <a:t>Pro tvorbu animace využijeme komponentu časovače </a:t>
            </a:r>
            <a:r>
              <a:rPr lang="cs-CZ" sz="1800" b="1" err="1">
                <a:latin typeface="Century Gothic"/>
              </a:rPr>
              <a:t>Timer</a:t>
            </a:r>
            <a:r>
              <a:rPr lang="cs-CZ" sz="1800" dirty="0">
                <a:latin typeface="Century Gothic"/>
              </a:rPr>
              <a:t>, která nám generuje v určitém časovém intervalu tzv. </a:t>
            </a:r>
            <a:r>
              <a:rPr lang="cs-CZ" sz="1800" b="1" err="1">
                <a:latin typeface="Century Gothic"/>
              </a:rPr>
              <a:t>Tick</a:t>
            </a:r>
            <a:endParaRPr lang="cs-CZ" b="1" err="1"/>
          </a:p>
          <a:p>
            <a:pPr marL="305435" indent="-305435"/>
            <a:r>
              <a:rPr lang="cs-CZ" sz="1800" dirty="0">
                <a:latin typeface="Century Gothic"/>
              </a:rPr>
              <a:t>Pokaždé, když uběhne daný čas vyvoláme překreslení všech objektů s upravenými parametry</a:t>
            </a:r>
            <a:endParaRPr lang="cs-CZ" dirty="0"/>
          </a:p>
          <a:p>
            <a:pPr marL="305435" indent="-305435"/>
            <a:r>
              <a:rPr lang="cs-CZ" sz="1800" dirty="0">
                <a:latin typeface="Century Gothic"/>
              </a:rPr>
              <a:t>Časovač je ve výchozím stavu zakázán – </a:t>
            </a:r>
            <a:r>
              <a:rPr lang="cs-CZ" sz="1800" b="1" dirty="0" err="1">
                <a:latin typeface="Century Gothic"/>
              </a:rPr>
              <a:t>Enabled</a:t>
            </a:r>
            <a:r>
              <a:rPr lang="cs-CZ" sz="1800" b="1" dirty="0">
                <a:latin typeface="Century Gothic"/>
              </a:rPr>
              <a:t> </a:t>
            </a:r>
            <a:r>
              <a:rPr lang="cs-CZ" sz="1800" dirty="0">
                <a:latin typeface="Century Gothic"/>
              </a:rPr>
              <a:t>= </a:t>
            </a:r>
            <a:r>
              <a:rPr lang="cs-CZ" sz="1800" dirty="0" err="1">
                <a:latin typeface="Century Gothic"/>
              </a:rPr>
              <a:t>false</a:t>
            </a:r>
            <a:endParaRPr lang="cs-CZ" dirty="0" err="1"/>
          </a:p>
          <a:p>
            <a:pPr marL="305435" indent="-305435"/>
            <a:r>
              <a:rPr lang="cs-CZ" sz="1800" dirty="0">
                <a:latin typeface="Century Gothic"/>
              </a:rPr>
              <a:t>Interval je udáván v milisekundách a výchozí hodnotou je 100ms</a:t>
            </a:r>
            <a:endParaRPr lang="cs-CZ"/>
          </a:p>
          <a:p>
            <a:pPr marL="305435" indent="-305435"/>
            <a:r>
              <a:rPr lang="cs-CZ" sz="1800" dirty="0">
                <a:latin typeface="Century Gothic"/>
              </a:rPr>
              <a:t>Příkladem může být změna koordinát pro vykreslovaný objekt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77D936-C892-40DD-4CFD-DD374EE3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04.01.2026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1FD97-A12D-D997-AF0E-C74AA690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Pohyb po diagonále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025049-776E-239C-D389-BF86ECE39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/>
              <a:t>Do nového formuláře si vložíme komponentu panel a komponentu časovač</a:t>
            </a:r>
            <a:endParaRPr lang="cs-CZ" dirty="0"/>
          </a:p>
          <a:p>
            <a:pPr marL="305435" indent="-305435"/>
            <a:r>
              <a:rPr lang="cs-CZ"/>
              <a:t>Vykreslovaný čtverec má na začátku programu souřadnice 0,0</a:t>
            </a:r>
          </a:p>
          <a:p>
            <a:pPr marL="305435" indent="-305435"/>
            <a:r>
              <a:rPr lang="cs-CZ"/>
              <a:t>S každým uplynulým intervalem zvedneme hodnoty </a:t>
            </a:r>
            <a:r>
              <a:rPr lang="cs-CZ" err="1"/>
              <a:t>x,y</a:t>
            </a:r>
          </a:p>
          <a:p>
            <a:pPr marL="305435" indent="-305435"/>
            <a:r>
              <a:rPr lang="cs-CZ"/>
              <a:t>Panel obnovíme pomocí funkce </a:t>
            </a:r>
            <a:r>
              <a:rPr lang="cs-CZ" err="1"/>
              <a:t>Refresh</a:t>
            </a:r>
            <a:r>
              <a:rPr lang="cs-CZ"/>
              <a:t>()</a:t>
            </a:r>
          </a:p>
          <a:p>
            <a:pPr marL="305435" indent="-305435"/>
            <a:endParaRPr lang="cs-CZ" dirty="0"/>
          </a:p>
        </p:txBody>
      </p:sp>
      <p:pic>
        <p:nvPicPr>
          <p:cNvPr id="5" name="Obrázek 4" descr="Obsah obrázku text, snímek obrazovky, displej, Písmo&#10;&#10;Obsah generovaný pomocí AI může být nesprávný.">
            <a:extLst>
              <a:ext uri="{FF2B5EF4-FFF2-40B4-BE49-F238E27FC236}">
                <a16:creationId xmlns:a16="http://schemas.microsoft.com/office/drawing/2014/main" id="{3E4D11B7-F7D7-EC93-FB35-5DCAB69E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615966"/>
            <a:ext cx="5194769" cy="2857122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D35DEBC-5FD4-82B1-C19F-91A6A26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04.01.2026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0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842D92-B4BC-1ADB-468B-FEF13F7B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Události nad formulářem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CA2E52-BE75-64AE-38F3-D7C9BA92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dirty="0"/>
              <a:t>WFA jsou ve velké míře událostmi řízené aplikace</a:t>
            </a:r>
          </a:p>
          <a:p>
            <a:pPr marL="305435" indent="-305435"/>
            <a:r>
              <a:rPr lang="cs-CZ" dirty="0"/>
              <a:t>Kliknutí na tlačítko, změna textu v komponentě, přesun myši přes komponentu, vykreslení, zmáčknutí klávesy</a:t>
            </a:r>
          </a:p>
          <a:p>
            <a:pPr marL="305435" indent="-305435"/>
            <a:r>
              <a:rPr lang="cs-CZ" dirty="0"/>
              <a:t>Mimo výchozí událost lze ke komponentám přidávat další (ikona blesku ve VS)</a:t>
            </a:r>
          </a:p>
          <a:p>
            <a:pPr marL="305435" indent="-305435"/>
            <a:r>
              <a:rPr lang="cs-CZ" dirty="0"/>
              <a:t>V kombinaci s dalšími komponentami (</a:t>
            </a:r>
            <a:r>
              <a:rPr lang="cs-CZ" dirty="0" err="1"/>
              <a:t>Timer</a:t>
            </a:r>
            <a:r>
              <a:rPr lang="cs-CZ" dirty="0"/>
              <a:t>) lze vytvořit ovládání  animace pomocí klávesnice a myši</a:t>
            </a:r>
          </a:p>
          <a:p>
            <a:pPr marL="305435" indent="-305435"/>
            <a:r>
              <a:rPr lang="cs-CZ" dirty="0"/>
              <a:t>Ukázka pohyb čtverce podle zmáčknutých šipek klávesnice a přesunutí čtverce na pozici kliknutí myši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6B24EA8-B9BF-5F47-1735-7BFE9E17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04.01.2026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45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CDEDC9-4CC5-C83F-8816-073623B0F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Zástupný obsah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368B8649-6063-E01C-5134-F9912D6AA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29" y="698111"/>
            <a:ext cx="5915020" cy="45789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87B8E6A6-05DE-5827-7A77-E59DA5FB3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348" y="2986929"/>
            <a:ext cx="7848600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235629-A1B1-1437-7FE3-283AEB21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04.01.2026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7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16B1D9-8062-718C-3619-A196DCB2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Zástupný obsah 4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2486C135-65DD-C9E0-D606-309BC3454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183" y="698112"/>
            <a:ext cx="6259974" cy="5494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1C621C-E663-ABED-BA8F-859116AC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04.01.2026</a:t>
            </a:fld>
            <a:endParaRPr lang="en-US" dirty="0"/>
          </a:p>
        </p:txBody>
      </p:sp>
      <p:pic>
        <p:nvPicPr>
          <p:cNvPr id="6" name="Obrázek 5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E8AC9450-0249-40EE-ED25-F7653E6A1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659" y="2543730"/>
            <a:ext cx="7115175" cy="2562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36785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21fa4c386deca7c7aab8d7d13eb8f814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409195400939cd53ac6c0f0275b4eac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DA65AE-BB47-4353-9756-CEC17E071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DividendVTI</vt:lpstr>
      <vt:lpstr>Programování</vt:lpstr>
      <vt:lpstr>Pro připomenutí</vt:lpstr>
      <vt:lpstr>Vybrané atributy třídy graphics</vt:lpstr>
      <vt:lpstr>Práce s instancí třídy graphics</vt:lpstr>
      <vt:lpstr>Animace v c#</vt:lpstr>
      <vt:lpstr>Pohyb po diagonále</vt:lpstr>
      <vt:lpstr>Události nad formulářem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618</cp:revision>
  <dcterms:created xsi:type="dcterms:W3CDTF">2025-09-08T04:51:09Z</dcterms:created>
  <dcterms:modified xsi:type="dcterms:W3CDTF">2026-01-05T06:54:36Z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