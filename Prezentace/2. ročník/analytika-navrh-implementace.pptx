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7A6DE8-5817-BE43-EE1D-589F7C815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EE90BD8-A372-4C42-D2DC-43C9140E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AF1449A-370A-C419-2C5C-C9D648D7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D9D379F-185C-9C6B-AB9D-A4EC3987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F1391D-5278-D735-0ED2-A31263F0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511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115125-CA98-CEA7-E12E-24482FAD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8CA612-E2D1-4A9D-25CE-9F5A2C4C7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2F48B78-4A41-010F-5538-4731796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8BEC48-C83F-B795-D5B5-0DA911EA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E6DA308-D897-7C8A-44D0-17FDC764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434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1D86BB-D835-B578-DC81-D244DA48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190712D-3B6E-EC03-C998-2F4A280D9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10D94E-E821-6A78-9C9E-0CA4206E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3A58036-C181-8462-58DF-123FD523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EB52A3-393D-E864-69B6-5DDA9EF6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556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58A71D-121D-1CAB-A356-D7561BFD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E2934A-27CF-5329-A5DB-271A6DF9F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66EDCFC-09D0-2DE7-BC8C-C1B846A8F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F123942-1DF5-0C2F-E76F-35952E82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3713558-1794-8B16-D965-84284FA9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9B01DD2-B153-816F-49E3-87FF6D49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49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8A01E7-1819-3C08-3344-BD0A6AF5F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4B5F617-545C-1DA3-1F45-6A8CD1C1E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3F0956-2961-AA06-F9F2-20A9C83CD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79F1897-CF43-762E-B682-0758FC13C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B00FCF1-1F8A-4812-FA70-9A0A22816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91AEAF2-321E-A500-FB92-D80803D2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B078285-85F1-642B-64BD-741F15B65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505FF06-E837-85E5-92AD-99C12724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779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7ADD99-A2C7-0B96-8E20-6BD7A2A3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CFE0BC7-F256-9262-D9E5-BF34D86B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3F0FE52-2B8C-5BAD-A886-7DA1C0C5E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E650581-344C-4920-445C-2C46B945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858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6DDE89-42B0-12C5-A256-D7C7D1EE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DD0AF2F-5DD8-EF83-ADC7-5D56F2C8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1658CDD-7A2E-4AB6-E1FB-45174324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5943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705561-27F7-B736-3760-94CB3C3E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0F01DB-C1BC-E310-3C1F-A52D21750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BF417B9-0EFA-417E-6A28-76BCE377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53FCC11-A99F-350E-B119-BA82897E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B0D85C4-AD46-ED50-28A5-6EEF53F7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F0CF767-2CC5-6C66-AFC2-F14466D0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928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992891-4379-8213-26CE-2EFDEF0B3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DC882AB-FF4D-9D8B-C196-FC5A69CFE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CBB29E5-903D-428E-56F8-1779443B5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1725545-6BDA-334B-ED35-49C0E992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853D953-949A-2977-4FC1-F62F1AA5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28AD098-FA15-E057-AECC-2E8A2689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324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70B723-D178-0BF0-ED83-17841E6A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90B4553-59C6-7D7B-C37D-0444D043C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4079A6C-2466-D43A-9464-096FBEA6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C9043AE-0AD7-0728-71DB-1DEBC9DC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B2BC5FE-4BB4-367F-3862-5B2439BD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283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C4BC47B-7398-5219-B76C-ABC8AED65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4594F3D-DFC2-A6B9-ED4C-B5DDD4438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1DA979-D564-E449-7AD9-895A8A91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71888ED-7AE0-6169-480C-C8405CD6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B96E4F-3409-7494-009C-7BF4ACCC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681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54F0BED-EB61-A9A3-BB70-B5FC6726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6709482-C5C2-0509-75D0-62C981822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0CCDCD-DA16-F16B-8DDF-F5AA0E6BC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910A5-05B7-44C5-83C2-86C7B4C8B380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C89143-C431-FB70-9F26-49DF2D5F8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ECC3C6-A792-B7C1-4BB6-03E8ED7F7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B0A8D-C7EB-40E9-9488-8629E12EA4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644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49147241-CE96-E040-08BE-8D0A5C09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cs-CZ" sz="4000" dirty="0">
                <a:solidFill>
                  <a:schemeClr val="bg1"/>
                </a:solidFill>
              </a:rPr>
              <a:t>Analytika, návrh, implementace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3D4B77C3-3FBB-2B12-2BB7-4F7F92AFF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sz="2200" dirty="0"/>
              <a:t>Analyticky vyspecifikovat úvodní problém </a:t>
            </a:r>
            <a:r>
              <a:rPr lang="cs-CZ" sz="2200" dirty="0">
                <a:solidFill>
                  <a:srgbClr val="FF0000"/>
                </a:solidFill>
              </a:rPr>
              <a:t>(10 min)</a:t>
            </a:r>
          </a:p>
          <a:p>
            <a:pPr lvl="1"/>
            <a:r>
              <a:rPr lang="cs-CZ" sz="2200" dirty="0"/>
              <a:t>Co se očekává </a:t>
            </a:r>
            <a:r>
              <a:rPr lang="cs-CZ" sz="2200"/>
              <a:t>na vstupu a </a:t>
            </a:r>
            <a:r>
              <a:rPr lang="cs-CZ" sz="2200" dirty="0"/>
              <a:t>výstupu</a:t>
            </a:r>
          </a:p>
          <a:p>
            <a:pPr lvl="1"/>
            <a:r>
              <a:rPr lang="cs-CZ" sz="2200" dirty="0"/>
              <a:t>Jaké jsou hraniční podmínky, jak naložit se vstupem mimo podmínky</a:t>
            </a:r>
          </a:p>
          <a:p>
            <a:pPr lvl="1"/>
            <a:r>
              <a:rPr lang="cs-CZ" sz="2200" dirty="0"/>
              <a:t>Je zadání řešitelné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200" dirty="0"/>
              <a:t>Navrhnout řešení pomocí diagramu nebo pseudokódu </a:t>
            </a:r>
            <a:r>
              <a:rPr lang="cs-CZ" sz="2200" dirty="0">
                <a:solidFill>
                  <a:srgbClr val="FF0000"/>
                </a:solidFill>
              </a:rPr>
              <a:t>(12 min)</a:t>
            </a:r>
            <a:endParaRPr lang="cs-CZ" sz="1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cs-CZ" sz="2200" dirty="0"/>
          </a:p>
          <a:p>
            <a:pPr marL="514350" indent="-514350">
              <a:buFont typeface="+mj-lt"/>
              <a:buAutoNum type="arabicPeriod"/>
            </a:pPr>
            <a:r>
              <a:rPr lang="cs-CZ" sz="2200" dirty="0"/>
              <a:t>Vytvořit implementaci daného řešení </a:t>
            </a:r>
            <a:r>
              <a:rPr lang="cs-CZ" sz="2200" dirty="0">
                <a:solidFill>
                  <a:srgbClr val="FF0000"/>
                </a:solidFill>
              </a:rPr>
              <a:t>(15 min)</a:t>
            </a:r>
          </a:p>
          <a:p>
            <a:pPr lvl="1"/>
            <a:r>
              <a:rPr lang="cs-CZ" sz="1800" dirty="0"/>
              <a:t>Ověřit funkcionalitu dle vytvořené specifikace</a:t>
            </a:r>
          </a:p>
          <a:p>
            <a:pPr marL="514350" indent="-514350">
              <a:buFont typeface="+mj-lt"/>
              <a:buAutoNum type="arabicPeriod"/>
            </a:pPr>
            <a:endParaRPr lang="cs-CZ" sz="2200" dirty="0"/>
          </a:p>
          <a:p>
            <a:pPr marL="0" indent="0">
              <a:buNone/>
            </a:pPr>
            <a:r>
              <a:rPr lang="cs-CZ" sz="2200" dirty="0"/>
              <a:t>Komunikace je pouze jednosměrná, nelze se zpětně doptávat, jak bylo něco myšleno</a:t>
            </a:r>
          </a:p>
        </p:txBody>
      </p:sp>
    </p:spTree>
    <p:extLst>
      <p:ext uri="{BB962C8B-B14F-4D97-AF65-F5344CB8AC3E}">
        <p14:creationId xmlns:p14="http://schemas.microsoft.com/office/powerpoint/2010/main" val="327980456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71</Words>
  <Application>Microsoft Office PowerPoint</Application>
  <PresentationFormat>Širokoúhlá obrazovka</PresentationFormat>
  <Paragraphs>11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Motiv Office</vt:lpstr>
      <vt:lpstr>Analytika, návrh, implementace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Sládeček David</dc:creator>
  <cp:lastModifiedBy>Sládeček David</cp:lastModifiedBy>
  <cp:revision>3</cp:revision>
  <dcterms:created xsi:type="dcterms:W3CDTF">2025-10-13T05:54:18Z</dcterms:created>
  <dcterms:modified xsi:type="dcterms:W3CDTF">2025-10-13T06:26:34Z</dcterms:modified>
</cp:coreProperties>
</file>