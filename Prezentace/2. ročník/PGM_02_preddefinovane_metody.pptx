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9D3CA-13F0-072D-579E-773E214DE922}" v="701" dt="2025-10-05T21:11:40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4FE9D3CA-13F0-072D-579E-773E214DE922}"/>
    <pc:docChg chg="delSld modSld">
      <pc:chgData name="Sládeček David" userId="S::sladecek@hradebni.cz::474d93f0-3a32-49cc-b837-47806091b590" providerId="AD" clId="Web-{4FE9D3CA-13F0-072D-579E-773E214DE922}" dt="2025-10-05T21:11:40.182" v="693"/>
      <pc:docMkLst>
        <pc:docMk/>
      </pc:docMkLst>
      <pc:sldChg chg="modSp">
        <pc:chgData name="Sládeček David" userId="S::sladecek@hradebni.cz::474d93f0-3a32-49cc-b837-47806091b590" providerId="AD" clId="Web-{4FE9D3CA-13F0-072D-579E-773E214DE922}" dt="2025-10-05T20:44:03.918" v="22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4FE9D3CA-13F0-072D-579E-773E214DE922}" dt="2025-10-05T20:44:03.918" v="22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modSp">
        <pc:chgData name="Sládeček David" userId="S::sladecek@hradebni.cz::474d93f0-3a32-49cc-b837-47806091b590" providerId="AD" clId="Web-{4FE9D3CA-13F0-072D-579E-773E214DE922}" dt="2025-10-05T21:00:33.256" v="458" actId="20577"/>
        <pc:sldMkLst>
          <pc:docMk/>
          <pc:sldMk cId="3171784789" sldId="258"/>
        </pc:sldMkLst>
        <pc:spChg chg="mod">
          <ac:chgData name="Sládeček David" userId="S::sladecek@hradebni.cz::474d93f0-3a32-49cc-b837-47806091b590" providerId="AD" clId="Web-{4FE9D3CA-13F0-072D-579E-773E214DE922}" dt="2025-10-05T20:45:30.780" v="135" actId="20577"/>
          <ac:spMkLst>
            <pc:docMk/>
            <pc:sldMk cId="3171784789" sldId="258"/>
            <ac:spMk id="2" creationId="{110DF41B-4E8C-29A6-23C0-674102BB8451}"/>
          </ac:spMkLst>
        </pc:spChg>
        <pc:spChg chg="mod">
          <ac:chgData name="Sládeček David" userId="S::sladecek@hradebni.cz::474d93f0-3a32-49cc-b837-47806091b590" providerId="AD" clId="Web-{4FE9D3CA-13F0-072D-579E-773E214DE922}" dt="2025-10-05T21:00:33.256" v="458" actId="20577"/>
          <ac:spMkLst>
            <pc:docMk/>
            <pc:sldMk cId="3171784789" sldId="258"/>
            <ac:spMk id="3" creationId="{E8D6CF06-9793-3113-32F8-18B3F35E9009}"/>
          </ac:spMkLst>
        </pc:spChg>
      </pc:sldChg>
      <pc:sldChg chg="addSp delSp modSp">
        <pc:chgData name="Sládeček David" userId="S::sladecek@hradebni.cz::474d93f0-3a32-49cc-b837-47806091b590" providerId="AD" clId="Web-{4FE9D3CA-13F0-072D-579E-773E214DE922}" dt="2025-10-05T21:00:44.303" v="460" actId="20577"/>
        <pc:sldMkLst>
          <pc:docMk/>
          <pc:sldMk cId="1411401390" sldId="259"/>
        </pc:sldMkLst>
        <pc:spChg chg="mod">
          <ac:chgData name="Sládeček David" userId="S::sladecek@hradebni.cz::474d93f0-3a32-49cc-b837-47806091b590" providerId="AD" clId="Web-{4FE9D3CA-13F0-072D-579E-773E214DE922}" dt="2025-10-05T20:49:04.771" v="141" actId="20577"/>
          <ac:spMkLst>
            <pc:docMk/>
            <pc:sldMk cId="1411401390" sldId="259"/>
            <ac:spMk id="2" creationId="{6D3B5791-8131-05E1-A2D9-F7F0266BD0A5}"/>
          </ac:spMkLst>
        </pc:spChg>
        <pc:spChg chg="mod ord">
          <ac:chgData name="Sládeček David" userId="S::sladecek@hradebni.cz::474d93f0-3a32-49cc-b837-47806091b590" providerId="AD" clId="Web-{4FE9D3CA-13F0-072D-579E-773E214DE922}" dt="2025-10-05T21:00:44.303" v="460" actId="20577"/>
          <ac:spMkLst>
            <pc:docMk/>
            <pc:sldMk cId="1411401390" sldId="259"/>
            <ac:spMk id="3" creationId="{729EA40B-A798-CFF2-54E7-74CA46618CA3}"/>
          </ac:spMkLst>
        </pc:spChg>
        <pc:spChg chg="add del">
          <ac:chgData name="Sládeček David" userId="S::sladecek@hradebni.cz::474d93f0-3a32-49cc-b837-47806091b590" providerId="AD" clId="Web-{4FE9D3CA-13F0-072D-579E-773E214DE922}" dt="2025-10-05T20:52:32.500" v="164"/>
          <ac:spMkLst>
            <pc:docMk/>
            <pc:sldMk cId="1411401390" sldId="259"/>
            <ac:spMk id="17" creationId="{A0C0F974-248A-B4A3-05D7-1FD667EEB236}"/>
          </ac:spMkLst>
        </pc:spChg>
        <pc:spChg chg="add del">
          <ac:chgData name="Sládeček David" userId="S::sladecek@hradebni.cz::474d93f0-3a32-49cc-b837-47806091b590" providerId="AD" clId="Web-{4FE9D3CA-13F0-072D-579E-773E214DE922}" dt="2025-10-05T20:52:25.172" v="161"/>
          <ac:spMkLst>
            <pc:docMk/>
            <pc:sldMk cId="1411401390" sldId="259"/>
            <ac:spMk id="22" creationId="{8DD5149C-B98A-7B93-74C7-65D802D8A770}"/>
          </ac:spMkLst>
        </pc:spChg>
        <pc:spChg chg="add del">
          <ac:chgData name="Sládeček David" userId="S::sladecek@hradebni.cz::474d93f0-3a32-49cc-b837-47806091b590" providerId="AD" clId="Web-{4FE9D3CA-13F0-072D-579E-773E214DE922}" dt="2025-10-05T20:52:32.500" v="163"/>
          <ac:spMkLst>
            <pc:docMk/>
            <pc:sldMk cId="1411401390" sldId="259"/>
            <ac:spMk id="24" creationId="{2AABB227-0955-3B35-EA1B-3DBE66291A61}"/>
          </ac:spMkLst>
        </pc:spChg>
        <pc:spChg chg="add">
          <ac:chgData name="Sládeček David" userId="S::sladecek@hradebni.cz::474d93f0-3a32-49cc-b837-47806091b590" providerId="AD" clId="Web-{4FE9D3CA-13F0-072D-579E-773E214DE922}" dt="2025-10-05T20:52:32.500" v="164"/>
          <ac:spMkLst>
            <pc:docMk/>
            <pc:sldMk cId="1411401390" sldId="259"/>
            <ac:spMk id="26" creationId="{1ED2C5F5-23A1-57D4-8FA9-B46F63E36712}"/>
          </ac:spMkLst>
        </pc:spChg>
        <pc:picChg chg="add mod modCrop">
          <ac:chgData name="Sládeček David" userId="S::sladecek@hradebni.cz::474d93f0-3a32-49cc-b837-47806091b590" providerId="AD" clId="Web-{4FE9D3CA-13F0-072D-579E-773E214DE922}" dt="2025-10-05T20:53:30.298" v="220"/>
          <ac:picMkLst>
            <pc:docMk/>
            <pc:sldMk cId="1411401390" sldId="259"/>
            <ac:picMk id="4" creationId="{CEA2BB43-0875-3A4A-B9E8-B281B4796450}"/>
          </ac:picMkLst>
        </pc:picChg>
        <pc:picChg chg="del">
          <ac:chgData name="Sládeček David" userId="S::sladecek@hradebni.cz::474d93f0-3a32-49cc-b837-47806091b590" providerId="AD" clId="Web-{4FE9D3CA-13F0-072D-579E-773E214DE922}" dt="2025-10-05T20:49:36.289" v="158"/>
          <ac:picMkLst>
            <pc:docMk/>
            <pc:sldMk cId="1411401390" sldId="259"/>
            <ac:picMk id="10" creationId="{B14470B3-EF5B-71C0-B76A-5F644F674887}"/>
          </ac:picMkLst>
        </pc:picChg>
      </pc:sldChg>
      <pc:sldChg chg="addSp delSp modSp">
        <pc:chgData name="Sládeček David" userId="S::sladecek@hradebni.cz::474d93f0-3a32-49cc-b837-47806091b590" providerId="AD" clId="Web-{4FE9D3CA-13F0-072D-579E-773E214DE922}" dt="2025-10-05T21:00:20.459" v="453" actId="20577"/>
        <pc:sldMkLst>
          <pc:docMk/>
          <pc:sldMk cId="869788384" sldId="260"/>
        </pc:sldMkLst>
        <pc:spChg chg="mod">
          <ac:chgData name="Sládeček David" userId="S::sladecek@hradebni.cz::474d93f0-3a32-49cc-b837-47806091b590" providerId="AD" clId="Web-{4FE9D3CA-13F0-072D-579E-773E214DE922}" dt="2025-10-05T20:54:00.455" v="229" actId="20577"/>
          <ac:spMkLst>
            <pc:docMk/>
            <pc:sldMk cId="869788384" sldId="260"/>
            <ac:spMk id="2" creationId="{D025B3A6-63C9-48B8-928E-187872AFDC94}"/>
          </ac:spMkLst>
        </pc:spChg>
        <pc:spChg chg="add del">
          <ac:chgData name="Sládeček David" userId="S::sladecek@hradebni.cz::474d93f0-3a32-49cc-b837-47806091b590" providerId="AD" clId="Web-{4FE9D3CA-13F0-072D-579E-773E214DE922}" dt="2025-10-05T20:56:39.816" v="306"/>
          <ac:spMkLst>
            <pc:docMk/>
            <pc:sldMk cId="869788384" sldId="260"/>
            <ac:spMk id="5" creationId="{30A682F6-A297-96D7-7BE8-6A62F3AF5E2B}"/>
          </ac:spMkLst>
        </pc:spChg>
        <pc:spChg chg="mod">
          <ac:chgData name="Sládeček David" userId="S::sladecek@hradebni.cz::474d93f0-3a32-49cc-b837-47806091b590" providerId="AD" clId="Web-{4FE9D3CA-13F0-072D-579E-773E214DE922}" dt="2025-10-05T21:00:20.459" v="453" actId="20577"/>
          <ac:spMkLst>
            <pc:docMk/>
            <pc:sldMk cId="869788384" sldId="260"/>
            <ac:spMk id="6" creationId="{BA292462-3B98-E95D-0C31-A31D3297CBB1}"/>
          </ac:spMkLst>
        </pc:spChg>
        <pc:spChg chg="add">
          <ac:chgData name="Sládeček David" userId="S::sladecek@hradebni.cz::474d93f0-3a32-49cc-b837-47806091b590" providerId="AD" clId="Web-{4FE9D3CA-13F0-072D-579E-773E214DE922}" dt="2025-10-05T20:56:39.816" v="306"/>
          <ac:spMkLst>
            <pc:docMk/>
            <pc:sldMk cId="869788384" sldId="260"/>
            <ac:spMk id="9" creationId="{3F9D609D-E9CC-782E-1CA9-E11B0771BBA0}"/>
          </ac:spMkLst>
        </pc:spChg>
        <pc:spChg chg="add del">
          <ac:chgData name="Sládeček David" userId="S::sladecek@hradebni.cz::474d93f0-3a32-49cc-b837-47806091b590" providerId="AD" clId="Web-{4FE9D3CA-13F0-072D-579E-773E214DE922}" dt="2025-10-05T20:56:35.222" v="305"/>
          <ac:spMkLst>
            <pc:docMk/>
            <pc:sldMk cId="869788384" sldId="260"/>
            <ac:spMk id="11" creationId="{97943A8D-7771-79BB-625D-F4C10C53FEAD}"/>
          </ac:spMkLst>
        </pc:spChg>
        <pc:picChg chg="add mod">
          <ac:chgData name="Sládeček David" userId="S::sladecek@hradebni.cz::474d93f0-3a32-49cc-b837-47806091b590" providerId="AD" clId="Web-{4FE9D3CA-13F0-072D-579E-773E214DE922}" dt="2025-10-05T20:56:49.113" v="308" actId="1076"/>
          <ac:picMkLst>
            <pc:docMk/>
            <pc:sldMk cId="869788384" sldId="260"/>
            <ac:picMk id="3" creationId="{3AD69627-A286-0535-9E13-0F5A3E3B1200}"/>
          </ac:picMkLst>
        </pc:picChg>
        <pc:picChg chg="del">
          <ac:chgData name="Sládeček David" userId="S::sladecek@hradebni.cz::474d93f0-3a32-49cc-b837-47806091b590" providerId="AD" clId="Web-{4FE9D3CA-13F0-072D-579E-773E214DE922}" dt="2025-10-05T20:54:44.096" v="300"/>
          <ac:picMkLst>
            <pc:docMk/>
            <pc:sldMk cId="869788384" sldId="260"/>
            <ac:picMk id="8" creationId="{73B613A6-22CA-3BBE-1631-D7CBE2C5A4B3}"/>
          </ac:picMkLst>
        </pc:picChg>
      </pc:sldChg>
      <pc:sldChg chg="delSp modSp">
        <pc:chgData name="Sládeček David" userId="S::sladecek@hradebni.cz::474d93f0-3a32-49cc-b837-47806091b590" providerId="AD" clId="Web-{4FE9D3CA-13F0-072D-579E-773E214DE922}" dt="2025-10-05T21:01:09.428" v="461" actId="20577"/>
        <pc:sldMkLst>
          <pc:docMk/>
          <pc:sldMk cId="2323171730" sldId="261"/>
        </pc:sldMkLst>
        <pc:spChg chg="mod">
          <ac:chgData name="Sládeček David" userId="S::sladecek@hradebni.cz::474d93f0-3a32-49cc-b837-47806091b590" providerId="AD" clId="Web-{4FE9D3CA-13F0-072D-579E-773E214DE922}" dt="2025-10-05T20:58:29.036" v="314" actId="20577"/>
          <ac:spMkLst>
            <pc:docMk/>
            <pc:sldMk cId="2323171730" sldId="261"/>
            <ac:spMk id="2" creationId="{E926A236-7554-87C7-AC9A-7F2467D3C07B}"/>
          </ac:spMkLst>
        </pc:spChg>
        <pc:spChg chg="mod">
          <ac:chgData name="Sládeček David" userId="S::sladecek@hradebni.cz::474d93f0-3a32-49cc-b837-47806091b590" providerId="AD" clId="Web-{4FE9D3CA-13F0-072D-579E-773E214DE922}" dt="2025-10-05T21:01:09.428" v="461" actId="20577"/>
          <ac:spMkLst>
            <pc:docMk/>
            <pc:sldMk cId="2323171730" sldId="261"/>
            <ac:spMk id="6" creationId="{AE320387-9342-E3CD-C3A5-24B522ED408A}"/>
          </ac:spMkLst>
        </pc:spChg>
        <pc:picChg chg="del">
          <ac:chgData name="Sládeček David" userId="S::sladecek@hradebni.cz::474d93f0-3a32-49cc-b837-47806091b590" providerId="AD" clId="Web-{4FE9D3CA-13F0-072D-579E-773E214DE922}" dt="2025-10-05T20:59:48.693" v="440"/>
          <ac:picMkLst>
            <pc:docMk/>
            <pc:sldMk cId="2323171730" sldId="261"/>
            <ac:picMk id="8" creationId="{AFFB2002-F70E-3F73-CC27-9D248E92CE9A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4FE9D3CA-13F0-072D-579E-773E214DE922}" dt="2025-10-05T21:07:04.767" v="636" actId="1076"/>
        <pc:sldMkLst>
          <pc:docMk/>
          <pc:sldMk cId="1411873343" sldId="262"/>
        </pc:sldMkLst>
        <pc:spChg chg="add del mod">
          <ac:chgData name="Sládeček David" userId="S::sladecek@hradebni.cz::474d93f0-3a32-49cc-b837-47806091b590" providerId="AD" clId="Web-{4FE9D3CA-13F0-072D-579E-773E214DE922}" dt="2025-10-05T21:02:23.022" v="476"/>
          <ac:spMkLst>
            <pc:docMk/>
            <pc:sldMk cId="1411873343" sldId="262"/>
            <ac:spMk id="3" creationId="{060EC858-8B65-488B-C43B-4E0AAEE220CD}"/>
          </ac:spMkLst>
        </pc:spChg>
        <pc:spChg chg="add del mod ord">
          <ac:chgData name="Sládeček David" userId="S::sladecek@hradebni.cz::474d93f0-3a32-49cc-b837-47806091b590" providerId="AD" clId="Web-{4FE9D3CA-13F0-072D-579E-773E214DE922}" dt="2025-10-05T21:06:55.610" v="634"/>
          <ac:spMkLst>
            <pc:docMk/>
            <pc:sldMk cId="1411873343" sldId="262"/>
            <ac:spMk id="5" creationId="{2D24B70E-787E-D8B8-18E5-BBF80A4F7652}"/>
          </ac:spMkLst>
        </pc:spChg>
        <pc:spChg chg="mod ord">
          <ac:chgData name="Sládeček David" userId="S::sladecek@hradebni.cz::474d93f0-3a32-49cc-b837-47806091b590" providerId="AD" clId="Web-{4FE9D3CA-13F0-072D-579E-773E214DE922}" dt="2025-10-05T21:06:55.610" v="634"/>
          <ac:spMkLst>
            <pc:docMk/>
            <pc:sldMk cId="1411873343" sldId="262"/>
            <ac:spMk id="6" creationId="{8E8656F2-5695-8AAA-B8AF-FEA94FCC17B7}"/>
          </ac:spMkLst>
        </pc:spChg>
        <pc:spChg chg="mod ord">
          <ac:chgData name="Sládeček David" userId="S::sladecek@hradebni.cz::474d93f0-3a32-49cc-b837-47806091b590" providerId="AD" clId="Web-{4FE9D3CA-13F0-072D-579E-773E214DE922}" dt="2025-10-05T21:06:55.610" v="634"/>
          <ac:spMkLst>
            <pc:docMk/>
            <pc:sldMk cId="1411873343" sldId="262"/>
            <ac:spMk id="8" creationId="{BD5A2825-7CB4-947C-682F-AA61D304A587}"/>
          </ac:spMkLst>
        </pc:spChg>
        <pc:spChg chg="del mod">
          <ac:chgData name="Sládeček David" userId="S::sladecek@hradebni.cz::474d93f0-3a32-49cc-b837-47806091b590" providerId="AD" clId="Web-{4FE9D3CA-13F0-072D-579E-773E214DE922}" dt="2025-10-05T21:02:14.709" v="473"/>
          <ac:spMkLst>
            <pc:docMk/>
            <pc:sldMk cId="1411873343" sldId="262"/>
            <ac:spMk id="9" creationId="{A607F088-4FB7-3C47-370F-084F800D084B}"/>
          </ac:spMkLst>
        </pc:spChg>
        <pc:spChg chg="del mod ord">
          <ac:chgData name="Sládeček David" userId="S::sladecek@hradebni.cz::474d93f0-3a32-49cc-b837-47806091b590" providerId="AD" clId="Web-{4FE9D3CA-13F0-072D-579E-773E214DE922}" dt="2025-10-05T21:02:36.990" v="479"/>
          <ac:spMkLst>
            <pc:docMk/>
            <pc:sldMk cId="1411873343" sldId="262"/>
            <ac:spMk id="10" creationId="{5A95786C-FDCF-3A8C-93DC-47AD9A7D2C01}"/>
          </ac:spMkLst>
        </pc:spChg>
        <pc:spChg chg="del mod ord">
          <ac:chgData name="Sládeček David" userId="S::sladecek@hradebni.cz::474d93f0-3a32-49cc-b837-47806091b590" providerId="AD" clId="Web-{4FE9D3CA-13F0-072D-579E-773E214DE922}" dt="2025-10-05T21:02:29.506" v="477"/>
          <ac:spMkLst>
            <pc:docMk/>
            <pc:sldMk cId="1411873343" sldId="262"/>
            <ac:spMk id="11" creationId="{B4CA1A0A-C504-CA2A-485F-87E208E33F0F}"/>
          </ac:spMkLst>
        </pc:spChg>
        <pc:spChg chg="add del mod">
          <ac:chgData name="Sládeček David" userId="S::sladecek@hradebni.cz::474d93f0-3a32-49cc-b837-47806091b590" providerId="AD" clId="Web-{4FE9D3CA-13F0-072D-579E-773E214DE922}" dt="2025-10-05T21:06:55.610" v="633"/>
          <ac:spMkLst>
            <pc:docMk/>
            <pc:sldMk cId="1411873343" sldId="262"/>
            <ac:spMk id="13" creationId="{36D0FAC3-1561-3969-B4E5-F2D999D12897}"/>
          </ac:spMkLst>
        </pc:spChg>
        <pc:spChg chg="add mod">
          <ac:chgData name="Sládeček David" userId="S::sladecek@hradebni.cz::474d93f0-3a32-49cc-b837-47806091b590" providerId="AD" clId="Web-{4FE9D3CA-13F0-072D-579E-773E214DE922}" dt="2025-10-05T21:06:55.610" v="634"/>
          <ac:spMkLst>
            <pc:docMk/>
            <pc:sldMk cId="1411873343" sldId="262"/>
            <ac:spMk id="15" creationId="{2D13225F-7B16-EF49-22F6-21C9DCC6C045}"/>
          </ac:spMkLst>
        </pc:spChg>
        <pc:picChg chg="add mod">
          <ac:chgData name="Sládeček David" userId="S::sladecek@hradebni.cz::474d93f0-3a32-49cc-b837-47806091b590" providerId="AD" clId="Web-{4FE9D3CA-13F0-072D-579E-773E214DE922}" dt="2025-10-05T21:07:04.767" v="636" actId="1076"/>
          <ac:picMkLst>
            <pc:docMk/>
            <pc:sldMk cId="1411873343" sldId="262"/>
            <ac:picMk id="4" creationId="{29459201-DE96-6F69-BD73-F1C11B2102FB}"/>
          </ac:picMkLst>
        </pc:picChg>
      </pc:sldChg>
      <pc:sldChg chg="addSp delSp modSp mod modClrScheme chgLayout">
        <pc:chgData name="Sládeček David" userId="S::sladecek@hradebni.cz::474d93f0-3a32-49cc-b837-47806091b590" providerId="AD" clId="Web-{4FE9D3CA-13F0-072D-579E-773E214DE922}" dt="2025-10-05T21:11:05.650" v="688" actId="1076"/>
        <pc:sldMkLst>
          <pc:docMk/>
          <pc:sldMk cId="894060384" sldId="263"/>
        </pc:sldMkLst>
        <pc:spChg chg="mod ord">
          <ac:chgData name="Sládeček David" userId="S::sladecek@hradebni.cz::474d93f0-3a32-49cc-b837-47806091b590" providerId="AD" clId="Web-{4FE9D3CA-13F0-072D-579E-773E214DE922}" dt="2025-10-05T21:10:55.181" v="685"/>
          <ac:spMkLst>
            <pc:docMk/>
            <pc:sldMk cId="894060384" sldId="263"/>
            <ac:spMk id="2" creationId="{8E8EDE0E-C1AD-D42F-F8DE-4731FD71A06F}"/>
          </ac:spMkLst>
        </pc:spChg>
        <pc:spChg chg="mod ord">
          <ac:chgData name="Sládeček David" userId="S::sladecek@hradebni.cz::474d93f0-3a32-49cc-b837-47806091b590" providerId="AD" clId="Web-{4FE9D3CA-13F0-072D-579E-773E214DE922}" dt="2025-10-05T21:10:55.181" v="685"/>
          <ac:spMkLst>
            <pc:docMk/>
            <pc:sldMk cId="894060384" sldId="263"/>
            <ac:spMk id="3" creationId="{704581CF-1018-6961-04E8-91953556B518}"/>
          </ac:spMkLst>
        </pc:spChg>
        <pc:spChg chg="add del mod ord">
          <ac:chgData name="Sládeček David" userId="S::sladecek@hradebni.cz::474d93f0-3a32-49cc-b837-47806091b590" providerId="AD" clId="Web-{4FE9D3CA-13F0-072D-579E-773E214DE922}" dt="2025-10-05T21:10:55.181" v="685"/>
          <ac:spMkLst>
            <pc:docMk/>
            <pc:sldMk cId="894060384" sldId="263"/>
            <ac:spMk id="5" creationId="{53551120-B69A-0679-9903-98C1D3FB689F}"/>
          </ac:spMkLst>
        </pc:spChg>
        <pc:spChg chg="del mod ord">
          <ac:chgData name="Sládeček David" userId="S::sladecek@hradebni.cz::474d93f0-3a32-49cc-b837-47806091b590" providerId="AD" clId="Web-{4FE9D3CA-13F0-072D-579E-773E214DE922}" dt="2025-10-05T21:09:04.350" v="647"/>
          <ac:spMkLst>
            <pc:docMk/>
            <pc:sldMk cId="894060384" sldId="263"/>
            <ac:spMk id="6" creationId="{3F3F2744-695E-D82F-1CEA-0803BED94E1C}"/>
          </ac:spMkLst>
        </pc:spChg>
        <pc:spChg chg="del mod ord">
          <ac:chgData name="Sládeček David" userId="S::sladecek@hradebni.cz::474d93f0-3a32-49cc-b837-47806091b590" providerId="AD" clId="Web-{4FE9D3CA-13F0-072D-579E-773E214DE922}" dt="2025-10-05T21:09:07.147" v="648"/>
          <ac:spMkLst>
            <pc:docMk/>
            <pc:sldMk cId="894060384" sldId="263"/>
            <ac:spMk id="7" creationId="{7EE8AB9F-189E-EFFB-C79F-A301F6F11AED}"/>
          </ac:spMkLst>
        </pc:spChg>
        <pc:spChg chg="del mod ord">
          <ac:chgData name="Sládeček David" userId="S::sladecek@hradebni.cz::474d93f0-3a32-49cc-b837-47806091b590" providerId="AD" clId="Web-{4FE9D3CA-13F0-072D-579E-773E214DE922}" dt="2025-10-05T21:09:13.538" v="649"/>
          <ac:spMkLst>
            <pc:docMk/>
            <pc:sldMk cId="894060384" sldId="263"/>
            <ac:spMk id="8" creationId="{F04DB6B7-D605-6E62-E628-DAA01A51FE8A}"/>
          </ac:spMkLst>
        </pc:spChg>
        <pc:spChg chg="add del mod">
          <ac:chgData name="Sládeček David" userId="S::sladecek@hradebni.cz::474d93f0-3a32-49cc-b837-47806091b590" providerId="AD" clId="Web-{4FE9D3CA-13F0-072D-579E-773E214DE922}" dt="2025-10-05T21:10:55.181" v="684"/>
          <ac:spMkLst>
            <pc:docMk/>
            <pc:sldMk cId="894060384" sldId="263"/>
            <ac:spMk id="10" creationId="{BE3AC1F0-8334-5177-6F5F-D6002599A952}"/>
          </ac:spMkLst>
        </pc:spChg>
        <pc:spChg chg="add mod">
          <ac:chgData name="Sládeček David" userId="S::sladecek@hradebni.cz::474d93f0-3a32-49cc-b837-47806091b590" providerId="AD" clId="Web-{4FE9D3CA-13F0-072D-579E-773E214DE922}" dt="2025-10-05T21:10:55.181" v="685"/>
          <ac:spMkLst>
            <pc:docMk/>
            <pc:sldMk cId="894060384" sldId="263"/>
            <ac:spMk id="12" creationId="{EAEB09AD-1E76-A273-3499-5126470C24D2}"/>
          </ac:spMkLst>
        </pc:spChg>
        <pc:picChg chg="add mod">
          <ac:chgData name="Sládeček David" userId="S::sladecek@hradebni.cz::474d93f0-3a32-49cc-b837-47806091b590" providerId="AD" clId="Web-{4FE9D3CA-13F0-072D-579E-773E214DE922}" dt="2025-10-05T21:11:05.650" v="688" actId="1076"/>
          <ac:picMkLst>
            <pc:docMk/>
            <pc:sldMk cId="894060384" sldId="263"/>
            <ac:picMk id="4" creationId="{C143E5B0-5A54-FC27-DD6F-62A288259F5B}"/>
          </ac:picMkLst>
        </pc:picChg>
      </pc:sldChg>
      <pc:sldChg chg="del">
        <pc:chgData name="Sládeček David" userId="S::sladecek@hradebni.cz::474d93f0-3a32-49cc-b837-47806091b590" providerId="AD" clId="Web-{4FE9D3CA-13F0-072D-579E-773E214DE922}" dt="2025-10-05T21:11:40.182" v="693"/>
        <pc:sldMkLst>
          <pc:docMk/>
          <pc:sldMk cId="2513424888" sldId="264"/>
        </pc:sldMkLst>
      </pc:sldChg>
      <pc:sldChg chg="del">
        <pc:chgData name="Sládeček David" userId="S::sladecek@hradebni.cz::474d93f0-3a32-49cc-b837-47806091b590" providerId="AD" clId="Web-{4FE9D3CA-13F0-072D-579E-773E214DE922}" dt="2025-10-05T21:11:40.182" v="692"/>
        <pc:sldMkLst>
          <pc:docMk/>
          <pc:sldMk cId="4222521200" sldId="265"/>
        </pc:sldMkLst>
      </pc:sldChg>
      <pc:sldChg chg="del">
        <pc:chgData name="Sládeček David" userId="S::sladecek@hradebni.cz::474d93f0-3a32-49cc-b837-47806091b590" providerId="AD" clId="Web-{4FE9D3CA-13F0-072D-579E-773E214DE922}" dt="2025-10-05T21:11:40.182" v="691"/>
        <pc:sldMkLst>
          <pc:docMk/>
          <pc:sldMk cId="1935932425" sldId="266"/>
        </pc:sldMkLst>
      </pc:sldChg>
      <pc:sldChg chg="del">
        <pc:chgData name="Sládeček David" userId="S::sladecek@hradebni.cz::474d93f0-3a32-49cc-b837-47806091b590" providerId="AD" clId="Web-{4FE9D3CA-13F0-072D-579E-773E214DE922}" dt="2025-10-05T21:11:40.182" v="690"/>
        <pc:sldMkLst>
          <pc:docMk/>
          <pc:sldMk cId="935018635" sldId="267"/>
        </pc:sldMkLst>
      </pc:sldChg>
      <pc:sldChg chg="del">
        <pc:chgData name="Sládeček David" userId="S::sladecek@hradebni.cz::474d93f0-3a32-49cc-b837-47806091b590" providerId="AD" clId="Web-{4FE9D3CA-13F0-072D-579E-773E214DE922}" dt="2025-10-05T21:11:40.182" v="689"/>
        <pc:sldMkLst>
          <pc:docMk/>
          <pc:sldMk cId="2124724609" sldId="2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05.10.2025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05.10.2025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Obdélní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r>
              <a:rPr lang="cs" dirty="0"/>
              <a:t>Předdefinované metody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0DF41B-4E8C-29A6-23C0-674102BB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6CF06-9793-3113-32F8-18B3F35E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cs-CZ" sz="2400" dirty="0"/>
              <a:t>Na vstup nám přijde " text -" a na výstupu potřebujeme "TEXT" jak toho docílit?</a:t>
            </a:r>
          </a:p>
          <a:p>
            <a:pPr marL="305435" indent="-305435"/>
            <a:r>
              <a:rPr lang="cs-CZ" sz="2400" dirty="0"/>
              <a:t>Využití předdefinovaných metod, které knihovna C# nabízí</a:t>
            </a:r>
          </a:p>
          <a:p>
            <a:pPr marL="305435" indent="-305435"/>
            <a:endParaRPr lang="cs-CZ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631222-4091-6844-69BE-7ADE41FD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78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3B5791-8131-05E1-A2D9-F7F0266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Číselné metody</a:t>
            </a:r>
          </a:p>
        </p:txBody>
      </p:sp>
      <p:pic>
        <p:nvPicPr>
          <p:cNvPr id="4" name="Obrázek 3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CEA2BB43-0875-3A4A-B9E8-B281B479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732848"/>
            <a:ext cx="5194767" cy="2623357"/>
          </a:xfrm>
          <a:prstGeom prst="rect">
            <a:avLst/>
          </a:prstGeom>
          <a:noFill/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9EA40B-A798-CFF2-54E7-74CA46618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400" err="1"/>
              <a:t>Parsovací</a:t>
            </a:r>
            <a:r>
              <a:rPr lang="cs-CZ" sz="2400" dirty="0"/>
              <a:t> funkce</a:t>
            </a:r>
          </a:p>
          <a:p>
            <a:pPr marL="305435" indent="-305435"/>
            <a:r>
              <a:rPr lang="cs-CZ" sz="2400" dirty="0"/>
              <a:t>Matematická knihovna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/>
              <a:t>Goniometrické funkce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/>
              <a:t>Mocniny, odmocniny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/>
              <a:t>Absolutní hodnoty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err="1"/>
              <a:t>Zaokrohlování</a:t>
            </a:r>
            <a:endParaRPr lang="cs-CZ" sz="2000"/>
          </a:p>
        </p:txBody>
      </p:sp>
      <p:sp>
        <p:nvSpPr>
          <p:cNvPr id="26" name="Date Placeholder 4">
            <a:extLst>
              <a:ext uri="{FF2B5EF4-FFF2-40B4-BE49-F238E27FC236}">
                <a16:creationId xmlns:a16="http://schemas.microsoft.com/office/drawing/2014/main" id="{1ED2C5F5-23A1-57D4-8FA9-B46F63E3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05.10.2025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0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25B3A6-63C9-48B8-928E-187872AF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 err="1"/>
              <a:t>string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A292462-3B98-E95D-0C31-A31D3297C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400" dirty="0"/>
              <a:t>Vyhledávání a kontrola</a:t>
            </a:r>
          </a:p>
          <a:p>
            <a:pPr marL="305435" indent="-305435"/>
            <a:r>
              <a:rPr lang="cs-CZ" sz="2400" dirty="0"/>
              <a:t>Úpravy</a:t>
            </a:r>
          </a:p>
          <a:p>
            <a:pPr marL="305435" indent="-305435"/>
            <a:r>
              <a:rPr lang="cs-CZ" sz="2400" dirty="0"/>
              <a:t>Rozdělení</a:t>
            </a:r>
          </a:p>
          <a:p>
            <a:pPr marL="305435" indent="-305435"/>
            <a:r>
              <a:rPr lang="cs-CZ" sz="2400" dirty="0"/>
              <a:t>Formátování</a:t>
            </a:r>
          </a:p>
        </p:txBody>
      </p:sp>
      <p:pic>
        <p:nvPicPr>
          <p:cNvPr id="3" name="Obrázek 2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3AD69627-A286-0535-9E13-0F5A3E3B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58" y="1489591"/>
            <a:ext cx="7272950" cy="4601871"/>
          </a:xfrm>
          <a:prstGeom prst="rect">
            <a:avLst/>
          </a:prstGeom>
          <a:noFill/>
        </p:spPr>
      </p:pic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F9D609D-E9CC-782E-1CA9-E11B0771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05.10.2025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8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26A236-7554-87C7-AC9A-7F2467D3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Předzpracování dat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E320387-9342-E3CD-C3A5-24B522ED4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19448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400" dirty="0"/>
              <a:t>Data, která mají pracovat mohou obsahovat chyby</a:t>
            </a:r>
          </a:p>
          <a:p>
            <a:pPr marL="305435" indent="-305435"/>
            <a:r>
              <a:rPr lang="cs-CZ" sz="2400" dirty="0"/>
              <a:t>Mohou mít odlišný formát</a:t>
            </a:r>
          </a:p>
          <a:p>
            <a:pPr marL="305435" indent="-305435"/>
            <a:r>
              <a:rPr lang="cs-CZ" sz="2400" dirty="0"/>
              <a:t>Některé informace jsou nadbytečné</a:t>
            </a:r>
          </a:p>
          <a:p>
            <a:pPr marL="305435" indent="-305435"/>
            <a:r>
              <a:rPr lang="cs-CZ" sz="2400" dirty="0"/>
              <a:t>Vyčištěná a přichystaná data jsou ideální vstup pro použitý algoritmus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1FF78F4-90A3-DFB4-7E41-6BC7762530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171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8E8656F2-5695-8AAA-B8AF-FEA94FCC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Kolekce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BD5A2825-7CB4-947C-682F-AA61D304A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dirty="0"/>
              <a:t>U obecné kolekce nejčastěji využíváme řadící a dotazovací funkce</a:t>
            </a:r>
          </a:p>
          <a:p>
            <a:pPr marL="305435" indent="-305435"/>
            <a:r>
              <a:rPr lang="cs-CZ" dirty="0"/>
              <a:t>Pokud má daná kolekce specifický datový typ lze využít i další předdefinované</a:t>
            </a:r>
          </a:p>
          <a:p>
            <a:pPr marL="305435" indent="-305435"/>
            <a:endParaRPr lang="cs-CZ" dirty="0"/>
          </a:p>
        </p:txBody>
      </p:sp>
      <p:pic>
        <p:nvPicPr>
          <p:cNvPr id="4" name="Obrázek 3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29459201-DE96-6F69-BD73-F1C11B21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606" y="1223549"/>
            <a:ext cx="5850635" cy="4828001"/>
          </a:xfrm>
          <a:prstGeom prst="rect">
            <a:avLst/>
          </a:prstGeom>
          <a:noFill/>
        </p:spPr>
      </p:pic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2D13225F-7B16-EF49-22F6-21C9DCC6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05.10.2025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7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8EDE0E-C1AD-D42F-F8DE-4731FD71A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Datum a čas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4581CF-1018-6961-04E8-91953556B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dirty="0" err="1"/>
              <a:t>DateTime</a:t>
            </a:r>
            <a:r>
              <a:rPr lang="cs-CZ" dirty="0"/>
              <a:t>, </a:t>
            </a:r>
            <a:r>
              <a:rPr lang="cs-CZ" dirty="0" err="1"/>
              <a:t>TimeSpan</a:t>
            </a:r>
          </a:p>
          <a:p>
            <a:pPr marL="305435" indent="-305435"/>
            <a:r>
              <a:rPr lang="cs-CZ"/>
              <a:t>Aktuální datum a čas</a:t>
            </a:r>
          </a:p>
          <a:p>
            <a:pPr marL="305435" indent="-305435"/>
            <a:r>
              <a:rPr lang="cs-CZ"/>
              <a:t>Přičítání a odečítání času</a:t>
            </a:r>
          </a:p>
          <a:p>
            <a:pPr marL="305435" indent="-305435"/>
            <a:r>
              <a:rPr lang="cs-CZ"/>
              <a:t>Rozdíl mezi dvěma daty (</a:t>
            </a:r>
            <a:r>
              <a:rPr lang="cs-CZ" err="1"/>
              <a:t>TimeSpan</a:t>
            </a:r>
            <a:r>
              <a:rPr lang="cs-CZ"/>
              <a:t>)</a:t>
            </a:r>
          </a:p>
          <a:p>
            <a:pPr marL="305435" indent="-305435"/>
            <a:r>
              <a:rPr lang="cs-CZ"/>
              <a:t>Formátování datumu</a:t>
            </a:r>
            <a:endParaRPr lang="cs-CZ" dirty="0"/>
          </a:p>
          <a:p>
            <a:pPr marL="305435" indent="-305435"/>
            <a:endParaRPr lang="cs-CZ" dirty="0"/>
          </a:p>
          <a:p>
            <a:pPr marL="305435" indent="-305435"/>
            <a:endParaRPr lang="cs-CZ" dirty="0"/>
          </a:p>
        </p:txBody>
      </p:sp>
      <p:pic>
        <p:nvPicPr>
          <p:cNvPr id="4" name="Obrázek 3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C143E5B0-5A54-FC27-DD6F-62A288259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449" y="2024958"/>
            <a:ext cx="7376859" cy="3542683"/>
          </a:xfrm>
          <a:prstGeom prst="rect">
            <a:avLst/>
          </a:prstGeom>
          <a:noFill/>
        </p:spPr>
      </p:pic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EAEB09AD-1E76-A273-3499-5126470C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05.10.2025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603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b92495963c2488317d97747e88e26c79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edb8c3b89225dbccf970e331c52fe77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E1F13E-D081-422C-9CFA-27A9302BCB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60</TotalTime>
  <Words>279</Words>
  <Application>Microsoft Office PowerPoint</Application>
  <PresentationFormat>Širokoúhlá obrazovka</PresentationFormat>
  <Paragraphs>74</Paragraphs>
  <Slides>7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DividendVTI</vt:lpstr>
      <vt:lpstr>Programování</vt:lpstr>
      <vt:lpstr>Motivace</vt:lpstr>
      <vt:lpstr>Číselné metody</vt:lpstr>
      <vt:lpstr>string</vt:lpstr>
      <vt:lpstr>Předzpracování dat</vt:lpstr>
      <vt:lpstr>Kolekce</vt:lpstr>
      <vt:lpstr>Datum a čas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Sládeček David</dc:creator>
  <cp:lastModifiedBy>Sládeček David</cp:lastModifiedBy>
  <cp:revision>115</cp:revision>
  <dcterms:created xsi:type="dcterms:W3CDTF">2025-09-08T04:51:09Z</dcterms:created>
  <dcterms:modified xsi:type="dcterms:W3CDTF">2025-10-05T21:11:40Z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