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17"/>
  </p:notesMasterIdLst>
  <p:handoutMasterIdLst>
    <p:handoutMasterId r:id="rId18"/>
  </p:handoutMasterIdLst>
  <p:sldIdLst>
    <p:sldId id="257" r:id="rId5"/>
    <p:sldId id="258" r:id="rId6"/>
    <p:sldId id="267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8" r:id="rId15"/>
    <p:sldId id="266" r:id="rId16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C5B9E7-E546-4DF8-9423-FAABB54DADD7}" v="824" dt="2025-11-30T19:22:39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E56766DF-16ED-4F65-AC9C-916C7A3DE579}"/>
    <pc:docChg chg="mod addSld delSld modSld modMainMaster setSldSz">
      <pc:chgData name="Sládeček David" userId="S::sladecek@hradebni.cz::474d93f0-3a32-49cc-b837-47806091b590" providerId="AD" clId="Web-{E56766DF-16ED-4F65-AC9C-916C7A3DE579}" dt="2025-11-23T18:58:38.355" v="299" actId="14100"/>
      <pc:docMkLst>
        <pc:docMk/>
      </pc:docMkLst>
      <pc:sldChg chg="modSp">
        <pc:chgData name="Sládeček David" userId="S::sladecek@hradebni.cz::474d93f0-3a32-49cc-b837-47806091b590" providerId="AD" clId="Web-{E56766DF-16ED-4F65-AC9C-916C7A3DE579}" dt="2025-11-23T18:55:40.415" v="258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2" creationId="{1C21E816-31F5-48BB-BD02-D15F2F18B48A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3" creationId="{835D6E6B-3353-491C-A3C6-F278D6CED8B3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18" creationId="{D6D7A0BC-0046-4CAA-8E7F-DCAFE511EA0E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20" creationId="{E7C6334F-6411-41EC-AD7D-179EDD8B58CB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22" creationId="{E6B02CEE-3AF8-4349-9B3E-8970E6DF62B3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24" creationId="{AAA01CF0-3FB5-44EB-B7DE-F2E86374C2FB}"/>
          </ac:spMkLst>
        </pc:spChg>
        <pc:picChg chg="mod">
          <ac:chgData name="Sládeček David" userId="S::sladecek@hradebni.cz::474d93f0-3a32-49cc-b837-47806091b590" providerId="AD" clId="Web-{E56766DF-16ED-4F65-AC9C-916C7A3DE579}" dt="2025-11-23T18:55:40.415" v="258"/>
          <ac:picMkLst>
            <pc:docMk/>
            <pc:sldMk cId="2475805559" sldId="257"/>
            <ac:picMk id="6" creationId="{F1A8C364-94D4-4630-BAD0-78722F347055}"/>
          </ac:picMkLst>
        </pc:picChg>
      </pc:sldChg>
      <pc:sldChg chg="modSp new">
        <pc:chgData name="Sládeček David" userId="S::sladecek@hradebni.cz::474d93f0-3a32-49cc-b837-47806091b590" providerId="AD" clId="Web-{E56766DF-16ED-4F65-AC9C-916C7A3DE579}" dt="2025-11-23T18:56:26.494" v="267" actId="20577"/>
        <pc:sldMkLst>
          <pc:docMk/>
          <pc:sldMk cId="3623284285" sldId="258"/>
        </pc:sldMkLst>
        <pc:spChg chg="mod">
          <ac:chgData name="Sládeček David" userId="S::sladecek@hradebni.cz::474d93f0-3a32-49cc-b837-47806091b590" providerId="AD" clId="Web-{E56766DF-16ED-4F65-AC9C-916C7A3DE579}" dt="2025-11-23T18:46:35.858" v="41" actId="20577"/>
          <ac:spMkLst>
            <pc:docMk/>
            <pc:sldMk cId="3623284285" sldId="258"/>
            <ac:spMk id="2" creationId="{ADDBDC9E-86EB-8F9B-E0A2-21F97F00F7B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6:26.494" v="267" actId="20577"/>
          <ac:spMkLst>
            <pc:docMk/>
            <pc:sldMk cId="3623284285" sldId="258"/>
            <ac:spMk id="3" creationId="{202A71CB-244C-674F-8403-EB4EF7520D4B}"/>
          </ac:spMkLst>
        </pc:spChg>
      </pc:sldChg>
      <pc:sldChg chg="modSp new">
        <pc:chgData name="Sládeček David" userId="S::sladecek@hradebni.cz::474d93f0-3a32-49cc-b837-47806091b590" providerId="AD" clId="Web-{E56766DF-16ED-4F65-AC9C-916C7A3DE579}" dt="2025-11-23T18:56:30.666" v="269" actId="20577"/>
        <pc:sldMkLst>
          <pc:docMk/>
          <pc:sldMk cId="4224318264" sldId="259"/>
        </pc:sldMkLst>
        <pc:spChg chg="mod">
          <ac:chgData name="Sládeček David" userId="S::sladecek@hradebni.cz::474d93f0-3a32-49cc-b837-47806091b590" providerId="AD" clId="Web-{E56766DF-16ED-4F65-AC9C-916C7A3DE579}" dt="2025-11-23T18:47:25.893" v="67" actId="20577"/>
          <ac:spMkLst>
            <pc:docMk/>
            <pc:sldMk cId="4224318264" sldId="259"/>
            <ac:spMk id="2" creationId="{5CDE6A62-A12C-68AF-644A-10EE5845F3C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6:30.666" v="269" actId="20577"/>
          <ac:spMkLst>
            <pc:docMk/>
            <pc:sldMk cId="4224318264" sldId="259"/>
            <ac:spMk id="3" creationId="{50D6F24F-BD70-A7FF-6A50-4E0E205A7D62}"/>
          </ac:spMkLst>
        </pc:spChg>
      </pc:sldChg>
      <pc:sldChg chg="addSp delSp modSp new">
        <pc:chgData name="Sládeček David" userId="S::sladecek@hradebni.cz::474d93f0-3a32-49cc-b837-47806091b590" providerId="AD" clId="Web-{E56766DF-16ED-4F65-AC9C-916C7A3DE579}" dt="2025-11-23T18:56:47.150" v="272" actId="20577"/>
        <pc:sldMkLst>
          <pc:docMk/>
          <pc:sldMk cId="1203529461" sldId="260"/>
        </pc:sldMkLst>
        <pc:spChg chg="mod">
          <ac:chgData name="Sládeček David" userId="S::sladecek@hradebni.cz::474d93f0-3a32-49cc-b837-47806091b590" providerId="AD" clId="Web-{E56766DF-16ED-4F65-AC9C-916C7A3DE579}" dt="2025-11-23T18:49:15.226" v="103" actId="20577"/>
          <ac:spMkLst>
            <pc:docMk/>
            <pc:sldMk cId="1203529461" sldId="260"/>
            <ac:spMk id="2" creationId="{E04FA6C7-DCEA-F147-D657-580BC811795A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6:47.150" v="272" actId="20577"/>
          <ac:spMkLst>
            <pc:docMk/>
            <pc:sldMk cId="1203529461" sldId="260"/>
            <ac:spMk id="3" creationId="{957B6E87-FD24-FD2A-F7D2-6F4906E6D310}"/>
          </ac:spMkLst>
        </pc:spChg>
      </pc:sldChg>
      <pc:sldChg chg="modSp new">
        <pc:chgData name="Sládeček David" userId="S::sladecek@hradebni.cz::474d93f0-3a32-49cc-b837-47806091b590" providerId="AD" clId="Web-{E56766DF-16ED-4F65-AC9C-916C7A3DE579}" dt="2025-11-23T18:56:19.837" v="264" actId="20577"/>
        <pc:sldMkLst>
          <pc:docMk/>
          <pc:sldMk cId="1336060458" sldId="261"/>
        </pc:sldMkLst>
        <pc:spChg chg="mod">
          <ac:chgData name="Sládeček David" userId="S::sladecek@hradebni.cz::474d93f0-3a32-49cc-b837-47806091b590" providerId="AD" clId="Web-{E56766DF-16ED-4F65-AC9C-916C7A3DE579}" dt="2025-11-23T18:49:41.665" v="117" actId="20577"/>
          <ac:spMkLst>
            <pc:docMk/>
            <pc:sldMk cId="1336060458" sldId="261"/>
            <ac:spMk id="2" creationId="{AE725425-5127-E0B4-9938-B2F48DBFDFAD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6:19.837" v="264" actId="20577"/>
          <ac:spMkLst>
            <pc:docMk/>
            <pc:sldMk cId="1336060458" sldId="261"/>
            <ac:spMk id="3" creationId="{99BBCDFF-B212-2909-1CB3-7C83EC7A294D}"/>
          </ac:spMkLst>
        </pc:spChg>
      </pc:sldChg>
      <pc:sldChg chg="addSp modSp new">
        <pc:chgData name="Sládeček David" userId="S::sladecek@hradebni.cz::474d93f0-3a32-49cc-b837-47806091b590" providerId="AD" clId="Web-{E56766DF-16ED-4F65-AC9C-916C7A3DE579}" dt="2025-11-23T18:58:13.902" v="286" actId="1076"/>
        <pc:sldMkLst>
          <pc:docMk/>
          <pc:sldMk cId="1152540333" sldId="262"/>
        </pc:sldMkLst>
        <pc:spChg chg="mod">
          <ac:chgData name="Sládeček David" userId="S::sladecek@hradebni.cz::474d93f0-3a32-49cc-b837-47806091b590" providerId="AD" clId="Web-{E56766DF-16ED-4F65-AC9C-916C7A3DE579}" dt="2025-11-23T18:50:19.932" v="133" actId="20577"/>
          <ac:spMkLst>
            <pc:docMk/>
            <pc:sldMk cId="1152540333" sldId="262"/>
            <ac:spMk id="2" creationId="{58ADC4E1-0D68-1AB8-7C86-7E6277719D49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8:13.855" v="285" actId="1076"/>
          <ac:spMkLst>
            <pc:docMk/>
            <pc:sldMk cId="1152540333" sldId="262"/>
            <ac:spMk id="3" creationId="{316573A3-6EC4-8002-05BD-003072FB4E97}"/>
          </ac:spMkLst>
        </pc:spChg>
      </pc:sldChg>
      <pc:sldChg chg="modSp new">
        <pc:chgData name="Sládeček David" userId="S::sladecek@hradebni.cz::474d93f0-3a32-49cc-b837-47806091b590" providerId="AD" clId="Web-{E56766DF-16ED-4F65-AC9C-916C7A3DE579}" dt="2025-11-23T18:58:13.933" v="287" actId="20577"/>
        <pc:sldMkLst>
          <pc:docMk/>
          <pc:sldMk cId="4181224333" sldId="263"/>
        </pc:sldMkLst>
        <pc:spChg chg="mod">
          <ac:chgData name="Sládeček David" userId="S::sladecek@hradebni.cz::474d93f0-3a32-49cc-b837-47806091b590" providerId="AD" clId="Web-{E56766DF-16ED-4F65-AC9C-916C7A3DE579}" dt="2025-11-23T18:50:43.355" v="148" actId="20577"/>
          <ac:spMkLst>
            <pc:docMk/>
            <pc:sldMk cId="4181224333" sldId="263"/>
            <ac:spMk id="2" creationId="{50AC17EA-64AC-031E-5F16-DC3265FC9F4C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8:13.933" v="287" actId="20577"/>
          <ac:spMkLst>
            <pc:docMk/>
            <pc:sldMk cId="4181224333" sldId="263"/>
            <ac:spMk id="3" creationId="{756FC20A-5D3B-880A-C7EA-BDA78BF365D0}"/>
          </ac:spMkLst>
        </pc:spChg>
      </pc:sldChg>
      <pc:sldMasterChg chg="modSp modSldLayout">
        <pc:chgData name="Sládeček David" userId="S::sladecek@hradebni.cz::474d93f0-3a32-49cc-b837-47806091b590" providerId="AD" clId="Web-{E56766DF-16ED-4F65-AC9C-916C7A3DE579}" dt="2025-11-23T18:55:40.415" v="258"/>
        <pc:sldMasterMkLst>
          <pc:docMk/>
          <pc:sldMasterMk cId="3000897896" sldId="2147483712"/>
        </pc:sldMasterMkLst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3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6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9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10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11" creationId="{00000000-0000-0000-0000-000000000000}"/>
          </ac:spMkLst>
        </pc:sp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1261766693" sldId="2147483706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4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8" creationId="{0B919CC2-2A65-446F-B538-9E6249035445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9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10" creationId="{B72412AE-119E-4982-8B24-63365EFCA796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11" creationId="{7FC4BB19-6AD1-45CF-9F99-00B109890FAB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1283591147" sldId="2147483707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83591147" sldId="2147483707"/>
              <ac:spMk id="9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3388849626" sldId="2147483708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7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8" creationId="{F6423B97-A5D4-47B9-8861-73B3707A04CF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9" creationId="{1AEC0421-37B4-4481-A10D-69FDF5EC7909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10" creationId="{5F7265B5-9F97-4F1E-99E9-74F7B7E62337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3573289553" sldId="2147483709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573289553" sldId="2147483709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573289553" sldId="2147483709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573289553" sldId="2147483709"/>
              <ac:spMk id="4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1748046589" sldId="2147483711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4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5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6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12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490017585" sldId="2147483756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490017585" sldId="2147483756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490017585" sldId="2147483756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490017585" sldId="2147483756"/>
              <ac:spMk id="7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852443411" sldId="2147483757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852443411" sldId="2147483757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852443411" sldId="2147483757"/>
              <ac:spMk id="3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366680978" sldId="2147483758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66680978" sldId="2147483758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66680978" sldId="2147483758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66680978" sldId="2147483758"/>
              <ac:spMk id="8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2483323219" sldId="2147483759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2483323219" sldId="2147483759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2483323219" sldId="2147483759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2483323219" sldId="2147483759"/>
              <ac:spMk id="4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112936382" sldId="2147483760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12936382" sldId="2147483760"/>
              <ac:spMk id="8" creationId="{00000000-0000-0000-0000-000000000000}"/>
            </ac:spMkLst>
          </pc:spChg>
        </pc:sldLayoutChg>
      </pc:sldMasterChg>
    </pc:docChg>
  </pc:docChgLst>
  <pc:docChgLst>
    <pc:chgData name="Sládeček David" userId="S::sladecek@hradebni.cz::474d93f0-3a32-49cc-b837-47806091b590" providerId="AD" clId="Web-{54C5B9E7-E546-4DF8-9423-FAABB54DADD7}"/>
    <pc:docChg chg="delSld modSld">
      <pc:chgData name="Sládeček David" userId="S::sladecek@hradebni.cz::474d93f0-3a32-49cc-b837-47806091b590" providerId="AD" clId="Web-{54C5B9E7-E546-4DF8-9423-FAABB54DADD7}" dt="2025-11-30T19:22:39.166" v="815" actId="1076"/>
      <pc:docMkLst>
        <pc:docMk/>
      </pc:docMkLst>
      <pc:sldChg chg="modSp">
        <pc:chgData name="Sládeček David" userId="S::sladecek@hradebni.cz::474d93f0-3a32-49cc-b837-47806091b590" providerId="AD" clId="Web-{54C5B9E7-E546-4DF8-9423-FAABB54DADD7}" dt="2025-11-30T18:45:33.142" v="3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54C5B9E7-E546-4DF8-9423-FAABB54DADD7}" dt="2025-11-30T18:45:33.142" v="3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addSp modSp mod modClrScheme chgLayout">
        <pc:chgData name="Sládeček David" userId="S::sladecek@hradebni.cz::474d93f0-3a32-49cc-b837-47806091b590" providerId="AD" clId="Web-{54C5B9E7-E546-4DF8-9423-FAABB54DADD7}" dt="2025-11-30T19:11:15.872" v="657" actId="20577"/>
        <pc:sldMkLst>
          <pc:docMk/>
          <pc:sldMk cId="3623284285" sldId="258"/>
        </pc:sldMkLst>
        <pc:spChg chg="mod">
          <ac:chgData name="Sládeček David" userId="S::sladecek@hradebni.cz::474d93f0-3a32-49cc-b837-47806091b590" providerId="AD" clId="Web-{54C5B9E7-E546-4DF8-9423-FAABB54DADD7}" dt="2025-11-30T18:58:16.540" v="240"/>
          <ac:spMkLst>
            <pc:docMk/>
            <pc:sldMk cId="3623284285" sldId="258"/>
            <ac:spMk id="2" creationId="{ADDBDC9E-86EB-8F9B-E0A2-21F97F00F7B0}"/>
          </ac:spMkLst>
        </pc:spChg>
        <pc:spChg chg="mod">
          <ac:chgData name="Sládeček David" userId="S::sladecek@hradebni.cz::474d93f0-3a32-49cc-b837-47806091b590" providerId="AD" clId="Web-{54C5B9E7-E546-4DF8-9423-FAABB54DADD7}" dt="2025-11-30T19:11:15.872" v="657" actId="20577"/>
          <ac:spMkLst>
            <pc:docMk/>
            <pc:sldMk cId="3623284285" sldId="258"/>
            <ac:spMk id="3" creationId="{202A71CB-244C-674F-8403-EB4EF7520D4B}"/>
          </ac:spMkLst>
        </pc:spChg>
        <pc:spChg chg="mod ord">
          <ac:chgData name="Sládeček David" userId="S::sladecek@hradebni.cz::474d93f0-3a32-49cc-b837-47806091b590" providerId="AD" clId="Web-{54C5B9E7-E546-4DF8-9423-FAABB54DADD7}" dt="2025-11-30T18:58:16.540" v="240"/>
          <ac:spMkLst>
            <pc:docMk/>
            <pc:sldMk cId="3623284285" sldId="258"/>
            <ac:spMk id="4" creationId="{B0AD11A9-3963-FE26-2152-FDBBD95BFA75}"/>
          </ac:spMkLst>
        </pc:spChg>
        <pc:picChg chg="add mod ord modCrop">
          <ac:chgData name="Sládeček David" userId="S::sladecek@hradebni.cz::474d93f0-3a32-49cc-b837-47806091b590" providerId="AD" clId="Web-{54C5B9E7-E546-4DF8-9423-FAABB54DADD7}" dt="2025-11-30T18:59:14.121" v="251" actId="1076"/>
          <ac:picMkLst>
            <pc:docMk/>
            <pc:sldMk cId="3623284285" sldId="258"/>
            <ac:picMk id="5" creationId="{D82DCC93-5966-7D11-5EAC-84623CE6A748}"/>
          </ac:picMkLst>
        </pc:picChg>
      </pc:sldChg>
      <pc:sldChg chg="addSp delSp modSp mod modClrScheme chgLayout">
        <pc:chgData name="Sládeček David" userId="S::sladecek@hradebni.cz::474d93f0-3a32-49cc-b837-47806091b590" providerId="AD" clId="Web-{54C5B9E7-E546-4DF8-9423-FAABB54DADD7}" dt="2025-11-30T19:11:05.169" v="653" actId="20577"/>
        <pc:sldMkLst>
          <pc:docMk/>
          <pc:sldMk cId="4224318264" sldId="259"/>
        </pc:sldMkLst>
        <pc:spChg chg="mod">
          <ac:chgData name="Sládeček David" userId="S::sladecek@hradebni.cz::474d93f0-3a32-49cc-b837-47806091b590" providerId="AD" clId="Web-{54C5B9E7-E546-4DF8-9423-FAABB54DADD7}" dt="2025-11-30T19:02:43.551" v="463"/>
          <ac:spMkLst>
            <pc:docMk/>
            <pc:sldMk cId="4224318264" sldId="259"/>
            <ac:spMk id="2" creationId="{5CDE6A62-A12C-68AF-644A-10EE5845F3C0}"/>
          </ac:spMkLst>
        </pc:spChg>
        <pc:spChg chg="mod">
          <ac:chgData name="Sládeček David" userId="S::sladecek@hradebni.cz::474d93f0-3a32-49cc-b837-47806091b590" providerId="AD" clId="Web-{54C5B9E7-E546-4DF8-9423-FAABB54DADD7}" dt="2025-11-30T19:11:05.169" v="653" actId="20577"/>
          <ac:spMkLst>
            <pc:docMk/>
            <pc:sldMk cId="4224318264" sldId="259"/>
            <ac:spMk id="3" creationId="{50D6F24F-BD70-A7FF-6A50-4E0E205A7D62}"/>
          </ac:spMkLst>
        </pc:spChg>
        <pc:spChg chg="mod">
          <ac:chgData name="Sládeček David" userId="S::sladecek@hradebni.cz::474d93f0-3a32-49cc-b837-47806091b590" providerId="AD" clId="Web-{54C5B9E7-E546-4DF8-9423-FAABB54DADD7}" dt="2025-11-30T19:02:43.551" v="463"/>
          <ac:spMkLst>
            <pc:docMk/>
            <pc:sldMk cId="4224318264" sldId="259"/>
            <ac:spMk id="4" creationId="{2DE28CBE-4912-D7A0-0F64-6446FF6AE0EB}"/>
          </ac:spMkLst>
        </pc:spChg>
        <pc:spChg chg="add del mod">
          <ac:chgData name="Sládeček David" userId="S::sladecek@hradebni.cz::474d93f0-3a32-49cc-b837-47806091b590" providerId="AD" clId="Web-{54C5B9E7-E546-4DF8-9423-FAABB54DADD7}" dt="2025-11-30T19:02:43.551" v="463"/>
          <ac:spMkLst>
            <pc:docMk/>
            <pc:sldMk cId="4224318264" sldId="259"/>
            <ac:spMk id="9" creationId="{9C64E2D1-9F7A-019C-770E-E127FC4F729C}"/>
          </ac:spMkLst>
        </pc:spChg>
      </pc:sldChg>
      <pc:sldChg chg="addSp modSp mod modClrScheme chgLayout">
        <pc:chgData name="Sládeček David" userId="S::sladecek@hradebni.cz::474d93f0-3a32-49cc-b837-47806091b590" providerId="AD" clId="Web-{54C5B9E7-E546-4DF8-9423-FAABB54DADD7}" dt="2025-11-30T19:10:56.262" v="650" actId="20577"/>
        <pc:sldMkLst>
          <pc:docMk/>
          <pc:sldMk cId="1203529461" sldId="260"/>
        </pc:sldMkLst>
        <pc:spChg chg="mod">
          <ac:chgData name="Sládeček David" userId="S::sladecek@hradebni.cz::474d93f0-3a32-49cc-b837-47806091b590" providerId="AD" clId="Web-{54C5B9E7-E546-4DF8-9423-FAABB54DADD7}" dt="2025-11-30T19:08:22.963" v="611"/>
          <ac:spMkLst>
            <pc:docMk/>
            <pc:sldMk cId="1203529461" sldId="260"/>
            <ac:spMk id="2" creationId="{E04FA6C7-DCEA-F147-D657-580BC811795A}"/>
          </ac:spMkLst>
        </pc:spChg>
        <pc:spChg chg="mod">
          <ac:chgData name="Sládeček David" userId="S::sladecek@hradebni.cz::474d93f0-3a32-49cc-b837-47806091b590" providerId="AD" clId="Web-{54C5B9E7-E546-4DF8-9423-FAABB54DADD7}" dt="2025-11-30T19:10:56.262" v="650" actId="20577"/>
          <ac:spMkLst>
            <pc:docMk/>
            <pc:sldMk cId="1203529461" sldId="260"/>
            <ac:spMk id="3" creationId="{957B6E87-FD24-FD2A-F7D2-6F4906E6D310}"/>
          </ac:spMkLst>
        </pc:spChg>
        <pc:spChg chg="mod ord">
          <ac:chgData name="Sládeček David" userId="S::sladecek@hradebni.cz::474d93f0-3a32-49cc-b837-47806091b590" providerId="AD" clId="Web-{54C5B9E7-E546-4DF8-9423-FAABB54DADD7}" dt="2025-11-30T19:08:22.963" v="611"/>
          <ac:spMkLst>
            <pc:docMk/>
            <pc:sldMk cId="1203529461" sldId="260"/>
            <ac:spMk id="4" creationId="{3B20A779-20BF-B572-0753-353798036F9F}"/>
          </ac:spMkLst>
        </pc:spChg>
        <pc:picChg chg="add mod">
          <ac:chgData name="Sládeček David" userId="S::sladecek@hradebni.cz::474d93f0-3a32-49cc-b837-47806091b590" providerId="AD" clId="Web-{54C5B9E7-E546-4DF8-9423-FAABB54DADD7}" dt="2025-11-30T19:08:22.963" v="611"/>
          <ac:picMkLst>
            <pc:docMk/>
            <pc:sldMk cId="1203529461" sldId="260"/>
            <ac:picMk id="5" creationId="{B560BAB0-8F86-8F60-5947-F10B87808975}"/>
          </ac:picMkLst>
        </pc:picChg>
      </pc:sldChg>
      <pc:sldChg chg="addSp modSp mod modClrScheme chgLayout">
        <pc:chgData name="Sládeček David" userId="S::sladecek@hradebni.cz::474d93f0-3a32-49cc-b837-47806091b590" providerId="AD" clId="Web-{54C5B9E7-E546-4DF8-9423-FAABB54DADD7}" dt="2025-11-30T19:12:17.607" v="686" actId="20577"/>
        <pc:sldMkLst>
          <pc:docMk/>
          <pc:sldMk cId="1336060458" sldId="261"/>
        </pc:sldMkLst>
        <pc:spChg chg="mod">
          <ac:chgData name="Sládeček David" userId="S::sladecek@hradebni.cz::474d93f0-3a32-49cc-b837-47806091b590" providerId="AD" clId="Web-{54C5B9E7-E546-4DF8-9423-FAABB54DADD7}" dt="2025-11-30T19:10:44.575" v="646"/>
          <ac:spMkLst>
            <pc:docMk/>
            <pc:sldMk cId="1336060458" sldId="261"/>
            <ac:spMk id="2" creationId="{AE725425-5127-E0B4-9938-B2F48DBFDFAD}"/>
          </ac:spMkLst>
        </pc:spChg>
        <pc:spChg chg="mod">
          <ac:chgData name="Sládeček David" userId="S::sladecek@hradebni.cz::474d93f0-3a32-49cc-b837-47806091b590" providerId="AD" clId="Web-{54C5B9E7-E546-4DF8-9423-FAABB54DADD7}" dt="2025-11-30T19:12:17.607" v="686" actId="20577"/>
          <ac:spMkLst>
            <pc:docMk/>
            <pc:sldMk cId="1336060458" sldId="261"/>
            <ac:spMk id="3" creationId="{99BBCDFF-B212-2909-1CB3-7C83EC7A294D}"/>
          </ac:spMkLst>
        </pc:spChg>
        <pc:spChg chg="mod ord">
          <ac:chgData name="Sládeček David" userId="S::sladecek@hradebni.cz::474d93f0-3a32-49cc-b837-47806091b590" providerId="AD" clId="Web-{54C5B9E7-E546-4DF8-9423-FAABB54DADD7}" dt="2025-11-30T19:10:44.575" v="646"/>
          <ac:spMkLst>
            <pc:docMk/>
            <pc:sldMk cId="1336060458" sldId="261"/>
            <ac:spMk id="4" creationId="{D1E71073-BFB6-2CD4-5FF5-44570162A686}"/>
          </ac:spMkLst>
        </pc:spChg>
        <pc:picChg chg="add mod">
          <ac:chgData name="Sládeček David" userId="S::sladecek@hradebni.cz::474d93f0-3a32-49cc-b837-47806091b590" providerId="AD" clId="Web-{54C5B9E7-E546-4DF8-9423-FAABB54DADD7}" dt="2025-11-30T19:10:44.575" v="646"/>
          <ac:picMkLst>
            <pc:docMk/>
            <pc:sldMk cId="1336060458" sldId="261"/>
            <ac:picMk id="5" creationId="{BDAA338C-656B-84EE-4906-6CE4BA50D01E}"/>
          </ac:picMkLst>
        </pc:picChg>
      </pc:sldChg>
      <pc:sldChg chg="addSp delSp modSp mod modClrScheme chgLayout">
        <pc:chgData name="Sládeček David" userId="S::sladecek@hradebni.cz::474d93f0-3a32-49cc-b837-47806091b590" providerId="AD" clId="Web-{54C5B9E7-E546-4DF8-9423-FAABB54DADD7}" dt="2025-11-30T19:14:30.054" v="779" actId="1076"/>
        <pc:sldMkLst>
          <pc:docMk/>
          <pc:sldMk cId="1152540333" sldId="262"/>
        </pc:sldMkLst>
        <pc:spChg chg="mod">
          <ac:chgData name="Sládeček David" userId="S::sladecek@hradebni.cz::474d93f0-3a32-49cc-b837-47806091b590" providerId="AD" clId="Web-{54C5B9E7-E546-4DF8-9423-FAABB54DADD7}" dt="2025-11-30T19:14:15.053" v="770"/>
          <ac:spMkLst>
            <pc:docMk/>
            <pc:sldMk cId="1152540333" sldId="262"/>
            <ac:spMk id="2" creationId="{58ADC4E1-0D68-1AB8-7C86-7E6277719D49}"/>
          </ac:spMkLst>
        </pc:spChg>
        <pc:spChg chg="mod ord">
          <ac:chgData name="Sládeček David" userId="S::sladecek@hradebni.cz::474d93f0-3a32-49cc-b837-47806091b590" providerId="AD" clId="Web-{54C5B9E7-E546-4DF8-9423-FAABB54DADD7}" dt="2025-11-30T19:14:28.586" v="778" actId="20577"/>
          <ac:spMkLst>
            <pc:docMk/>
            <pc:sldMk cId="1152540333" sldId="262"/>
            <ac:spMk id="3" creationId="{316573A3-6EC4-8002-05BD-003072FB4E97}"/>
          </ac:spMkLst>
        </pc:spChg>
        <pc:spChg chg="mod ord">
          <ac:chgData name="Sládeček David" userId="S::sladecek@hradebni.cz::474d93f0-3a32-49cc-b837-47806091b590" providerId="AD" clId="Web-{54C5B9E7-E546-4DF8-9423-FAABB54DADD7}" dt="2025-11-30T19:14:15.053" v="770"/>
          <ac:spMkLst>
            <pc:docMk/>
            <pc:sldMk cId="1152540333" sldId="262"/>
            <ac:spMk id="4" creationId="{9067333A-D364-8A06-5D1C-DAD85AEB50B3}"/>
          </ac:spMkLst>
        </pc:spChg>
        <pc:spChg chg="add del mod">
          <ac:chgData name="Sládeček David" userId="S::sladecek@hradebni.cz::474d93f0-3a32-49cc-b837-47806091b590" providerId="AD" clId="Web-{54C5B9E7-E546-4DF8-9423-FAABB54DADD7}" dt="2025-11-30T19:14:15.053" v="770"/>
          <ac:spMkLst>
            <pc:docMk/>
            <pc:sldMk cId="1152540333" sldId="262"/>
            <ac:spMk id="11" creationId="{A9E398B2-30E0-EBEA-2E3A-EA1BB72D0A69}"/>
          </ac:spMkLst>
        </pc:spChg>
        <pc:spChg chg="add del mod">
          <ac:chgData name="Sládeček David" userId="S::sladecek@hradebni.cz::474d93f0-3a32-49cc-b837-47806091b590" providerId="AD" clId="Web-{54C5B9E7-E546-4DF8-9423-FAABB54DADD7}" dt="2025-11-30T19:14:15.053" v="770"/>
          <ac:spMkLst>
            <pc:docMk/>
            <pc:sldMk cId="1152540333" sldId="262"/>
            <ac:spMk id="13" creationId="{997DCD51-5637-D3C1-F136-49257BE2FEF2}"/>
          </ac:spMkLst>
        </pc:spChg>
        <pc:picChg chg="del">
          <ac:chgData name="Sládeček David" userId="S::sladecek@hradebni.cz::474d93f0-3a32-49cc-b837-47806091b590" providerId="AD" clId="Web-{54C5B9E7-E546-4DF8-9423-FAABB54DADD7}" dt="2025-11-30T18:46:16.097" v="51"/>
          <ac:picMkLst>
            <pc:docMk/>
            <pc:sldMk cId="1152540333" sldId="262"/>
            <ac:picMk id="5" creationId="{FEEE89A7-BB25-A8D2-F6DE-9053AAEFCF1F}"/>
          </ac:picMkLst>
        </pc:picChg>
        <pc:picChg chg="add del mod">
          <ac:chgData name="Sládeček David" userId="S::sladecek@hradebni.cz::474d93f0-3a32-49cc-b837-47806091b590" providerId="AD" clId="Web-{54C5B9E7-E546-4DF8-9423-FAABB54DADD7}" dt="2025-11-30T19:14:20.054" v="772"/>
          <ac:picMkLst>
            <pc:docMk/>
            <pc:sldMk cId="1152540333" sldId="262"/>
            <ac:picMk id="6" creationId="{4E847ED4-F626-14F1-0DBF-D0488314CC1F}"/>
          </ac:picMkLst>
        </pc:picChg>
        <pc:picChg chg="add mod">
          <ac:chgData name="Sládeček David" userId="S::sladecek@hradebni.cz::474d93f0-3a32-49cc-b837-47806091b590" providerId="AD" clId="Web-{54C5B9E7-E546-4DF8-9423-FAABB54DADD7}" dt="2025-11-30T19:14:30.054" v="779" actId="1076"/>
          <ac:picMkLst>
            <pc:docMk/>
            <pc:sldMk cId="1152540333" sldId="262"/>
            <ac:picMk id="7" creationId="{B567DEE7-EA73-8064-AC96-7ACFB5C9D384}"/>
          </ac:picMkLst>
        </pc:picChg>
      </pc:sldChg>
      <pc:sldChg chg="addSp delSp modSp mod modClrScheme chgLayout">
        <pc:chgData name="Sládeček David" userId="S::sladecek@hradebni.cz::474d93f0-3a32-49cc-b837-47806091b590" providerId="AD" clId="Web-{54C5B9E7-E546-4DF8-9423-FAABB54DADD7}" dt="2025-11-30T19:22:39.166" v="815" actId="1076"/>
        <pc:sldMkLst>
          <pc:docMk/>
          <pc:sldMk cId="4181224333" sldId="263"/>
        </pc:sldMkLst>
        <pc:spChg chg="mod">
          <ac:chgData name="Sládeček David" userId="S::sladecek@hradebni.cz::474d93f0-3a32-49cc-b837-47806091b590" providerId="AD" clId="Web-{54C5B9E7-E546-4DF8-9423-FAABB54DADD7}" dt="2025-11-30T19:21:23.883" v="789"/>
          <ac:spMkLst>
            <pc:docMk/>
            <pc:sldMk cId="4181224333" sldId="263"/>
            <ac:spMk id="2" creationId="{50AC17EA-64AC-031E-5F16-DC3265FC9F4C}"/>
          </ac:spMkLst>
        </pc:spChg>
        <pc:spChg chg="mod">
          <ac:chgData name="Sládeček David" userId="S::sladecek@hradebni.cz::474d93f0-3a32-49cc-b837-47806091b590" providerId="AD" clId="Web-{54C5B9E7-E546-4DF8-9423-FAABB54DADD7}" dt="2025-11-30T19:22:11.478" v="809" actId="20577"/>
          <ac:spMkLst>
            <pc:docMk/>
            <pc:sldMk cId="4181224333" sldId="263"/>
            <ac:spMk id="3" creationId="{756FC20A-5D3B-880A-C7EA-BDA78BF365D0}"/>
          </ac:spMkLst>
        </pc:spChg>
        <pc:spChg chg="mod ord">
          <ac:chgData name="Sládeček David" userId="S::sladecek@hradebni.cz::474d93f0-3a32-49cc-b837-47806091b590" providerId="AD" clId="Web-{54C5B9E7-E546-4DF8-9423-FAABB54DADD7}" dt="2025-11-30T19:21:23.883" v="789"/>
          <ac:spMkLst>
            <pc:docMk/>
            <pc:sldMk cId="4181224333" sldId="263"/>
            <ac:spMk id="4" creationId="{BDB00C42-5D36-45DF-5275-6E3E0BEF7DE7}"/>
          </ac:spMkLst>
        </pc:spChg>
        <pc:picChg chg="add del mod">
          <ac:chgData name="Sládeček David" userId="S::sladecek@hradebni.cz::474d93f0-3a32-49cc-b837-47806091b590" providerId="AD" clId="Web-{54C5B9E7-E546-4DF8-9423-FAABB54DADD7}" dt="2025-11-30T19:22:16.493" v="810"/>
          <ac:picMkLst>
            <pc:docMk/>
            <pc:sldMk cId="4181224333" sldId="263"/>
            <ac:picMk id="5" creationId="{4C480AB1-21AE-6CE6-2718-B149B2546CA9}"/>
          </ac:picMkLst>
        </pc:picChg>
        <pc:picChg chg="add mod">
          <ac:chgData name="Sládeček David" userId="S::sladecek@hradebni.cz::474d93f0-3a32-49cc-b837-47806091b590" providerId="AD" clId="Web-{54C5B9E7-E546-4DF8-9423-FAABB54DADD7}" dt="2025-11-30T19:22:39.166" v="815" actId="1076"/>
          <ac:picMkLst>
            <pc:docMk/>
            <pc:sldMk cId="4181224333" sldId="263"/>
            <ac:picMk id="6" creationId="{81F677FD-6A5B-3BC3-4624-E05A44916C9E}"/>
          </ac:picMkLst>
        </pc:picChg>
      </pc:sldChg>
      <pc:sldChg chg="modSp del">
        <pc:chgData name="Sládeček David" userId="S::sladecek@hradebni.cz::474d93f0-3a32-49cc-b837-47806091b590" providerId="AD" clId="Web-{54C5B9E7-E546-4DF8-9423-FAABB54DADD7}" dt="2025-11-30T18:46:33.691" v="60"/>
        <pc:sldMkLst>
          <pc:docMk/>
          <pc:sldMk cId="2846904182" sldId="264"/>
        </pc:sldMkLst>
        <pc:spChg chg="mod">
          <ac:chgData name="Sládeček David" userId="S::sladecek@hradebni.cz::474d93f0-3a32-49cc-b837-47806091b590" providerId="AD" clId="Web-{54C5B9E7-E546-4DF8-9423-FAABB54DADD7}" dt="2025-11-30T18:46:27.753" v="58" actId="20577"/>
          <ac:spMkLst>
            <pc:docMk/>
            <pc:sldMk cId="2846904182" sldId="264"/>
            <ac:spMk id="3" creationId="{0C88916D-75AF-1F1A-D49B-C701211D2A03}"/>
          </ac:spMkLst>
        </pc:spChg>
      </pc:sldChg>
      <pc:sldChg chg="del">
        <pc:chgData name="Sládeček David" userId="S::sladecek@hradebni.cz::474d93f0-3a32-49cc-b837-47806091b590" providerId="AD" clId="Web-{54C5B9E7-E546-4DF8-9423-FAABB54DADD7}" dt="2025-11-30T18:46:33.691" v="59"/>
        <pc:sldMkLst>
          <pc:docMk/>
          <pc:sldMk cId="1817847065" sldId="2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7DCA4C-7825-44A0-B31A-4BAD6120D580}" type="datetime1">
              <a:rPr lang="cs-CZ" smtClean="0"/>
              <a:t>08.12.2025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CCFE8D-08E6-40AC-BF4B-494C67BC535C}" type="datetime1">
              <a:rPr lang="cs-CZ" smtClean="0"/>
              <a:t>08.12.2025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5" y="3085766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193" y="2495447"/>
            <a:ext cx="10993547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C4697-A511-4167-98D5-E240268A2670}" type="datetime1">
              <a:rPr lang="cs-CZ" smtClean="0"/>
              <a:t>08.12.2025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4" y="2340864"/>
            <a:ext cx="11029615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5B38F-3440-48E9-8BA6-B9B0E297B628}" type="datetime1">
              <a:rPr lang="cs-CZ" smtClean="0"/>
              <a:t>08.12.2025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8" y="5141976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4" y="2393952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CB43DD-355E-4ACB-AF6B-F0A0D93B1FF7}" type="datetime1">
              <a:rPr lang="cs-CZ" smtClean="0"/>
              <a:t>08.12.2025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0DC0DA-1C84-4CFB-A589-758D033EC754}" type="datetime1">
              <a:rPr lang="cs-CZ" smtClean="0"/>
              <a:t>08.12.2025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3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194" y="2926054"/>
            <a:ext cx="5194767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6039" y="2250894"/>
            <a:ext cx="5194771" cy="553373"/>
          </a:xfrm>
        </p:spPr>
        <p:txBody>
          <a:bodyPr rtlCol="0" anchor="ctr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6037" y="2926054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8CB40-5E53-430A-BC80-66A7330A3E11}" type="datetime1">
              <a:rPr lang="cs-CZ" smtClean="0"/>
              <a:t>08.12.2025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895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30092-A1C2-46B4-B050-3676FFA9CD44}" type="datetime1">
              <a:rPr lang="cs-CZ" smtClean="0"/>
              <a:t>08.12.2025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CD7C02-7CC9-44AF-9768-6A6F42347937}" type="datetime1">
              <a:rPr lang="cs-CZ" smtClean="0"/>
              <a:t>08.12.2025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858" y="933452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858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56918"/>
            <a:ext cx="2844799" cy="365125"/>
          </a:xfrm>
        </p:spPr>
        <p:txBody>
          <a:bodyPr rtlCol="0"/>
          <a:lstStyle/>
          <a:p>
            <a:pPr rtl="0"/>
            <a:fld id="{4E756D9B-B1BA-4BAF-99A5-DC08EF34F207}" type="datetime1">
              <a:rPr lang="cs-CZ" smtClean="0"/>
              <a:t>08.12.2025</a:t>
            </a:fld>
            <a:endParaRPr lang="en-US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2"/>
            <a:ext cx="6917211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8"/>
            <a:ext cx="1052511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817" y="641352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295CD-EF07-4568-A35E-D8DFD54CCEB6}" type="datetime1">
              <a:rPr lang="cs-CZ" smtClean="0"/>
              <a:t>08.12.2025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2422F-D08F-49D0-98CD-DC7D2F2607DE}" type="datetime1">
              <a:rPr lang="cs-CZ" smtClean="0"/>
              <a:t>08.12.2025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925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2C44F-B7A3-4350-988C-CFC166A0AA82}" type="datetime1">
              <a:rPr lang="cs-CZ" smtClean="0"/>
              <a:t>08.12.2025</a:t>
            </a:fld>
            <a:endParaRPr lang="en-US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2336004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05953" y="6423916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00C9E6-3834-4C30-AC74-37ACA7F99694}" type="datetime1">
              <a:rPr lang="cs-CZ" smtClean="0"/>
              <a:t>08.12.2025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6423916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1" y="6423916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délník 8"/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1" name="Obdélník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Obdélní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35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894" y="1622574"/>
            <a:ext cx="8245162" cy="757011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895" y="2322999"/>
            <a:ext cx="8245160" cy="757011"/>
          </a:xfrm>
        </p:spPr>
        <p:txBody>
          <a:bodyPr rtlCol="0">
            <a:normAutofit/>
          </a:bodyPr>
          <a:lstStyle/>
          <a:p>
            <a:r>
              <a:rPr lang="cs" sz="1800" dirty="0"/>
              <a:t>Dialogová okna</a:t>
            </a:r>
            <a:endParaRPr lang="cs-CZ" sz="1800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5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610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0550" y="3168650"/>
            <a:ext cx="8445500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DE91DB-1B1A-4CB2-9ADF-D576C5E3C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Dialogová okna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AD497A0-D183-45CC-8991-06126AF31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Veškerá dialogová okna, která lze ve WFA vytvořit jsou realizována pomocí třídy </a:t>
            </a:r>
            <a:r>
              <a:rPr lang="cs-CZ" dirty="0" err="1"/>
              <a:t>Form</a:t>
            </a:r>
            <a:r>
              <a:rPr lang="cs-CZ" dirty="0"/>
              <a:t> nebo </a:t>
            </a:r>
            <a:r>
              <a:rPr lang="cs-CZ" dirty="0" err="1"/>
              <a:t>CommonDialog</a:t>
            </a:r>
            <a:endParaRPr lang="cs-CZ" dirty="0"/>
          </a:p>
          <a:p>
            <a:r>
              <a:rPr lang="cs-CZ" dirty="0"/>
              <a:t>Konstruktor třídy </a:t>
            </a:r>
            <a:r>
              <a:rPr lang="cs-CZ" dirty="0" err="1"/>
              <a:t>Form</a:t>
            </a:r>
            <a:r>
              <a:rPr lang="cs-CZ" dirty="0"/>
              <a:t> nemá žádné vstupní parametry</a:t>
            </a:r>
          </a:p>
          <a:p>
            <a:r>
              <a:rPr lang="cs-CZ" dirty="0"/>
              <a:t>Podoba samotného nového okna je řešena mimo konstruktor</a:t>
            </a:r>
          </a:p>
          <a:p>
            <a:r>
              <a:rPr lang="cs-CZ" dirty="0"/>
              <a:t>Dělíme v zásadě na dva typy:</a:t>
            </a:r>
          </a:p>
          <a:p>
            <a:pPr lvl="1"/>
            <a:r>
              <a:rPr lang="cs-CZ" b="1" dirty="0"/>
              <a:t>Modální</a:t>
            </a:r>
          </a:p>
          <a:p>
            <a:pPr lvl="2"/>
            <a:r>
              <a:rPr lang="cs-CZ" dirty="0"/>
              <a:t>Zobrazení pomocí metody </a:t>
            </a:r>
            <a:r>
              <a:rPr lang="cs-CZ" dirty="0" err="1"/>
              <a:t>ShowDialog</a:t>
            </a:r>
            <a:r>
              <a:rPr lang="cs-CZ" dirty="0"/>
              <a:t>()</a:t>
            </a:r>
          </a:p>
          <a:p>
            <a:pPr lvl="1"/>
            <a:r>
              <a:rPr lang="cs-CZ" b="1" dirty="0"/>
              <a:t>Nemodální</a:t>
            </a:r>
          </a:p>
          <a:p>
            <a:pPr lvl="2"/>
            <a:r>
              <a:rPr lang="cs-CZ" dirty="0"/>
              <a:t>Zobrazení pomocí metody Show()</a:t>
            </a:r>
          </a:p>
        </p:txBody>
      </p:sp>
    </p:spTree>
    <p:extLst>
      <p:ext uri="{BB962C8B-B14F-4D97-AF65-F5344CB8AC3E}">
        <p14:creationId xmlns:p14="http://schemas.microsoft.com/office/powerpoint/2010/main" val="2102391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commondialog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základ systémových dialogů</a:t>
            </a:r>
          </a:p>
          <a:p>
            <a:r>
              <a:rPr lang="cs-CZ" dirty="0"/>
              <a:t>Nadřazená třída pro dialogy – </a:t>
            </a:r>
            <a:r>
              <a:rPr lang="cs-CZ" dirty="0" err="1"/>
              <a:t>OpenFileDialog</a:t>
            </a:r>
            <a:r>
              <a:rPr lang="cs-CZ" dirty="0"/>
              <a:t>, </a:t>
            </a:r>
            <a:r>
              <a:rPr lang="cs-CZ" dirty="0" err="1"/>
              <a:t>SaveFileDialog</a:t>
            </a:r>
            <a:r>
              <a:rPr lang="cs-CZ" dirty="0"/>
              <a:t>, </a:t>
            </a:r>
            <a:r>
              <a:rPr lang="cs-CZ" dirty="0" err="1"/>
              <a:t>FontDialog</a:t>
            </a:r>
            <a:r>
              <a:rPr lang="cs-CZ" dirty="0"/>
              <a:t>, </a:t>
            </a:r>
            <a:r>
              <a:rPr lang="cs-CZ" dirty="0" err="1"/>
              <a:t>ColorDialog</a:t>
            </a:r>
            <a:endParaRPr lang="cs-CZ" dirty="0"/>
          </a:p>
          <a:p>
            <a:r>
              <a:rPr lang="cs-CZ" dirty="0"/>
              <a:t>Obsahuje metodu </a:t>
            </a:r>
            <a:r>
              <a:rPr lang="cs-CZ" b="1" dirty="0" err="1"/>
              <a:t>ShowDialog</a:t>
            </a:r>
            <a:r>
              <a:rPr lang="cs-CZ" b="1" dirty="0"/>
              <a:t>()</a:t>
            </a:r>
          </a:p>
          <a:p>
            <a:r>
              <a:rPr lang="cs-CZ" dirty="0"/>
              <a:t>Nejedná se o </a:t>
            </a:r>
            <a:r>
              <a:rPr lang="cs-CZ" dirty="0" err="1"/>
              <a:t>Form</a:t>
            </a:r>
            <a:r>
              <a:rPr lang="cs-CZ" dirty="0"/>
              <a:t>, nelze je přímo upravovat v Designeru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08.12.2025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245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91D046-9262-4486-8C4F-8635ACDD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Modální dialogová okna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00F315-46C4-43AE-A501-B1A4BA5FD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Blokují interakci v hlavní části programu</a:t>
            </a:r>
          </a:p>
          <a:p>
            <a:r>
              <a:rPr lang="cs-CZ" dirty="0"/>
              <a:t>Při jeho otevření nelze pracovat s původním ani s žádným jiným oknem</a:t>
            </a:r>
          </a:p>
          <a:p>
            <a:r>
              <a:rPr lang="cs-CZ" dirty="0"/>
              <a:t>Práce s hlavním oknem aplikace je možná až po uzavření modálního okna</a:t>
            </a:r>
          </a:p>
          <a:p>
            <a:r>
              <a:rPr lang="cs-CZ" dirty="0"/>
              <a:t>Používají se pro nastavení programu, volbu barvy, práci se souborem, volbě fontu, …</a:t>
            </a:r>
          </a:p>
          <a:p>
            <a:r>
              <a:rPr lang="cs-CZ" dirty="0"/>
              <a:t>Designer </a:t>
            </a:r>
            <a:r>
              <a:rPr lang="cs-CZ" dirty="0" err="1"/>
              <a:t>Visual</a:t>
            </a:r>
            <a:r>
              <a:rPr lang="cs-CZ" dirty="0"/>
              <a:t> Studia umožňuje vložení komponent některých dialogových oken, abychom mohli před jejich samotným použití upravit jejich vlastnosti</a:t>
            </a:r>
          </a:p>
          <a:p>
            <a:r>
              <a:rPr lang="cs-CZ" dirty="0"/>
              <a:t>V aplikaci tak můžeme volat námi konkrétní upravený dialog</a:t>
            </a:r>
          </a:p>
          <a:p>
            <a:r>
              <a:rPr lang="cs-CZ" dirty="0"/>
              <a:t>Vrací hodnotu typu </a:t>
            </a:r>
            <a:r>
              <a:rPr lang="cs-CZ" b="1" dirty="0" err="1"/>
              <a:t>DialogResult</a:t>
            </a:r>
            <a:r>
              <a:rPr lang="cs-CZ" dirty="0"/>
              <a:t>, která odpovídá informaci, kterým tlačítkem byl dialog uzavřen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9332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31047D-11A5-4D66-AA68-BF8E79A48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Nemodální dialogová okna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6A94746-DE22-41D1-A83B-296B9C4FF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 jejich zobrazení dále umožňují práci s hlavním oknem programu</a:t>
            </a:r>
          </a:p>
          <a:p>
            <a:r>
              <a:rPr lang="cs-CZ" dirty="0"/>
              <a:t>Pro další práci není nutné je zavírat</a:t>
            </a:r>
          </a:p>
          <a:p>
            <a:r>
              <a:rPr lang="cs-CZ" dirty="0"/>
              <a:t>V prostředí formulářových aplikacích nejsou často používané</a:t>
            </a:r>
          </a:p>
          <a:p>
            <a:r>
              <a:rPr lang="cs-CZ" dirty="0"/>
              <a:t>Potřeba řešit ovládání, aby nevznikalo více </a:t>
            </a:r>
            <a:r>
              <a:rPr lang="cs-CZ" dirty="0" err="1"/>
              <a:t>instací</a:t>
            </a:r>
            <a:endParaRPr lang="cs-CZ" dirty="0"/>
          </a:p>
          <a:p>
            <a:r>
              <a:rPr lang="cs-CZ" dirty="0"/>
              <a:t>Příkladem použití může být:</a:t>
            </a:r>
          </a:p>
          <a:p>
            <a:pPr lvl="1"/>
            <a:r>
              <a:rPr lang="cs-CZ" dirty="0"/>
              <a:t>Vyhledávání v textu</a:t>
            </a:r>
          </a:p>
          <a:p>
            <a:pPr lvl="1"/>
            <a:r>
              <a:rPr lang="cs-CZ" dirty="0"/>
              <a:t>Kontrola pravopisu</a:t>
            </a:r>
          </a:p>
          <a:p>
            <a:pPr lvl="1"/>
            <a:r>
              <a:rPr lang="cs-CZ" dirty="0"/>
              <a:t>Zobrazení podrobností o vstupu</a:t>
            </a:r>
          </a:p>
          <a:p>
            <a:pPr lvl="1"/>
            <a:r>
              <a:rPr lang="cs-CZ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87320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725433-DA74-418C-B01F-3F9DBC85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Výměna dat mezi aplikací a dialogovým oknem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A8F327-A9F4-46BF-9A5B-DD4217502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Typicky realizována pomocí sady vlastností, které jsou definovány na úrovni třídy zapouzdřující chování celého dialogového okna</a:t>
            </a:r>
          </a:p>
          <a:p>
            <a:r>
              <a:rPr lang="cs-CZ" dirty="0"/>
              <a:t>Jednotlivé vlastnosti umožňují: </a:t>
            </a:r>
          </a:p>
          <a:p>
            <a:pPr lvl="1"/>
            <a:r>
              <a:rPr lang="cs-CZ" dirty="0"/>
              <a:t>Naplnit počáteční hodnoty (nastavit ovládací prvky) </a:t>
            </a:r>
            <a:br>
              <a:rPr lang="cs-CZ" dirty="0"/>
            </a:br>
            <a:r>
              <a:rPr lang="cs-CZ" dirty="0"/>
              <a:t>v dialogovém okně</a:t>
            </a:r>
          </a:p>
          <a:p>
            <a:pPr lvl="1"/>
            <a:r>
              <a:rPr lang="cs-CZ" dirty="0"/>
              <a:t>Po ukončení dialogu (tlačítkem</a:t>
            </a:r>
            <a:r>
              <a:rPr lang="cs-CZ" b="1" dirty="0"/>
              <a:t> OK</a:t>
            </a:r>
            <a:r>
              <a:rPr lang="cs-CZ" dirty="0"/>
              <a:t>) převzít finální hodnoty, které uživatel nastavil</a:t>
            </a:r>
          </a:p>
          <a:p>
            <a:r>
              <a:rPr lang="cs-CZ" dirty="0"/>
              <a:t>Tlačítka dialogu obsahují vlastnost </a:t>
            </a:r>
            <a:r>
              <a:rPr lang="cs-CZ" b="1" dirty="0" err="1"/>
              <a:t>DialogResult</a:t>
            </a:r>
            <a:r>
              <a:rPr lang="cs-CZ" dirty="0"/>
              <a:t>, kterou lze nastavit na hodnoty </a:t>
            </a:r>
            <a:r>
              <a:rPr lang="cs-CZ" b="1" dirty="0"/>
              <a:t>OK</a:t>
            </a:r>
            <a:r>
              <a:rPr lang="cs-CZ" dirty="0"/>
              <a:t> nebo </a:t>
            </a:r>
            <a:r>
              <a:rPr lang="cs-CZ" b="1" dirty="0" err="1"/>
              <a:t>Cancel</a:t>
            </a:r>
            <a:endParaRPr lang="cs-CZ" b="1" dirty="0"/>
          </a:p>
          <a:p>
            <a:r>
              <a:rPr lang="cs-CZ" dirty="0"/>
              <a:t>Pokud je hodnota </a:t>
            </a:r>
            <a:r>
              <a:rPr lang="cs-CZ" dirty="0" err="1"/>
              <a:t>DialogResult</a:t>
            </a:r>
            <a:r>
              <a:rPr lang="cs-CZ" dirty="0"/>
              <a:t> nastavena na hodnotu OK nebo </a:t>
            </a:r>
            <a:r>
              <a:rPr lang="cs-CZ" dirty="0" err="1"/>
              <a:t>Cancel</a:t>
            </a:r>
            <a:r>
              <a:rPr lang="cs-CZ" dirty="0"/>
              <a:t>. Je dialog uzavřen – hodnota je vrácena metodou </a:t>
            </a:r>
            <a:r>
              <a:rPr lang="cs-CZ" b="1" dirty="0" err="1"/>
              <a:t>ShowDialog</a:t>
            </a:r>
            <a:r>
              <a:rPr lang="cs-CZ" b="1" dirty="0"/>
              <a:t>()</a:t>
            </a:r>
          </a:p>
          <a:p>
            <a:r>
              <a:rPr lang="cs-CZ" dirty="0"/>
              <a:t>Dialog lze zavřít metodou </a:t>
            </a:r>
            <a:r>
              <a:rPr lang="cs-CZ" b="1" dirty="0" err="1"/>
              <a:t>Close</a:t>
            </a:r>
            <a:r>
              <a:rPr lang="cs-CZ" b="1" dirty="0"/>
              <a:t>() </a:t>
            </a:r>
            <a:r>
              <a:rPr lang="cs-CZ" dirty="0"/>
              <a:t>bez nastavení </a:t>
            </a:r>
            <a:r>
              <a:rPr lang="cs-CZ" dirty="0" err="1"/>
              <a:t>DialogResult</a:t>
            </a:r>
            <a:endParaRPr lang="cs-CZ" b="1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01726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10D6C5-D4B8-488D-8D4B-E1F8574CB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OpenFileDialog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23BA45A-9BD8-4D48-AE89-5D19E6246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Třída umožňující zobrazení dialogu pro vybrání a otevření souboru</a:t>
            </a:r>
          </a:p>
          <a:p>
            <a:r>
              <a:rPr lang="cs-CZ" dirty="0"/>
              <a:t>Vlastnosti dialogového okna:</a:t>
            </a:r>
          </a:p>
          <a:p>
            <a:pPr lvl="1"/>
            <a:r>
              <a:rPr lang="cs-CZ" b="1" dirty="0" err="1"/>
              <a:t>FileName</a:t>
            </a:r>
            <a:r>
              <a:rPr lang="cs-CZ" dirty="0"/>
              <a:t> – obsahuje plnou cestu k souboru (</a:t>
            </a:r>
            <a:r>
              <a:rPr lang="cs-CZ" dirty="0" err="1"/>
              <a:t>path</a:t>
            </a:r>
            <a:r>
              <a:rPr lang="cs-CZ" dirty="0"/>
              <a:t>)</a:t>
            </a:r>
          </a:p>
          <a:p>
            <a:pPr lvl="1"/>
            <a:r>
              <a:rPr lang="cs-CZ" b="1" dirty="0" err="1"/>
              <a:t>FileNames</a:t>
            </a:r>
            <a:r>
              <a:rPr lang="cs-CZ" dirty="0"/>
              <a:t> – obsahuje názvy všech vybraných souborů</a:t>
            </a:r>
          </a:p>
          <a:p>
            <a:pPr lvl="2"/>
            <a:r>
              <a:rPr lang="cs-CZ" dirty="0"/>
              <a:t>Potřeba mít povolenou vlastnost </a:t>
            </a:r>
            <a:r>
              <a:rPr lang="cs-CZ" b="1" dirty="0"/>
              <a:t>Multiselect</a:t>
            </a:r>
          </a:p>
          <a:p>
            <a:pPr lvl="1"/>
            <a:r>
              <a:rPr lang="cs-CZ" b="1" dirty="0" err="1"/>
              <a:t>Filter</a:t>
            </a:r>
            <a:r>
              <a:rPr lang="cs-CZ" dirty="0"/>
              <a:t> – umožní vyfiltrovat soubory s konkrétní příponou</a:t>
            </a:r>
          </a:p>
          <a:p>
            <a:pPr lvl="1"/>
            <a:r>
              <a:rPr lang="cs-CZ" b="1" dirty="0" err="1"/>
              <a:t>Title</a:t>
            </a:r>
            <a:r>
              <a:rPr lang="cs-CZ" dirty="0"/>
              <a:t> – nastavuje záhlaví dialogu</a:t>
            </a:r>
          </a:p>
          <a:p>
            <a:pPr lvl="1"/>
            <a:r>
              <a:rPr lang="cs-CZ" b="1" dirty="0" err="1"/>
              <a:t>InitialDirectory</a:t>
            </a:r>
            <a:r>
              <a:rPr lang="cs-CZ" dirty="0"/>
              <a:t> – určuje výchozí adresář, kde má začít volba souborů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29580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00452B-4A22-4F54-ABC0-57AED7B5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SaveFileDialog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22C1F3-29A1-4116-99AA-CBCD59954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Třída umožňující práci s dialogem pro uložení souboru</a:t>
            </a:r>
          </a:p>
          <a:p>
            <a:r>
              <a:rPr lang="cs-CZ" dirty="0"/>
              <a:t>Vlastnosti dialogového okna:</a:t>
            </a:r>
          </a:p>
          <a:p>
            <a:pPr lvl="1"/>
            <a:r>
              <a:rPr lang="cs-CZ" b="1" dirty="0" err="1"/>
              <a:t>FileName</a:t>
            </a:r>
            <a:r>
              <a:rPr lang="cs-CZ" b="1" dirty="0"/>
              <a:t>, </a:t>
            </a:r>
            <a:r>
              <a:rPr lang="cs-CZ" b="1" dirty="0" err="1"/>
              <a:t>Filter</a:t>
            </a:r>
            <a:r>
              <a:rPr lang="cs-CZ" b="1" dirty="0"/>
              <a:t> </a:t>
            </a:r>
            <a:r>
              <a:rPr lang="cs-CZ" dirty="0"/>
              <a:t>– stejné chování jako u </a:t>
            </a:r>
            <a:r>
              <a:rPr lang="cs-CZ" dirty="0" err="1"/>
              <a:t>OpenFileDialogu</a:t>
            </a:r>
            <a:endParaRPr lang="cs-CZ" dirty="0"/>
          </a:p>
          <a:p>
            <a:pPr lvl="1"/>
            <a:r>
              <a:rPr lang="cs-CZ" b="1" dirty="0" err="1"/>
              <a:t>CreatePrompt</a:t>
            </a:r>
            <a:r>
              <a:rPr lang="cs-CZ" dirty="0"/>
              <a:t> – specifikuje, zda má dialog žádat uživatele o povolení k vytvoření nového souboru</a:t>
            </a:r>
          </a:p>
          <a:p>
            <a:pPr lvl="1"/>
            <a:r>
              <a:rPr lang="cs-CZ" b="1" dirty="0" err="1"/>
              <a:t>OverWritePrompt</a:t>
            </a:r>
            <a:r>
              <a:rPr lang="cs-CZ" dirty="0"/>
              <a:t> – určuje, zda má být uživatel informován o tom, že bude soubor přepsán</a:t>
            </a:r>
          </a:p>
        </p:txBody>
      </p:sp>
    </p:spTree>
    <p:extLst>
      <p:ext uri="{BB962C8B-B14F-4D97-AF65-F5344CB8AC3E}">
        <p14:creationId xmlns:p14="http://schemas.microsoft.com/office/powerpoint/2010/main" val="217086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5EA488-4891-42B7-98D1-B9848BBEA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FontDialog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086335-658A-4258-8297-EB972BFA5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51700"/>
            <a:ext cx="10593925" cy="4282190"/>
          </a:xfrm>
        </p:spPr>
        <p:txBody>
          <a:bodyPr>
            <a:normAutofit/>
          </a:bodyPr>
          <a:lstStyle/>
          <a:p>
            <a:r>
              <a:rPr lang="cs-CZ" dirty="0"/>
              <a:t>Umožňuje zobrazit modální dialog pro výběr fontu a jeho vlastností (normální, kurzíva, tučné, ...)</a:t>
            </a:r>
          </a:p>
          <a:p>
            <a:r>
              <a:rPr lang="cs-CZ" dirty="0"/>
              <a:t>Vlastnosti dialogu:</a:t>
            </a:r>
          </a:p>
          <a:p>
            <a:pPr lvl="1"/>
            <a:r>
              <a:rPr lang="cs-CZ" b="1" dirty="0" err="1"/>
              <a:t>Color</a:t>
            </a:r>
            <a:r>
              <a:rPr lang="cs-CZ" dirty="0"/>
              <a:t> – určení barvy text</a:t>
            </a:r>
          </a:p>
          <a:p>
            <a:pPr lvl="1"/>
            <a:r>
              <a:rPr lang="cs-CZ" b="1" dirty="0"/>
              <a:t>Font</a:t>
            </a:r>
            <a:r>
              <a:rPr lang="cs-CZ" dirty="0"/>
              <a:t> – určení stylu písma</a:t>
            </a:r>
          </a:p>
          <a:p>
            <a:pPr lvl="1"/>
            <a:r>
              <a:rPr lang="cs-CZ" b="1" dirty="0" err="1"/>
              <a:t>MinSize</a:t>
            </a:r>
            <a:r>
              <a:rPr lang="cs-CZ" b="1" dirty="0"/>
              <a:t>, </a:t>
            </a:r>
            <a:r>
              <a:rPr lang="cs-CZ" b="1" dirty="0" err="1"/>
              <a:t>MaxSize</a:t>
            </a:r>
            <a:r>
              <a:rPr lang="cs-CZ" dirty="0"/>
              <a:t> – maximální a minimální velikost písma, kterou může uživatel vybrat</a:t>
            </a:r>
          </a:p>
          <a:p>
            <a:pPr lvl="1"/>
            <a:r>
              <a:rPr lang="cs-CZ" b="1" dirty="0" err="1"/>
              <a:t>ShowApply</a:t>
            </a:r>
            <a:r>
              <a:rPr lang="cs-CZ" dirty="0"/>
              <a:t> – určuje, zda má dialog obsahovat tlačítko Použít</a:t>
            </a:r>
          </a:p>
          <a:p>
            <a:pPr lvl="1"/>
            <a:r>
              <a:rPr lang="cs-CZ" b="1" dirty="0" err="1"/>
              <a:t>ShowColor</a:t>
            </a:r>
            <a:r>
              <a:rPr lang="cs-CZ" dirty="0"/>
              <a:t> – určuje, zda má uživatel možnost volit barvu</a:t>
            </a:r>
          </a:p>
          <a:p>
            <a:pPr lvl="1"/>
            <a:r>
              <a:rPr lang="cs-CZ" b="1" dirty="0" err="1"/>
              <a:t>ShowEffects</a:t>
            </a:r>
            <a:r>
              <a:rPr lang="cs-CZ" dirty="0"/>
              <a:t> – určuje, zda má uživatel možnost vybrat podtrženého a přeškrtnutého písma</a:t>
            </a:r>
          </a:p>
          <a:p>
            <a:r>
              <a:rPr lang="cs-CZ" dirty="0"/>
              <a:t>Události dialogu:</a:t>
            </a:r>
          </a:p>
          <a:p>
            <a:pPr lvl="1"/>
            <a:r>
              <a:rPr lang="cs-CZ" b="1" dirty="0" err="1"/>
              <a:t>Apply</a:t>
            </a:r>
            <a:r>
              <a:rPr lang="cs-CZ" dirty="0"/>
              <a:t> – nastává při stisknutí tlačítka Použít</a:t>
            </a:r>
          </a:p>
        </p:txBody>
      </p:sp>
    </p:spTree>
    <p:extLst>
      <p:ext uri="{BB962C8B-B14F-4D97-AF65-F5344CB8AC3E}">
        <p14:creationId xmlns:p14="http://schemas.microsoft.com/office/powerpoint/2010/main" val="2582164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1D0C97-F9F5-4716-BA44-B0720AE7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ColorDialog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6718610-6136-43C2-B11C-E56D5F9E6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Dialog pro volbu barvy</a:t>
            </a:r>
          </a:p>
          <a:p>
            <a:r>
              <a:rPr lang="cs-CZ" dirty="0"/>
              <a:t>Vlastnosti dialogu:</a:t>
            </a:r>
          </a:p>
          <a:p>
            <a:pPr lvl="1"/>
            <a:r>
              <a:rPr lang="cs-CZ" b="1" dirty="0" err="1"/>
              <a:t>AllowFullOpen</a:t>
            </a:r>
            <a:r>
              <a:rPr lang="cs-CZ" dirty="0"/>
              <a:t> - udává, zda uživatel může definovat vlastní barvy</a:t>
            </a:r>
          </a:p>
          <a:p>
            <a:pPr lvl="1"/>
            <a:r>
              <a:rPr lang="cs-CZ" b="1" dirty="0" err="1"/>
              <a:t>Color</a:t>
            </a:r>
            <a:r>
              <a:rPr lang="cs-CZ" dirty="0"/>
              <a:t> – specifikace vybrané barvy</a:t>
            </a:r>
          </a:p>
          <a:p>
            <a:pPr lvl="1"/>
            <a:r>
              <a:rPr lang="cs-CZ" b="1" dirty="0" err="1"/>
              <a:t>FullOpen</a:t>
            </a:r>
            <a:r>
              <a:rPr lang="cs-CZ" dirty="0"/>
              <a:t> - </a:t>
            </a:r>
            <a:r>
              <a:rPr lang="cs-CZ" altLang="cs-CZ" dirty="0">
                <a:sym typeface="Wingdings" panose="05000000000000000000" pitchFamily="2" charset="2"/>
              </a:rPr>
              <a:t>určuje, jestli okamžitě po zobrazení dialogu je </a:t>
            </a:r>
            <a:r>
              <a:rPr lang="cs-CZ" altLang="cs-CZ" dirty="0" err="1">
                <a:sym typeface="Wingdings" panose="05000000000000000000" pitchFamily="2" charset="2"/>
              </a:rPr>
              <a:t>zobra-zena</a:t>
            </a:r>
            <a:r>
              <a:rPr lang="cs-CZ" altLang="cs-CZ" dirty="0">
                <a:sym typeface="Wingdings" panose="05000000000000000000" pitchFamily="2" charset="2"/>
              </a:rPr>
              <a:t> možnost pro definování vlastních barev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15696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Messagebox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Nejjednodušší dialog</a:t>
            </a:r>
          </a:p>
          <a:p>
            <a:r>
              <a:rPr lang="cs-CZ" dirty="0"/>
              <a:t>Jeho stylování je ovlivněno vstupními parametry metody </a:t>
            </a:r>
            <a:r>
              <a:rPr lang="cs-CZ" b="1" dirty="0"/>
              <a:t>Show()</a:t>
            </a:r>
          </a:p>
          <a:p>
            <a:r>
              <a:rPr lang="cs-CZ" dirty="0"/>
              <a:t>Nemá vlastní třídu instance</a:t>
            </a:r>
          </a:p>
          <a:p>
            <a:r>
              <a:rPr lang="cs-CZ" dirty="0"/>
              <a:t>Stejně jako ostatní dialogy poskytuje informaci o zavření v </a:t>
            </a:r>
            <a:r>
              <a:rPr lang="cs-CZ" b="1" dirty="0" err="1"/>
              <a:t>DialogResult</a:t>
            </a:r>
            <a:endParaRPr lang="cs-CZ" b="1" dirty="0"/>
          </a:p>
          <a:p>
            <a:endParaRPr lang="cs-CZ" b="1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08.12.2025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48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80A637-BE04-42F1-8D71-36282540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/>
              <a:t>Design nemodálního okna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84F680-4D44-4988-87F1-C52FD089D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>
              <a:buClr>
                <a:srgbClr val="FFA20F"/>
              </a:buClr>
            </a:pPr>
            <a:r>
              <a:rPr lang="cs-CZ" dirty="0"/>
              <a:t>Do nově vytvářeného nemodálního dialogu musíme jednotlivé komponenty přidat ručně</a:t>
            </a:r>
          </a:p>
          <a:p>
            <a:pPr>
              <a:buClr>
                <a:srgbClr val="FFA20F"/>
              </a:buClr>
            </a:pPr>
            <a:r>
              <a:rPr lang="cs-CZ" dirty="0"/>
              <a:t>Jednotlivé komponenty, které chceme do okna vložit odpovídají stejným komponentám, které používáme v Designeru </a:t>
            </a:r>
            <a:r>
              <a:rPr lang="cs-CZ" dirty="0" err="1"/>
              <a:t>Visual</a:t>
            </a:r>
            <a:r>
              <a:rPr lang="cs-CZ" dirty="0"/>
              <a:t> Studia</a:t>
            </a:r>
          </a:p>
          <a:p>
            <a:pPr>
              <a:buClr>
                <a:srgbClr val="FFA20F"/>
              </a:buClr>
            </a:pPr>
            <a:r>
              <a:rPr lang="cs-CZ" dirty="0"/>
              <a:t>Ukázka funkce, která nám zobrazí nově vytvořený dialog s červeným tlačítkem Start</a:t>
            </a:r>
          </a:p>
          <a:p>
            <a:pPr>
              <a:buClr>
                <a:srgbClr val="FFA20F"/>
              </a:buClr>
            </a:pP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66DD1EA-3794-488C-A6A6-72E0AD25E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1" y="2590461"/>
            <a:ext cx="5194769" cy="2908132"/>
          </a:xfrm>
          <a:prstGeom prst="rect">
            <a:avLst/>
          </a:prstGeom>
          <a:noFill/>
        </p:spPr>
      </p:pic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6C0D6AFF-4776-7666-B465-7F27588D2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08.12.2025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8198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5861FD81B3EE45AAC4C81C5640ECE7" ma:contentTypeVersion="4" ma:contentTypeDescription="Vytvoří nový dokument" ma:contentTypeScope="" ma:versionID="21fa4c386deca7c7aab8d7d13eb8f814">
  <xsd:schema xmlns:xsd="http://www.w3.org/2001/XMLSchema" xmlns:xs="http://www.w3.org/2001/XMLSchema" xmlns:p="http://schemas.microsoft.com/office/2006/metadata/properties" xmlns:ns2="c8cc7701-65b3-4efe-89ae-c871b5b7820b" targetNamespace="http://schemas.microsoft.com/office/2006/metadata/properties" ma:root="true" ma:fieldsID="409195400939cd53ac6c0f0275b4eac9" ns2:_="">
    <xsd:import namespace="c8cc7701-65b3-4efe-89ae-c871b5b782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cc7701-65b3-4efe-89ae-c871b5b782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49B5DC-8932-455E-8A8D-F16FDACEC9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DA65AE-BB47-4353-9756-CEC17E071E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cc7701-65b3-4efe-89ae-c871b5b782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3CDFA7-8B23-4853-8EB8-EE6E351B90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{057ABDF0-0FF1-49A1-B0D8-3ACA9F4F8DB4}TF201209c3-d067-44f9-a26f-c8f216c44313d714db88_win32-5cc965dfc2a9</Template>
  <TotalTime>116</TotalTime>
  <Words>640</Words>
  <Application>Microsoft Office PowerPoint</Application>
  <PresentationFormat>Širokoúhlá obrazovka</PresentationFormat>
  <Paragraphs>86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8" baseType="lpstr">
      <vt:lpstr>Calibri</vt:lpstr>
      <vt:lpstr>Franklin Gothic Book</vt:lpstr>
      <vt:lpstr>Franklin Gothic Demi</vt:lpstr>
      <vt:lpstr>Wingdings</vt:lpstr>
      <vt:lpstr>Wingdings 2</vt:lpstr>
      <vt:lpstr>DividendVTI</vt:lpstr>
      <vt:lpstr>Programování</vt:lpstr>
      <vt:lpstr>Dialogová okna</vt:lpstr>
      <vt:lpstr>commondialog</vt:lpstr>
      <vt:lpstr>Modální dialogová okna</vt:lpstr>
      <vt:lpstr>Nemodální dialogová okna</vt:lpstr>
      <vt:lpstr>Výměna dat mezi aplikací a dialogovým oknem</vt:lpstr>
      <vt:lpstr>OpenFileDialog</vt:lpstr>
      <vt:lpstr>SaveFileDialog</vt:lpstr>
      <vt:lpstr>FontDialog</vt:lpstr>
      <vt:lpstr>ColorDialog</vt:lpstr>
      <vt:lpstr>Messagebox</vt:lpstr>
      <vt:lpstr>Design nemodálního okna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522</cp:revision>
  <dcterms:created xsi:type="dcterms:W3CDTF">2025-09-08T04:51:09Z</dcterms:created>
  <dcterms:modified xsi:type="dcterms:W3CDTF">2025-12-08T08:38:28Z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0x010100835861FD81B3EE45AAC4C81C5640ECE7</vt:lpwstr>
  </property>
</Properties>
</file>