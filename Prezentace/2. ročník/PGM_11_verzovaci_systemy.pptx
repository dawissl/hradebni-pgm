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6" r:id="rId6"/>
    <p:sldId id="259" r:id="rId7"/>
    <p:sldId id="267" r:id="rId8"/>
    <p:sldId id="269" r:id="rId9"/>
    <p:sldId id="270" r:id="rId10"/>
    <p:sldId id="268" r:id="rId11"/>
    <p:sldId id="271" r:id="rId12"/>
    <p:sldId id="272" r:id="rId13"/>
    <p:sldId id="273" r:id="rId14"/>
    <p:sldId id="274" r:id="rId15"/>
    <p:sldId id="275" r:id="rId16"/>
    <p:sldId id="276" r:id="rId17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C5FC9-47A9-4730-8909-60829E9945C9}" v="662" dt="2026-01-25T17:29:44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F9E9AFD-EDB2-4BE0-8FCD-80F6CD53B3B9}"/>
    <pc:docChg chg="modSld">
      <pc:chgData name="" userId="" providerId="" clId="Web-{9F9E9AFD-EDB2-4BE0-8FCD-80F6CD53B3B9}" dt="2026-01-12T06:43:15.896" v="3" actId="20577"/>
      <pc:docMkLst>
        <pc:docMk/>
      </pc:docMkLst>
      <pc:sldChg chg="modSp">
        <pc:chgData name="" userId="" providerId="" clId="Web-{9F9E9AFD-EDB2-4BE0-8FCD-80F6CD53B3B9}" dt="2026-01-12T06:43:15.896" v="3" actId="20577"/>
        <pc:sldMkLst>
          <pc:docMk/>
          <pc:sldMk cId="2475805559" sldId="257"/>
        </pc:sldMkLst>
        <pc:spChg chg="mod">
          <ac:chgData name="" userId="" providerId="" clId="Web-{9F9E9AFD-EDB2-4BE0-8FCD-80F6CD53B3B9}" dt="2026-01-12T06:43:15.896" v="3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86AD2D4C-319E-48F0-AEC7-E125CEFDB54B}"/>
    <pc:docChg chg="addSld delSld modSld">
      <pc:chgData name="Sládeček David" userId="S::sladecek@hradebni.cz::474d93f0-3a32-49cc-b837-47806091b590" providerId="AD" clId="Web-{86AD2D4C-319E-48F0-AEC7-E125CEFDB54B}" dt="2026-01-05T06:54:31.742" v="374" actId="20577"/>
      <pc:docMkLst>
        <pc:docMk/>
      </pc:docMkLst>
      <pc:sldChg chg="modSp">
        <pc:chgData name="Sládeček David" userId="S::sladecek@hradebni.cz::474d93f0-3a32-49cc-b837-47806091b590" providerId="AD" clId="Web-{86AD2D4C-319E-48F0-AEC7-E125CEFDB54B}" dt="2026-01-05T06:33:55.137" v="2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86AD2D4C-319E-48F0-AEC7-E125CEFDB54B}" dt="2026-01-05T06:33:55.137" v="27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896C5FC9-47A9-4730-8909-60829E9945C9}"/>
    <pc:docChg chg="addSld delSld modSld sldOrd">
      <pc:chgData name="Sládeček David" userId="S::sladecek@hradebni.cz::474d93f0-3a32-49cc-b837-47806091b590" providerId="AD" clId="Web-{896C5FC9-47A9-4730-8909-60829E9945C9}" dt="2026-01-25T17:29:44.132" v="653" actId="20577"/>
      <pc:docMkLst>
        <pc:docMk/>
      </pc:docMkLst>
      <pc:sldChg chg="modSp">
        <pc:chgData name="Sládeček David" userId="S::sladecek@hradebni.cz::474d93f0-3a32-49cc-b837-47806091b590" providerId="AD" clId="Web-{896C5FC9-47A9-4730-8909-60829E9945C9}" dt="2026-01-25T17:04:03.346" v="15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896C5FC9-47A9-4730-8909-60829E9945C9}" dt="2026-01-25T17:04:03.346" v="15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del">
        <pc:chgData name="Sládeček David" userId="S::sladecek@hradebni.cz::474d93f0-3a32-49cc-b837-47806091b590" providerId="AD" clId="Web-{896C5FC9-47A9-4730-8909-60829E9945C9}" dt="2026-01-25T17:08:20.869" v="96"/>
        <pc:sldMkLst>
          <pc:docMk/>
          <pc:sldMk cId="876974633" sldId="258"/>
        </pc:sldMkLst>
      </pc:sldChg>
      <pc:sldChg chg="modSp">
        <pc:chgData name="Sládeček David" userId="S::sladecek@hradebni.cz::474d93f0-3a32-49cc-b837-47806091b590" providerId="AD" clId="Web-{896C5FC9-47A9-4730-8909-60829E9945C9}" dt="2026-01-25T17:08:50.760" v="100" actId="20577"/>
        <pc:sldMkLst>
          <pc:docMk/>
          <pc:sldMk cId="2470496364" sldId="259"/>
        </pc:sldMkLst>
        <pc:spChg chg="mod">
          <ac:chgData name="Sládeček David" userId="S::sladecek@hradebni.cz::474d93f0-3a32-49cc-b837-47806091b590" providerId="AD" clId="Web-{896C5FC9-47A9-4730-8909-60829E9945C9}" dt="2026-01-25T17:04:30.300" v="25" actId="20577"/>
          <ac:spMkLst>
            <pc:docMk/>
            <pc:sldMk cId="2470496364" sldId="259"/>
            <ac:spMk id="2" creationId="{FB2A4B2A-384A-68B9-F0D7-A6A91E953A56}"/>
          </ac:spMkLst>
        </pc:spChg>
        <pc:spChg chg="mod">
          <ac:chgData name="Sládeček David" userId="S::sladecek@hradebni.cz::474d93f0-3a32-49cc-b837-47806091b590" providerId="AD" clId="Web-{896C5FC9-47A9-4730-8909-60829E9945C9}" dt="2026-01-25T17:08:50.760" v="100" actId="20577"/>
          <ac:spMkLst>
            <pc:docMk/>
            <pc:sldMk cId="2470496364" sldId="259"/>
            <ac:spMk id="3" creationId="{5DA3D5E2-A2FF-198E-540D-FB951A307A25}"/>
          </ac:spMkLst>
        </pc:spChg>
      </pc:sldChg>
      <pc:sldChg chg="del">
        <pc:chgData name="Sládeček David" userId="S::sladecek@hradebni.cz::474d93f0-3a32-49cc-b837-47806091b590" providerId="AD" clId="Web-{896C5FC9-47A9-4730-8909-60829E9945C9}" dt="2026-01-25T17:08:20.869" v="95"/>
        <pc:sldMkLst>
          <pc:docMk/>
          <pc:sldMk cId="1867860217" sldId="260"/>
        </pc:sldMkLst>
      </pc:sldChg>
      <pc:sldChg chg="del">
        <pc:chgData name="Sládeček David" userId="S::sladecek@hradebni.cz::474d93f0-3a32-49cc-b837-47806091b590" providerId="AD" clId="Web-{896C5FC9-47A9-4730-8909-60829E9945C9}" dt="2026-01-25T17:08:20.869" v="94"/>
        <pc:sldMkLst>
          <pc:docMk/>
          <pc:sldMk cId="3646616591" sldId="261"/>
        </pc:sldMkLst>
      </pc:sldChg>
      <pc:sldChg chg="del">
        <pc:chgData name="Sládeček David" userId="S::sladecek@hradebni.cz::474d93f0-3a32-49cc-b837-47806091b590" providerId="AD" clId="Web-{896C5FC9-47A9-4730-8909-60829E9945C9}" dt="2026-01-25T17:08:20.869" v="93"/>
        <pc:sldMkLst>
          <pc:docMk/>
          <pc:sldMk cId="1959018248" sldId="262"/>
        </pc:sldMkLst>
      </pc:sldChg>
      <pc:sldChg chg="del">
        <pc:chgData name="Sládeček David" userId="S::sladecek@hradebni.cz::474d93f0-3a32-49cc-b837-47806091b590" providerId="AD" clId="Web-{896C5FC9-47A9-4730-8909-60829E9945C9}" dt="2026-01-25T17:08:20.869" v="92"/>
        <pc:sldMkLst>
          <pc:docMk/>
          <pc:sldMk cId="587334703" sldId="263"/>
        </pc:sldMkLst>
      </pc:sldChg>
      <pc:sldChg chg="del">
        <pc:chgData name="Sládeček David" userId="S::sladecek@hradebni.cz::474d93f0-3a32-49cc-b837-47806091b590" providerId="AD" clId="Web-{896C5FC9-47A9-4730-8909-60829E9945C9}" dt="2026-01-25T17:08:20.869" v="91"/>
        <pc:sldMkLst>
          <pc:docMk/>
          <pc:sldMk cId="3843645697" sldId="264"/>
        </pc:sldMkLst>
      </pc:sldChg>
      <pc:sldChg chg="del">
        <pc:chgData name="Sládeček David" userId="S::sladecek@hradebni.cz::474d93f0-3a32-49cc-b837-47806091b590" providerId="AD" clId="Web-{896C5FC9-47A9-4730-8909-60829E9945C9}" dt="2026-01-25T17:08:20.869" v="90"/>
        <pc:sldMkLst>
          <pc:docMk/>
          <pc:sldMk cId="3351682840" sldId="265"/>
        </pc:sldMkLst>
      </pc:sldChg>
      <pc:sldChg chg="addSp delSp modSp new mod ord modClrScheme chgLayout">
        <pc:chgData name="Sládeček David" userId="S::sladecek@hradebni.cz::474d93f0-3a32-49cc-b837-47806091b590" providerId="AD" clId="Web-{896C5FC9-47A9-4730-8909-60829E9945C9}" dt="2026-01-25T17:08:17.384" v="89"/>
        <pc:sldMkLst>
          <pc:docMk/>
          <pc:sldMk cId="1770016038" sldId="266"/>
        </pc:sldMkLst>
        <pc:spChg chg="mod">
          <ac:chgData name="Sládeček David" userId="S::sladecek@hradebni.cz::474d93f0-3a32-49cc-b837-47806091b590" providerId="AD" clId="Web-{896C5FC9-47A9-4730-8909-60829E9945C9}" dt="2026-01-25T17:08:13.806" v="88" actId="20577"/>
          <ac:spMkLst>
            <pc:docMk/>
            <pc:sldMk cId="1770016038" sldId="266"/>
            <ac:spMk id="2" creationId="{8B04D6BB-F5E6-AE61-1C76-9C22AD978E85}"/>
          </ac:spMkLst>
        </pc:spChg>
        <pc:spChg chg="mod">
          <ac:chgData name="Sládeček David" userId="S::sladecek@hradebni.cz::474d93f0-3a32-49cc-b837-47806091b590" providerId="AD" clId="Web-{896C5FC9-47A9-4730-8909-60829E9945C9}" dt="2026-01-25T17:08:06.494" v="87" actId="20577"/>
          <ac:spMkLst>
            <pc:docMk/>
            <pc:sldMk cId="1770016038" sldId="266"/>
            <ac:spMk id="3" creationId="{EE1B1187-C6BD-FE1F-05FF-2FE7F9546E65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07:40.805" v="76"/>
          <ac:spMkLst>
            <pc:docMk/>
            <pc:sldMk cId="1770016038" sldId="266"/>
            <ac:spMk id="4" creationId="{53F8A534-0056-C781-6EE5-6144BCB7DEDD}"/>
          </ac:spMkLst>
        </pc:spChg>
        <pc:spChg chg="add del mod">
          <ac:chgData name="Sládeček David" userId="S::sladecek@hradebni.cz::474d93f0-3a32-49cc-b837-47806091b590" providerId="AD" clId="Web-{896C5FC9-47A9-4730-8909-60829E9945C9}" dt="2026-01-25T17:07:38.087" v="73"/>
          <ac:spMkLst>
            <pc:docMk/>
            <pc:sldMk cId="1770016038" sldId="266"/>
            <ac:spMk id="10" creationId="{039B82DC-DB6C-FA73-70E0-40E8C10EE56F}"/>
          </ac:spMkLst>
        </pc:spChg>
        <pc:spChg chg="add del mod">
          <ac:chgData name="Sládeček David" userId="S::sladecek@hradebni.cz::474d93f0-3a32-49cc-b837-47806091b590" providerId="AD" clId="Web-{896C5FC9-47A9-4730-8909-60829E9945C9}" dt="2026-01-25T17:07:38.087" v="73"/>
          <ac:spMkLst>
            <pc:docMk/>
            <pc:sldMk cId="1770016038" sldId="266"/>
            <ac:spMk id="12" creationId="{D5D6E93A-6891-86C3-B33D-018F02B55AB4}"/>
          </ac:spMkLst>
        </pc:spChg>
        <pc:spChg chg="add del mod">
          <ac:chgData name="Sládeček David" userId="S::sladecek@hradebni.cz::474d93f0-3a32-49cc-b837-47806091b590" providerId="AD" clId="Web-{896C5FC9-47A9-4730-8909-60829E9945C9}" dt="2026-01-25T17:07:40.794" v="75"/>
          <ac:spMkLst>
            <pc:docMk/>
            <pc:sldMk cId="1770016038" sldId="266"/>
            <ac:spMk id="14" creationId="{0EB9184D-0C76-8885-E05F-4BEE2C8F9053}"/>
          </ac:spMkLst>
        </pc:spChg>
        <pc:spChg chg="add del mod">
          <ac:chgData name="Sládeček David" userId="S::sladecek@hradebni.cz::474d93f0-3a32-49cc-b837-47806091b590" providerId="AD" clId="Web-{896C5FC9-47A9-4730-8909-60829E9945C9}" dt="2026-01-25T17:07:40.794" v="75"/>
          <ac:spMkLst>
            <pc:docMk/>
            <pc:sldMk cId="1770016038" sldId="266"/>
            <ac:spMk id="15" creationId="{BA69A96D-6527-7B54-49BE-BDB1FD6EB4D5}"/>
          </ac:spMkLst>
        </pc:spChg>
        <pc:picChg chg="add mod ord">
          <ac:chgData name="Sládeček David" userId="S::sladecek@hradebni.cz::474d93f0-3a32-49cc-b837-47806091b590" providerId="AD" clId="Web-{896C5FC9-47A9-4730-8909-60829E9945C9}" dt="2026-01-25T17:07:49.181" v="79" actId="14100"/>
          <ac:picMkLst>
            <pc:docMk/>
            <pc:sldMk cId="1770016038" sldId="266"/>
            <ac:picMk id="5" creationId="{FA92D12A-7EE1-DB49-79D3-DD76E5EA8A67}"/>
          </ac:picMkLst>
        </pc:picChg>
      </pc:sldChg>
      <pc:sldChg chg="modSp new">
        <pc:chgData name="Sládeček David" userId="S::sladecek@hradebni.cz::474d93f0-3a32-49cc-b837-47806091b590" providerId="AD" clId="Web-{896C5FC9-47A9-4730-8909-60829E9945C9}" dt="2026-01-25T17:10:18.559" v="127" actId="20577"/>
        <pc:sldMkLst>
          <pc:docMk/>
          <pc:sldMk cId="1815942308" sldId="267"/>
        </pc:sldMkLst>
        <pc:spChg chg="mod">
          <ac:chgData name="Sládeček David" userId="S::sladecek@hradebni.cz::474d93f0-3a32-49cc-b837-47806091b590" providerId="AD" clId="Web-{896C5FC9-47A9-4730-8909-60829E9945C9}" dt="2026-01-25T17:09:22.417" v="106" actId="20577"/>
          <ac:spMkLst>
            <pc:docMk/>
            <pc:sldMk cId="1815942308" sldId="267"/>
            <ac:spMk id="2" creationId="{B7B37E72-B602-B69A-97CD-04F0E07C92B8}"/>
          </ac:spMkLst>
        </pc:spChg>
        <pc:spChg chg="mod">
          <ac:chgData name="Sládeček David" userId="S::sladecek@hradebni.cz::474d93f0-3a32-49cc-b837-47806091b590" providerId="AD" clId="Web-{896C5FC9-47A9-4730-8909-60829E9945C9}" dt="2026-01-25T17:10:18.559" v="127" actId="20577"/>
          <ac:spMkLst>
            <pc:docMk/>
            <pc:sldMk cId="1815942308" sldId="267"/>
            <ac:spMk id="3" creationId="{6FC8262F-9E17-6F90-61EC-05B644D34082}"/>
          </ac:spMkLst>
        </pc:spChg>
      </pc:sldChg>
      <pc:sldChg chg="addSp modSp new mod modClrScheme chgLayout">
        <pc:chgData name="Sládeček David" userId="S::sladecek@hradebni.cz::474d93f0-3a32-49cc-b837-47806091b590" providerId="AD" clId="Web-{896C5FC9-47A9-4730-8909-60829E9945C9}" dt="2026-01-25T17:14:55.360" v="180" actId="20577"/>
        <pc:sldMkLst>
          <pc:docMk/>
          <pc:sldMk cId="3907352204" sldId="268"/>
        </pc:sldMkLst>
        <pc:spChg chg="mod">
          <ac:chgData name="Sládeček David" userId="S::sladecek@hradebni.cz::474d93f0-3a32-49cc-b837-47806091b590" providerId="AD" clId="Web-{896C5FC9-47A9-4730-8909-60829E9945C9}" dt="2026-01-25T17:14:51.298" v="178"/>
          <ac:spMkLst>
            <pc:docMk/>
            <pc:sldMk cId="3907352204" sldId="268"/>
            <ac:spMk id="2" creationId="{9D49D212-350C-9E8A-1027-D0A0B3621D9B}"/>
          </ac:spMkLst>
        </pc:spChg>
        <pc:spChg chg="mod">
          <ac:chgData name="Sládeček David" userId="S::sladecek@hradebni.cz::474d93f0-3a32-49cc-b837-47806091b590" providerId="AD" clId="Web-{896C5FC9-47A9-4730-8909-60829E9945C9}" dt="2026-01-25T17:14:55.360" v="180" actId="20577"/>
          <ac:spMkLst>
            <pc:docMk/>
            <pc:sldMk cId="3907352204" sldId="268"/>
            <ac:spMk id="3" creationId="{666B3DAA-EEB7-FFF7-741C-45185D20B8FB}"/>
          </ac:spMkLst>
        </pc:spChg>
        <pc:spChg chg="mod">
          <ac:chgData name="Sládeček David" userId="S::sladecek@hradebni.cz::474d93f0-3a32-49cc-b837-47806091b590" providerId="AD" clId="Web-{896C5FC9-47A9-4730-8909-60829E9945C9}" dt="2026-01-25T17:14:51.298" v="178"/>
          <ac:spMkLst>
            <pc:docMk/>
            <pc:sldMk cId="3907352204" sldId="268"/>
            <ac:spMk id="4" creationId="{28CFC749-7522-B749-DE25-93AA243B9398}"/>
          </ac:spMkLst>
        </pc:spChg>
        <pc:picChg chg="add mod ord">
          <ac:chgData name="Sládeček David" userId="S::sladecek@hradebni.cz::474d93f0-3a32-49cc-b837-47806091b590" providerId="AD" clId="Web-{896C5FC9-47A9-4730-8909-60829E9945C9}" dt="2026-01-25T17:14:51.298" v="178"/>
          <ac:picMkLst>
            <pc:docMk/>
            <pc:sldMk cId="3907352204" sldId="268"/>
            <ac:picMk id="5" creationId="{8E0A4762-6B86-CBFB-0368-0C0B6AEE8682}"/>
          </ac:picMkLst>
        </pc:picChg>
      </pc:sldChg>
      <pc:sldChg chg="addSp delSp modSp new">
        <pc:chgData name="Sládeček David" userId="S::sladecek@hradebni.cz::474d93f0-3a32-49cc-b837-47806091b590" providerId="AD" clId="Web-{896C5FC9-47A9-4730-8909-60829E9945C9}" dt="2026-01-25T17:12:23.639" v="152" actId="1076"/>
        <pc:sldMkLst>
          <pc:docMk/>
          <pc:sldMk cId="2841902448" sldId="269"/>
        </pc:sldMkLst>
        <pc:spChg chg="mod">
          <ac:chgData name="Sládeček David" userId="S::sladecek@hradebni.cz::474d93f0-3a32-49cc-b837-47806091b590" providerId="AD" clId="Web-{896C5FC9-47A9-4730-8909-60829E9945C9}" dt="2026-01-25T17:12:02.732" v="142" actId="20577"/>
          <ac:spMkLst>
            <pc:docMk/>
            <pc:sldMk cId="2841902448" sldId="269"/>
            <ac:spMk id="2" creationId="{0C74E029-3E36-6703-8987-3F34014B39F8}"/>
          </ac:spMkLst>
        </pc:spChg>
        <pc:spChg chg="del">
          <ac:chgData name="Sládeček David" userId="S::sladecek@hradebni.cz::474d93f0-3a32-49cc-b837-47806091b590" providerId="AD" clId="Web-{896C5FC9-47A9-4730-8909-60829E9945C9}" dt="2026-01-25T17:12:03.842" v="143"/>
          <ac:spMkLst>
            <pc:docMk/>
            <pc:sldMk cId="2841902448" sldId="269"/>
            <ac:spMk id="3" creationId="{3EC23EC4-F098-DE03-7654-DECF98E5EF58}"/>
          </ac:spMkLst>
        </pc:spChg>
        <pc:picChg chg="add mod ord">
          <ac:chgData name="Sládeček David" userId="S::sladecek@hradebni.cz::474d93f0-3a32-49cc-b837-47806091b590" providerId="AD" clId="Web-{896C5FC9-47A9-4730-8909-60829E9945C9}" dt="2026-01-25T17:12:20.483" v="150" actId="14100"/>
          <ac:picMkLst>
            <pc:docMk/>
            <pc:sldMk cId="2841902448" sldId="269"/>
            <ac:picMk id="5" creationId="{6110F5F5-FF2B-59C3-A36A-6B704AF3BE32}"/>
          </ac:picMkLst>
        </pc:picChg>
        <pc:picChg chg="add mod">
          <ac:chgData name="Sládeček David" userId="S::sladecek@hradebni.cz::474d93f0-3a32-49cc-b837-47806091b590" providerId="AD" clId="Web-{896C5FC9-47A9-4730-8909-60829E9945C9}" dt="2026-01-25T17:12:23.639" v="152" actId="1076"/>
          <ac:picMkLst>
            <pc:docMk/>
            <pc:sldMk cId="2841902448" sldId="269"/>
            <ac:picMk id="6" creationId="{E77BF747-8B84-9913-7146-285AA16C6838}"/>
          </ac:picMkLst>
        </pc:picChg>
      </pc:sldChg>
      <pc:sldChg chg="addSp delSp modSp add mod replId modClrScheme chgLayout">
        <pc:chgData name="Sládeček David" userId="S::sladecek@hradebni.cz::474d93f0-3a32-49cc-b837-47806091b590" providerId="AD" clId="Web-{896C5FC9-47A9-4730-8909-60829E9945C9}" dt="2026-01-25T17:16:31.635" v="209" actId="1076"/>
        <pc:sldMkLst>
          <pc:docMk/>
          <pc:sldMk cId="1890952037" sldId="270"/>
        </pc:sldMkLst>
        <pc:spChg chg="mod ord">
          <ac:chgData name="Sládeček David" userId="S::sladecek@hradebni.cz::474d93f0-3a32-49cc-b837-47806091b590" providerId="AD" clId="Web-{896C5FC9-47A9-4730-8909-60829E9945C9}" dt="2026-01-25T17:16:14.712" v="203"/>
          <ac:spMkLst>
            <pc:docMk/>
            <pc:sldMk cId="1890952037" sldId="270"/>
            <ac:spMk id="2" creationId="{4BAB9815-0594-694E-8DD5-81556C6FFB3D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16:14.712" v="203"/>
          <ac:spMkLst>
            <pc:docMk/>
            <pc:sldMk cId="1890952037" sldId="270"/>
            <ac:spMk id="4" creationId="{FB97ACAE-EAE7-470E-4557-A53D2C41FC85}"/>
          </ac:spMkLst>
        </pc:spChg>
        <pc:spChg chg="add del mod">
          <ac:chgData name="Sládeček David" userId="S::sladecek@hradebni.cz::474d93f0-3a32-49cc-b837-47806091b590" providerId="AD" clId="Web-{896C5FC9-47A9-4730-8909-60829E9945C9}" dt="2026-01-25T17:13:19.031" v="160"/>
          <ac:spMkLst>
            <pc:docMk/>
            <pc:sldMk cId="1890952037" sldId="270"/>
            <ac:spMk id="7" creationId="{A2A0E622-92CC-3A36-FB2F-67F9DFFE0A01}"/>
          </ac:spMkLst>
        </pc:spChg>
        <pc:spChg chg="add del mod">
          <ac:chgData name="Sládeček David" userId="S::sladecek@hradebni.cz::474d93f0-3a32-49cc-b837-47806091b590" providerId="AD" clId="Web-{896C5FC9-47A9-4730-8909-60829E9945C9}" dt="2026-01-25T17:15:34.067" v="181"/>
          <ac:spMkLst>
            <pc:docMk/>
            <pc:sldMk cId="1890952037" sldId="270"/>
            <ac:spMk id="11" creationId="{AB0B127F-9585-FFCA-966F-F94AC4407367}"/>
          </ac:spMkLst>
        </pc:spChg>
        <pc:spChg chg="add del mod ord">
          <ac:chgData name="Sládeček David" userId="S::sladecek@hradebni.cz::474d93f0-3a32-49cc-b837-47806091b590" providerId="AD" clId="Web-{896C5FC9-47A9-4730-8909-60829E9945C9}" dt="2026-01-25T17:16:14.712" v="203"/>
          <ac:spMkLst>
            <pc:docMk/>
            <pc:sldMk cId="1890952037" sldId="270"/>
            <ac:spMk id="14" creationId="{B766CCE3-64DB-77F8-F703-5EA9B2F92AA2}"/>
          </ac:spMkLst>
        </pc:spChg>
        <pc:spChg chg="add del mod ord">
          <ac:chgData name="Sládeček David" userId="S::sladecek@hradebni.cz::474d93f0-3a32-49cc-b837-47806091b590" providerId="AD" clId="Web-{896C5FC9-47A9-4730-8909-60829E9945C9}" dt="2026-01-25T17:16:14.712" v="203"/>
          <ac:spMkLst>
            <pc:docMk/>
            <pc:sldMk cId="1890952037" sldId="270"/>
            <ac:spMk id="15" creationId="{74379BA1-D867-9414-C97D-54A48706583D}"/>
          </ac:spMkLst>
        </pc:spChg>
        <pc:spChg chg="add del mod ord">
          <ac:chgData name="Sládeček David" userId="S::sladecek@hradebni.cz::474d93f0-3a32-49cc-b837-47806091b590" providerId="AD" clId="Web-{896C5FC9-47A9-4730-8909-60829E9945C9}" dt="2026-01-25T17:16:00.929" v="189"/>
          <ac:spMkLst>
            <pc:docMk/>
            <pc:sldMk cId="1890952037" sldId="270"/>
            <ac:spMk id="16" creationId="{5EBD2C4A-9FBC-08CB-05EF-B5F5A258CA1B}"/>
          </ac:spMkLst>
        </pc:spChg>
        <pc:picChg chg="del">
          <ac:chgData name="Sládeček David" userId="S::sladecek@hradebni.cz::474d93f0-3a32-49cc-b837-47806091b590" providerId="AD" clId="Web-{896C5FC9-47A9-4730-8909-60829E9945C9}" dt="2026-01-25T17:13:00.937" v="154"/>
          <ac:picMkLst>
            <pc:docMk/>
            <pc:sldMk cId="1890952037" sldId="270"/>
            <ac:picMk id="5" creationId="{46EF467B-A669-81F3-C8DF-5C5E5DB1502E}"/>
          </ac:picMkLst>
        </pc:picChg>
        <pc:picChg chg="del">
          <ac:chgData name="Sládeček David" userId="S::sladecek@hradebni.cz::474d93f0-3a32-49cc-b837-47806091b590" providerId="AD" clId="Web-{896C5FC9-47A9-4730-8909-60829E9945C9}" dt="2026-01-25T17:13:01.780" v="155"/>
          <ac:picMkLst>
            <pc:docMk/>
            <pc:sldMk cId="1890952037" sldId="270"/>
            <ac:picMk id="6" creationId="{EF6C8D09-DFAA-E964-6B79-AD85295D13DC}"/>
          </ac:picMkLst>
        </pc:picChg>
        <pc:picChg chg="add del mod ord">
          <ac:chgData name="Sládeček David" userId="S::sladecek@hradebni.cz::474d93f0-3a32-49cc-b837-47806091b590" providerId="AD" clId="Web-{896C5FC9-47A9-4730-8909-60829E9945C9}" dt="2026-01-25T17:13:43.906" v="174"/>
          <ac:picMkLst>
            <pc:docMk/>
            <pc:sldMk cId="1890952037" sldId="270"/>
            <ac:picMk id="8" creationId="{0CCA5972-710B-E16D-9DF5-F218606CBE9F}"/>
          </ac:picMkLst>
        </pc:picChg>
        <pc:picChg chg="add del mod">
          <ac:chgData name="Sládeček David" userId="S::sladecek@hradebni.cz::474d93f0-3a32-49cc-b837-47806091b590" providerId="AD" clId="Web-{896C5FC9-47A9-4730-8909-60829E9945C9}" dt="2026-01-25T17:13:44.578" v="175"/>
          <ac:picMkLst>
            <pc:docMk/>
            <pc:sldMk cId="1890952037" sldId="270"/>
            <ac:picMk id="9" creationId="{1A2F0C2C-FA70-F81C-52CB-804EFFDF823D}"/>
          </ac:picMkLst>
        </pc:picChg>
        <pc:picChg chg="add mod ord">
          <ac:chgData name="Sládeček David" userId="S::sladecek@hradebni.cz::474d93f0-3a32-49cc-b837-47806091b590" providerId="AD" clId="Web-{896C5FC9-47A9-4730-8909-60829E9945C9}" dt="2026-01-25T17:16:30.135" v="208" actId="1076"/>
          <ac:picMkLst>
            <pc:docMk/>
            <pc:sldMk cId="1890952037" sldId="270"/>
            <ac:picMk id="12" creationId="{765DE4A9-6E9F-1C70-28FA-00FBF1FC24EF}"/>
          </ac:picMkLst>
        </pc:picChg>
        <pc:picChg chg="add del mod">
          <ac:chgData name="Sládeček David" userId="S::sladecek@hradebni.cz::474d93f0-3a32-49cc-b837-47806091b590" providerId="AD" clId="Web-{896C5FC9-47A9-4730-8909-60829E9945C9}" dt="2026-01-25T17:15:59.148" v="188"/>
          <ac:picMkLst>
            <pc:docMk/>
            <pc:sldMk cId="1890952037" sldId="270"/>
            <ac:picMk id="13" creationId="{B43E5D4E-3ED6-9D18-9F85-5DB14C2B98F2}"/>
          </ac:picMkLst>
        </pc:picChg>
        <pc:picChg chg="add mod ord">
          <ac:chgData name="Sládeček David" userId="S::sladecek@hradebni.cz::474d93f0-3a32-49cc-b837-47806091b590" providerId="AD" clId="Web-{896C5FC9-47A9-4730-8909-60829E9945C9}" dt="2026-01-25T17:16:31.635" v="209" actId="1076"/>
          <ac:picMkLst>
            <pc:docMk/>
            <pc:sldMk cId="1890952037" sldId="270"/>
            <ac:picMk id="17" creationId="{81B005E3-4A8F-4376-5BAA-CFB1826B8EB6}"/>
          </ac:picMkLst>
        </pc:picChg>
      </pc:sldChg>
      <pc:sldChg chg="delSp modSp new mod modClrScheme chgLayout">
        <pc:chgData name="Sládeček David" userId="S::sladecek@hradebni.cz::474d93f0-3a32-49cc-b837-47806091b590" providerId="AD" clId="Web-{896C5FC9-47A9-4730-8909-60829E9945C9}" dt="2026-01-25T17:17:38.218" v="226" actId="20577"/>
        <pc:sldMkLst>
          <pc:docMk/>
          <pc:sldMk cId="3429282247" sldId="271"/>
        </pc:sldMkLst>
        <pc:spChg chg="mod ord">
          <ac:chgData name="Sládeček David" userId="S::sladecek@hradebni.cz::474d93f0-3a32-49cc-b837-47806091b590" providerId="AD" clId="Web-{896C5FC9-47A9-4730-8909-60829E9945C9}" dt="2026-01-25T17:17:32.655" v="224" actId="20577"/>
          <ac:spMkLst>
            <pc:docMk/>
            <pc:sldMk cId="3429282247" sldId="271"/>
            <ac:spMk id="2" creationId="{4B8AE044-8BAD-A72B-1205-B092D39B7ABA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17:38.218" v="226" actId="20577"/>
          <ac:spMkLst>
            <pc:docMk/>
            <pc:sldMk cId="3429282247" sldId="271"/>
            <ac:spMk id="3" creationId="{B28906D9-C730-D240-3427-604F9C98C7A5}"/>
          </ac:spMkLst>
        </pc:spChg>
        <pc:spChg chg="del">
          <ac:chgData name="Sládeček David" userId="S::sladecek@hradebni.cz::474d93f0-3a32-49cc-b837-47806091b590" providerId="AD" clId="Web-{896C5FC9-47A9-4730-8909-60829E9945C9}" dt="2026-01-25T17:17:25.623" v="211"/>
          <ac:spMkLst>
            <pc:docMk/>
            <pc:sldMk cId="3429282247" sldId="271"/>
            <ac:spMk id="4" creationId="{2B95DB63-6714-8823-96D9-EA00D4CB8EA4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17:25.623" v="211"/>
          <ac:spMkLst>
            <pc:docMk/>
            <pc:sldMk cId="3429282247" sldId="271"/>
            <ac:spMk id="5" creationId="{91624E3B-FB7D-6E33-5134-40A653AE7BA8}"/>
          </ac:spMkLst>
        </pc:spChg>
      </pc:sldChg>
      <pc:sldChg chg="addSp modSp new mod modClrScheme chgLayout">
        <pc:chgData name="Sládeček David" userId="S::sladecek@hradebni.cz::474d93f0-3a32-49cc-b837-47806091b590" providerId="AD" clId="Web-{896C5FC9-47A9-4730-8909-60829E9945C9}" dt="2026-01-25T17:19:27.818" v="272" actId="20577"/>
        <pc:sldMkLst>
          <pc:docMk/>
          <pc:sldMk cId="3950976194" sldId="272"/>
        </pc:sldMkLst>
        <pc:spChg chg="mod ord">
          <ac:chgData name="Sládeček David" userId="S::sladecek@hradebni.cz::474d93f0-3a32-49cc-b837-47806091b590" providerId="AD" clId="Web-{896C5FC9-47A9-4730-8909-60829E9945C9}" dt="2026-01-25T17:18:23.534" v="241"/>
          <ac:spMkLst>
            <pc:docMk/>
            <pc:sldMk cId="3950976194" sldId="272"/>
            <ac:spMk id="2" creationId="{930A0549-1A06-493A-A826-747D9E7DD06E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19:15.724" v="264" actId="20577"/>
          <ac:spMkLst>
            <pc:docMk/>
            <pc:sldMk cId="3950976194" sldId="272"/>
            <ac:spMk id="3" creationId="{F966ED2C-22BF-9AC1-B951-C07F2C39122E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18:23.534" v="241"/>
          <ac:spMkLst>
            <pc:docMk/>
            <pc:sldMk cId="3950976194" sldId="272"/>
            <ac:spMk id="4" creationId="{6DDEB62A-62CF-D78C-9FC0-627C70EC5D64}"/>
          </ac:spMkLst>
        </pc:spChg>
        <pc:spChg chg="add mod ord">
          <ac:chgData name="Sládeček David" userId="S::sladecek@hradebni.cz::474d93f0-3a32-49cc-b837-47806091b590" providerId="AD" clId="Web-{896C5FC9-47A9-4730-8909-60829E9945C9}" dt="2026-01-25T17:19:27.818" v="272" actId="20577"/>
          <ac:spMkLst>
            <pc:docMk/>
            <pc:sldMk cId="3950976194" sldId="272"/>
            <ac:spMk id="5" creationId="{6F8D4E42-20CC-E1DD-7E02-CAD518631C43}"/>
          </ac:spMkLst>
        </pc:spChg>
      </pc:sldChg>
      <pc:sldChg chg="addSp delSp modSp new mod modClrScheme chgLayout">
        <pc:chgData name="Sládeček David" userId="S::sladecek@hradebni.cz::474d93f0-3a32-49cc-b837-47806091b590" providerId="AD" clId="Web-{896C5FC9-47A9-4730-8909-60829E9945C9}" dt="2026-01-25T17:22:34.123" v="338" actId="20577"/>
        <pc:sldMkLst>
          <pc:docMk/>
          <pc:sldMk cId="1639701561" sldId="273"/>
        </pc:sldMkLst>
        <pc:spChg chg="mod ord">
          <ac:chgData name="Sládeček David" userId="S::sladecek@hradebni.cz::474d93f0-3a32-49cc-b837-47806091b590" providerId="AD" clId="Web-{896C5FC9-47A9-4730-8909-60829E9945C9}" dt="2026-01-25T17:21:37.121" v="312"/>
          <ac:spMkLst>
            <pc:docMk/>
            <pc:sldMk cId="1639701561" sldId="273"/>
            <ac:spMk id="2" creationId="{73128633-FA93-53BD-A357-7BB6EAD48176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22:34.123" v="338" actId="20577"/>
          <ac:spMkLst>
            <pc:docMk/>
            <pc:sldMk cId="1639701561" sldId="273"/>
            <ac:spMk id="3" creationId="{61DD6677-3A39-0670-936E-73BB16D0B274}"/>
          </ac:spMkLst>
        </pc:spChg>
        <pc:spChg chg="del">
          <ac:chgData name="Sládeček David" userId="S::sladecek@hradebni.cz::474d93f0-3a32-49cc-b837-47806091b590" providerId="AD" clId="Web-{896C5FC9-47A9-4730-8909-60829E9945C9}" dt="2026-01-25T17:20:27.290" v="276"/>
          <ac:spMkLst>
            <pc:docMk/>
            <pc:sldMk cId="1639701561" sldId="273"/>
            <ac:spMk id="4" creationId="{7026D058-9CE4-FEBA-66FE-2B9847AF6D20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21:37.121" v="312"/>
          <ac:spMkLst>
            <pc:docMk/>
            <pc:sldMk cId="1639701561" sldId="273"/>
            <ac:spMk id="5" creationId="{32441564-DD27-73CD-5D10-80FA219122C3}"/>
          </ac:spMkLst>
        </pc:spChg>
        <pc:picChg chg="add mod modCrop">
          <ac:chgData name="Sládeček David" userId="S::sladecek@hradebni.cz::474d93f0-3a32-49cc-b837-47806091b590" providerId="AD" clId="Web-{896C5FC9-47A9-4730-8909-60829E9945C9}" dt="2026-01-25T17:22:08.591" v="320" actId="1076"/>
          <ac:picMkLst>
            <pc:docMk/>
            <pc:sldMk cId="1639701561" sldId="273"/>
            <ac:picMk id="6" creationId="{9C2795EE-5FE9-5FD5-6979-6CB7F85A2E76}"/>
          </ac:picMkLst>
        </pc:picChg>
      </pc:sldChg>
      <pc:sldChg chg="add del replId">
        <pc:chgData name="Sládeček David" userId="S::sladecek@hradebni.cz::474d93f0-3a32-49cc-b837-47806091b590" providerId="AD" clId="Web-{896C5FC9-47A9-4730-8909-60829E9945C9}" dt="2026-01-25T17:19:37.444" v="274"/>
        <pc:sldMkLst>
          <pc:docMk/>
          <pc:sldMk cId="3237193227" sldId="273"/>
        </pc:sldMkLst>
      </pc:sldChg>
      <pc:sldChg chg="delSp modSp new mod modClrScheme chgLayout">
        <pc:chgData name="Sládeček David" userId="S::sladecek@hradebni.cz::474d93f0-3a32-49cc-b837-47806091b590" providerId="AD" clId="Web-{896C5FC9-47A9-4730-8909-60829E9945C9}" dt="2026-01-25T17:24:07.266" v="354" actId="20577"/>
        <pc:sldMkLst>
          <pc:docMk/>
          <pc:sldMk cId="3959949716" sldId="274"/>
        </pc:sldMkLst>
        <pc:spChg chg="mod ord">
          <ac:chgData name="Sládeček David" userId="S::sladecek@hradebni.cz::474d93f0-3a32-49cc-b837-47806091b590" providerId="AD" clId="Web-{896C5FC9-47A9-4730-8909-60829E9945C9}" dt="2026-01-25T17:23:13.671" v="342"/>
          <ac:spMkLst>
            <pc:docMk/>
            <pc:sldMk cId="3959949716" sldId="274"/>
            <ac:spMk id="2" creationId="{54909031-6DED-F315-E722-304116B00DC6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24:07.266" v="354" actId="20577"/>
          <ac:spMkLst>
            <pc:docMk/>
            <pc:sldMk cId="3959949716" sldId="274"/>
            <ac:spMk id="3" creationId="{F64304C9-A949-A46B-2886-B68093149EB5}"/>
          </ac:spMkLst>
        </pc:spChg>
        <pc:spChg chg="del">
          <ac:chgData name="Sládeček David" userId="S::sladecek@hradebni.cz::474d93f0-3a32-49cc-b837-47806091b590" providerId="AD" clId="Web-{896C5FC9-47A9-4730-8909-60829E9945C9}" dt="2026-01-25T17:23:13.671" v="342"/>
          <ac:spMkLst>
            <pc:docMk/>
            <pc:sldMk cId="3959949716" sldId="274"/>
            <ac:spMk id="4" creationId="{F3168A2F-C67B-AFFE-9977-C376C293F37E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23:13.671" v="342"/>
          <ac:spMkLst>
            <pc:docMk/>
            <pc:sldMk cId="3959949716" sldId="274"/>
            <ac:spMk id="5" creationId="{4E3BB15C-11E9-7F52-EB33-7090B606E77E}"/>
          </ac:spMkLst>
        </pc:spChg>
      </pc:sldChg>
      <pc:sldChg chg="addSp modSp new mod modClrScheme chgLayout">
        <pc:chgData name="Sládeček David" userId="S::sladecek@hradebni.cz::474d93f0-3a32-49cc-b837-47806091b590" providerId="AD" clId="Web-{896C5FC9-47A9-4730-8909-60829E9945C9}" dt="2026-01-25T17:26:06.191" v="460" actId="20577"/>
        <pc:sldMkLst>
          <pc:docMk/>
          <pc:sldMk cId="3183761348" sldId="275"/>
        </pc:sldMkLst>
        <pc:spChg chg="mod ord">
          <ac:chgData name="Sládeček David" userId="S::sladecek@hradebni.cz::474d93f0-3a32-49cc-b837-47806091b590" providerId="AD" clId="Web-{896C5FC9-47A9-4730-8909-60829E9945C9}" dt="2026-01-25T17:24:38.157" v="391"/>
          <ac:spMkLst>
            <pc:docMk/>
            <pc:sldMk cId="3183761348" sldId="275"/>
            <ac:spMk id="2" creationId="{3A9F68CD-0D30-8791-C372-E746DDCAA826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26:06.191" v="460" actId="20577"/>
          <ac:spMkLst>
            <pc:docMk/>
            <pc:sldMk cId="3183761348" sldId="275"/>
            <ac:spMk id="3" creationId="{634DCDC2-47AB-7961-0447-126DA467254B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24:38.157" v="391"/>
          <ac:spMkLst>
            <pc:docMk/>
            <pc:sldMk cId="3183761348" sldId="275"/>
            <ac:spMk id="4" creationId="{36A72D4C-2615-B76D-21E5-1D308FCAB80E}"/>
          </ac:spMkLst>
        </pc:spChg>
        <pc:spChg chg="add mod ord">
          <ac:chgData name="Sládeček David" userId="S::sladecek@hradebni.cz::474d93f0-3a32-49cc-b837-47806091b590" providerId="AD" clId="Web-{896C5FC9-47A9-4730-8909-60829E9945C9}" dt="2026-01-25T17:25:39.565" v="433" actId="20577"/>
          <ac:spMkLst>
            <pc:docMk/>
            <pc:sldMk cId="3183761348" sldId="275"/>
            <ac:spMk id="5" creationId="{4B0D7292-437D-B2B9-6286-09AD8114CAC2}"/>
          </ac:spMkLst>
        </pc:spChg>
      </pc:sldChg>
      <pc:sldChg chg="addSp delSp modSp new mod modClrScheme chgLayout">
        <pc:chgData name="Sládeček David" userId="S::sladecek@hradebni.cz::474d93f0-3a32-49cc-b837-47806091b590" providerId="AD" clId="Web-{896C5FC9-47A9-4730-8909-60829E9945C9}" dt="2026-01-25T17:29:44.132" v="653" actId="20577"/>
        <pc:sldMkLst>
          <pc:docMk/>
          <pc:sldMk cId="1885105723" sldId="276"/>
        </pc:sldMkLst>
        <pc:spChg chg="mod ord">
          <ac:chgData name="Sládeček David" userId="S::sladecek@hradebni.cz::474d93f0-3a32-49cc-b837-47806091b590" providerId="AD" clId="Web-{896C5FC9-47A9-4730-8909-60829E9945C9}" dt="2026-01-25T17:29:27.429" v="649"/>
          <ac:spMkLst>
            <pc:docMk/>
            <pc:sldMk cId="1885105723" sldId="276"/>
            <ac:spMk id="2" creationId="{8AB973A0-CE77-A8E1-7E05-FC96FEE320A4}"/>
          </ac:spMkLst>
        </pc:spChg>
        <pc:spChg chg="add del mod ord">
          <ac:chgData name="Sládeček David" userId="S::sladecek@hradebni.cz::474d93f0-3a32-49cc-b837-47806091b590" providerId="AD" clId="Web-{896C5FC9-47A9-4730-8909-60829E9945C9}" dt="2026-01-25T17:29:44.132" v="653" actId="20577"/>
          <ac:spMkLst>
            <pc:docMk/>
            <pc:sldMk cId="1885105723" sldId="276"/>
            <ac:spMk id="3" creationId="{521CBAA2-C877-FABD-8928-6393B3E386DB}"/>
          </ac:spMkLst>
        </pc:spChg>
        <pc:spChg chg="del">
          <ac:chgData name="Sládeček David" userId="S::sladecek@hradebni.cz::474d93f0-3a32-49cc-b837-47806091b590" providerId="AD" clId="Web-{896C5FC9-47A9-4730-8909-60829E9945C9}" dt="2026-01-25T17:27:02.083" v="462"/>
          <ac:spMkLst>
            <pc:docMk/>
            <pc:sldMk cId="1885105723" sldId="276"/>
            <ac:spMk id="4" creationId="{E55F05EC-866F-D4EE-9E7F-266591B829F6}"/>
          </ac:spMkLst>
        </pc:spChg>
        <pc:spChg chg="mod ord">
          <ac:chgData name="Sládeček David" userId="S::sladecek@hradebni.cz::474d93f0-3a32-49cc-b837-47806091b590" providerId="AD" clId="Web-{896C5FC9-47A9-4730-8909-60829E9945C9}" dt="2026-01-25T17:29:27.429" v="649"/>
          <ac:spMkLst>
            <pc:docMk/>
            <pc:sldMk cId="1885105723" sldId="276"/>
            <ac:spMk id="5" creationId="{17937A09-6C1F-DBC3-AAEB-7C7EAE43A2B6}"/>
          </ac:spMkLst>
        </pc:spChg>
        <pc:picChg chg="add del mod ord">
          <ac:chgData name="Sládeček David" userId="S::sladecek@hradebni.cz::474d93f0-3a32-49cc-b837-47806091b590" providerId="AD" clId="Web-{896C5FC9-47A9-4730-8909-60829E9945C9}" dt="2026-01-25T17:27:17.473" v="477"/>
          <ac:picMkLst>
            <pc:docMk/>
            <pc:sldMk cId="1885105723" sldId="276"/>
            <ac:picMk id="6" creationId="{FE3B9618-B421-81BB-AE0B-2761EDD06561}"/>
          </ac:picMkLst>
        </pc:picChg>
        <pc:picChg chg="add mod">
          <ac:chgData name="Sládeček David" userId="S::sladecek@hradebni.cz::474d93f0-3a32-49cc-b837-47806091b590" providerId="AD" clId="Web-{896C5FC9-47A9-4730-8909-60829E9945C9}" dt="2026-01-25T17:29:35.632" v="651" actId="1076"/>
          <ac:picMkLst>
            <pc:docMk/>
            <pc:sldMk cId="1885105723" sldId="276"/>
            <ac:picMk id="7" creationId="{EF759DDB-E381-79C3-5A5D-CF697E88FD6D}"/>
          </ac:picMkLst>
        </pc:picChg>
      </pc:sldChg>
    </pc:docChg>
  </pc:docChgLst>
  <pc:docChgLst>
    <pc:chgData name="Sládeček David" userId="S::sladecek@hradebni.cz::474d93f0-3a32-49cc-b837-47806091b590" providerId="AD" clId="Web-{9F9E9AFD-EDB2-4BE0-8FCD-80F6CD53B3B9}"/>
    <pc:docChg chg="addSld delSld modSld">
      <pc:chgData name="Sládeček David" userId="S::sladecek@hradebni.cz::474d93f0-3a32-49cc-b837-47806091b590" providerId="AD" clId="Web-{9F9E9AFD-EDB2-4BE0-8FCD-80F6CD53B3B9}" dt="2026-01-12T06:49:41.491" v="248" actId="1076"/>
      <pc:docMkLst>
        <pc:docMk/>
      </pc:docMkLst>
      <pc:sldChg chg="modSp">
        <pc:chgData name="Sládeček David" userId="S::sladecek@hradebni.cz::474d93f0-3a32-49cc-b837-47806091b590" providerId="AD" clId="Web-{9F9E9AFD-EDB2-4BE0-8FCD-80F6CD53B3B9}" dt="2026-01-12T06:43:21.974" v="1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9F9E9AFD-EDB2-4BE0-8FCD-80F6CD53B3B9}" dt="2026-01-12T06:43:21.974" v="17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modSp new">
        <pc:chgData name="Sládeček David" userId="S::sladecek@hradebni.cz::474d93f0-3a32-49cc-b837-47806091b590" providerId="AD" clId="Web-{9F9E9AFD-EDB2-4BE0-8FCD-80F6CD53B3B9}" dt="2026-01-12T06:45:56.945" v="144" actId="20577"/>
        <pc:sldMkLst>
          <pc:docMk/>
          <pc:sldMk cId="2470496364" sldId="259"/>
        </pc:sldMkLst>
        <pc:spChg chg="mod">
          <ac:chgData name="Sládeček David" userId="S::sladecek@hradebni.cz::474d93f0-3a32-49cc-b837-47806091b590" providerId="AD" clId="Web-{9F9E9AFD-EDB2-4BE0-8FCD-80F6CD53B3B9}" dt="2026-01-12T06:43:52.975" v="39" actId="20577"/>
          <ac:spMkLst>
            <pc:docMk/>
            <pc:sldMk cId="2470496364" sldId="259"/>
            <ac:spMk id="2" creationId="{FB2A4B2A-384A-68B9-F0D7-A6A91E953A56}"/>
          </ac:spMkLst>
        </pc:spChg>
        <pc:spChg chg="mod">
          <ac:chgData name="Sládeček David" userId="S::sladecek@hradebni.cz::474d93f0-3a32-49cc-b837-47806091b590" providerId="AD" clId="Web-{9F9E9AFD-EDB2-4BE0-8FCD-80F6CD53B3B9}" dt="2026-01-12T06:45:56.945" v="144" actId="20577"/>
          <ac:spMkLst>
            <pc:docMk/>
            <pc:sldMk cId="2470496364" sldId="259"/>
            <ac:spMk id="3" creationId="{5DA3D5E2-A2FF-198E-540D-FB951A307A2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25.01.2026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rtlCol="0"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25.01.2026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1" name="Obdélník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35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894" y="1622574"/>
            <a:ext cx="8245162" cy="757011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895" y="2322999"/>
            <a:ext cx="8245160" cy="757011"/>
          </a:xfrm>
        </p:spPr>
        <p:txBody>
          <a:bodyPr rtlCol="0">
            <a:normAutofit/>
          </a:bodyPr>
          <a:lstStyle/>
          <a:p>
            <a:r>
              <a:rPr lang="cs" sz="1800" dirty="0" err="1"/>
              <a:t>VErzovací</a:t>
            </a:r>
            <a:r>
              <a:rPr lang="cs" sz="1800" dirty="0"/>
              <a:t> systémy</a:t>
            </a:r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0550" y="3168650"/>
            <a:ext cx="84455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04D6BB-F5E6-AE61-1C76-9C22AD978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Proč potřebujeme </a:t>
            </a:r>
            <a:r>
              <a:rPr lang="cs-CZ" dirty="0" err="1"/>
              <a:t>verzovat</a:t>
            </a:r>
            <a:r>
              <a:rPr lang="cs-CZ" dirty="0"/>
              <a:t> svou práci?</a:t>
            </a:r>
          </a:p>
        </p:txBody>
      </p:sp>
      <p:pic>
        <p:nvPicPr>
          <p:cNvPr id="5" name="Obrázek 4" descr="CDN media">
            <a:extLst>
              <a:ext uri="{FF2B5EF4-FFF2-40B4-BE49-F238E27FC236}">
                <a16:creationId xmlns:a16="http://schemas.microsoft.com/office/drawing/2014/main" id="{FA92D12A-7EE1-DB49-79D3-DD76E5EA8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8" y="1754827"/>
            <a:ext cx="4608845" cy="5101739"/>
          </a:xfrm>
          <a:prstGeom prst="rect">
            <a:avLst/>
          </a:prstGeom>
          <a:noFill/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1B1187-C6BD-FE1F-05FF-2FE7F9546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sz="2400" b="1" dirty="0"/>
              <a:t>Problémy bez </a:t>
            </a:r>
            <a:r>
              <a:rPr lang="cs-CZ" sz="2400" b="1" dirty="0" err="1"/>
              <a:t>verzovacího</a:t>
            </a:r>
            <a:r>
              <a:rPr lang="cs-CZ" sz="2400" b="1" dirty="0"/>
              <a:t> systému</a:t>
            </a:r>
            <a:endParaRPr lang="cs-CZ" sz="2400" dirty="0"/>
          </a:p>
          <a:p>
            <a:pPr marL="629920" lvl="1" indent="-305435"/>
            <a:r>
              <a:rPr lang="cs-CZ" sz="2100" dirty="0"/>
              <a:t>Přepisování souborů</a:t>
            </a:r>
          </a:p>
          <a:p>
            <a:pPr marL="629920" lvl="1" indent="-305435">
              <a:lnSpc>
                <a:spcPct val="110000"/>
              </a:lnSpc>
            </a:pPr>
            <a:r>
              <a:rPr lang="cs-CZ" sz="2100" dirty="0"/>
              <a:t>Ztráta funkční verze</a:t>
            </a:r>
          </a:p>
          <a:p>
            <a:pPr marL="629920" lvl="1" indent="-305435">
              <a:lnSpc>
                <a:spcPct val="110000"/>
              </a:lnSpc>
            </a:pPr>
            <a:r>
              <a:rPr lang="cs-CZ" sz="2100" dirty="0"/>
              <a:t>Chaos při týmové práci</a:t>
            </a:r>
          </a:p>
          <a:p>
            <a:pPr marL="305435" indent="-305435"/>
            <a:endParaRPr lang="cs-CZ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3F8A534-0056-C781-6EE5-6144BCB7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25.01.2026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6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2A4B2A-384A-68B9-F0D7-A6A91E953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Verzovací</a:t>
            </a:r>
            <a:r>
              <a:rPr lang="cs-CZ" dirty="0"/>
              <a:t> systém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A3D5E2-A2FF-198E-540D-FB951A307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>
              <a:spcBef>
                <a:spcPts val="20"/>
              </a:spcBef>
            </a:pPr>
            <a:r>
              <a:rPr lang="cs-CZ" sz="2000" dirty="0">
                <a:ea typeface="+mn-lt"/>
                <a:cs typeface="+mn-lt"/>
              </a:rPr>
              <a:t>Systém zaznamenávající změny v souborech v průběhu času</a:t>
            </a:r>
            <a:endParaRPr lang="cs-CZ" sz="2000"/>
          </a:p>
          <a:p>
            <a:pPr marL="305435" indent="-305435">
              <a:spcBef>
                <a:spcPts val="20"/>
              </a:spcBef>
            </a:pPr>
            <a:r>
              <a:rPr lang="cs-CZ" sz="2000" dirty="0">
                <a:ea typeface="+mn-lt"/>
                <a:cs typeface="+mn-lt"/>
              </a:rPr>
              <a:t>Umožňuje návrat na starší verze souborů</a:t>
            </a:r>
            <a:endParaRPr lang="cs-CZ" sz="2000"/>
          </a:p>
          <a:p>
            <a:pPr marL="305435" indent="-305435">
              <a:spcBef>
                <a:spcPts val="20"/>
              </a:spcBef>
            </a:pPr>
            <a:r>
              <a:rPr lang="cs-CZ" sz="2000" dirty="0">
                <a:ea typeface="+mn-lt"/>
                <a:cs typeface="+mn-lt"/>
              </a:rPr>
              <a:t>Nejčastější použití mezi programátory a vývojáři</a:t>
            </a:r>
            <a:endParaRPr lang="cs-CZ" sz="2000"/>
          </a:p>
          <a:p>
            <a:pPr marL="305435" indent="-305435">
              <a:lnSpc>
                <a:spcPct val="110000"/>
              </a:lnSpc>
              <a:spcBef>
                <a:spcPts val="20"/>
              </a:spcBef>
            </a:pPr>
            <a:r>
              <a:rPr lang="cs-CZ" sz="2000" dirty="0">
                <a:ea typeface="+mn-lt"/>
                <a:cs typeface="+mn-lt"/>
              </a:rPr>
              <a:t>Lze použít na libovolné typy souborů</a:t>
            </a:r>
            <a:endParaRPr lang="cs-CZ" sz="2000"/>
          </a:p>
          <a:p>
            <a:pPr marL="305435" indent="-305435">
              <a:lnSpc>
                <a:spcPct val="110000"/>
              </a:lnSpc>
              <a:spcBef>
                <a:spcPts val="20"/>
              </a:spcBef>
            </a:pPr>
            <a:r>
              <a:rPr lang="cs-CZ" sz="2000" dirty="0">
                <a:ea typeface="+mn-lt"/>
                <a:cs typeface="+mn-lt"/>
              </a:rPr>
              <a:t>Mimo samotné změny uchovává informaci o tom, kdo změnu vytvořil</a:t>
            </a:r>
            <a:endParaRPr lang="cs-CZ" sz="2000"/>
          </a:p>
          <a:p>
            <a:pPr marL="305435" indent="-305435">
              <a:lnSpc>
                <a:spcPct val="110000"/>
              </a:lnSpc>
            </a:pPr>
            <a:r>
              <a:rPr lang="cs-CZ" sz="2000" dirty="0">
                <a:ea typeface="+mn-lt"/>
                <a:cs typeface="+mn-lt"/>
              </a:rPr>
              <a:t>Vhodné pro práci více lidí na stejném projektu</a:t>
            </a: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4E77BD6-6C56-E12A-9EE2-DC35A8F7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25.01.2026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496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B37E72-B602-B69A-97CD-04F0E07C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</a:t>
            </a:r>
            <a:r>
              <a:rPr lang="cs-CZ" dirty="0" err="1"/>
              <a:t>verzovacích</a:t>
            </a:r>
            <a:r>
              <a:rPr lang="cs-CZ" dirty="0"/>
              <a:t> systémů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C8262F-9E17-6F90-61EC-05B644D34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2000" dirty="0">
                <a:ea typeface="+mn-lt"/>
                <a:cs typeface="+mn-lt"/>
              </a:rPr>
              <a:t>Lokální 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Uživatel si samostatně vytváří jednotlivé verze</a:t>
            </a:r>
            <a:endParaRPr lang="cs-CZ" sz="1800" dirty="0"/>
          </a:p>
          <a:p>
            <a:pPr marL="305435" indent="-305435"/>
            <a:r>
              <a:rPr lang="cs-CZ" sz="2000" dirty="0">
                <a:ea typeface="+mn-lt"/>
                <a:cs typeface="+mn-lt"/>
              </a:rPr>
              <a:t>Centrální (SVN) 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Veškeré úpravy od přispěvovatelů jsou uloženy na jednom místě</a:t>
            </a:r>
            <a:endParaRPr lang="cs-CZ" sz="1800"/>
          </a:p>
          <a:p>
            <a:pPr marL="305435" indent="-305435"/>
            <a:r>
              <a:rPr lang="cs-CZ" sz="2000" dirty="0">
                <a:ea typeface="+mn-lt"/>
                <a:cs typeface="+mn-lt"/>
              </a:rPr>
              <a:t>Distribuované (Git)</a:t>
            </a:r>
            <a:endParaRPr lang="cs-CZ" sz="2000" dirty="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Každá kopie u přispěvatele je zároveň zálohou </a:t>
            </a:r>
            <a:endParaRPr lang="cs-CZ"/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55EA6F8-17B7-F642-1325-892C595E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25.01.2026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942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74E029-3E36-6703-8987-3F34014B3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Centrální vs distribuované systémy</a:t>
            </a:r>
          </a:p>
        </p:txBody>
      </p:sp>
      <p:pic>
        <p:nvPicPr>
          <p:cNvPr id="5" name="Zástupný obsah 4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6110F5F5-FF2B-59C3-A36A-6B704AF3BE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811" y="2678847"/>
            <a:ext cx="4762444" cy="3308793"/>
          </a:xfrm>
          <a:prstGeom prst="rect">
            <a:avLst/>
          </a:prstGeo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EFBD55D-DD7E-6C8E-76DB-E88B2B64C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25.01.2026</a:t>
            </a:fld>
            <a:endParaRPr lang="en-US" dirty="0"/>
          </a:p>
        </p:txBody>
      </p:sp>
      <p:pic>
        <p:nvPicPr>
          <p:cNvPr id="6" name="Obrázek 5" descr="Obsah obrázku text, snímek obrazovky, Písmo, design&#10;&#10;Obsah generovaný pomocí AI může být nesprávný.">
            <a:extLst>
              <a:ext uri="{FF2B5EF4-FFF2-40B4-BE49-F238E27FC236}">
                <a16:creationId xmlns:a16="http://schemas.microsoft.com/office/drawing/2014/main" id="{E77BF747-8B84-9913-7146-285AA16C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591" y="909484"/>
            <a:ext cx="4491252" cy="54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0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96F0-D439-2BAC-6C10-0A9F7B76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AB9815-0594-694E-8DD5-81556C6F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Centrální vs distribuované systémy</a:t>
            </a:r>
          </a:p>
        </p:txBody>
      </p:sp>
      <p:pic>
        <p:nvPicPr>
          <p:cNvPr id="12" name="Zástupný obsah 11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765DE4A9-6E9F-1C70-28FA-00FBF1FC24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7183" y="2815518"/>
            <a:ext cx="5690370" cy="2186890"/>
          </a:xfrm>
          <a:prstGeom prst="rect">
            <a:avLst/>
          </a:prstGeom>
        </p:spPr>
      </p:pic>
      <p:pic>
        <p:nvPicPr>
          <p:cNvPr id="17" name="Zástupný obsah 16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81B005E3-4A8F-4376-5BAA-CFB1826B8E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4446" y="2824927"/>
            <a:ext cx="5678080" cy="2174216"/>
          </a:xfrm>
          <a:prstGeom prst="rect">
            <a:avLst/>
          </a:prstGeo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B97ACAE-EAE7-470E-4557-A53D2C41F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25.01.2026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5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49D212-350C-9E8A-1027-D0A0B3621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Proč </a:t>
            </a:r>
            <a:r>
              <a:rPr lang="cs-CZ" dirty="0" err="1"/>
              <a:t>git</a:t>
            </a:r>
            <a:r>
              <a:rPr lang="cs-CZ" dirty="0"/>
              <a:t>?</a:t>
            </a:r>
          </a:p>
        </p:txBody>
      </p:sp>
      <p:pic>
        <p:nvPicPr>
          <p:cNvPr id="5" name="Obrázek 4" descr="Soubor:Git-logo.svg – Wikipedie">
            <a:extLst>
              <a:ext uri="{FF2B5EF4-FFF2-40B4-BE49-F238E27FC236}">
                <a16:creationId xmlns:a16="http://schemas.microsoft.com/office/drawing/2014/main" id="{8E0A4762-6B86-CBFB-0368-0C0B6AEE8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4" y="2960120"/>
            <a:ext cx="5194767" cy="2168815"/>
          </a:xfrm>
          <a:prstGeom prst="rect">
            <a:avLst/>
          </a:prstGeom>
          <a:noFill/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6B3DAA-EEB7-FFF7-741C-45185D20B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sz="2000" dirty="0"/>
              <a:t>Distribuovaný systém</a:t>
            </a:r>
          </a:p>
          <a:p>
            <a:pPr marL="305435" indent="-305435"/>
            <a:r>
              <a:rPr lang="cs-CZ" sz="2000" dirty="0"/>
              <a:t>Každý má kompletní historii</a:t>
            </a:r>
          </a:p>
          <a:p>
            <a:pPr marL="305435" indent="-305435"/>
            <a:r>
              <a:rPr lang="cs-CZ" sz="2000" dirty="0"/>
              <a:t>Funguje i bez internetu</a:t>
            </a:r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8CFC749-7522-B749-DE25-93AA243B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25.01.2026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5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8AE044-8BAD-A72B-1205-B092D39B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</a:t>
            </a:r>
            <a:r>
              <a:rPr lang="cs-CZ" dirty="0" err="1"/>
              <a:t>git</a:t>
            </a:r>
            <a:r>
              <a:rPr lang="cs-CZ" dirty="0"/>
              <a:t> uvažuje o datech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8906D9-C730-D240-3427-604F9C98C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dirty="0">
                <a:ea typeface="+mn-lt"/>
                <a:cs typeface="+mn-lt"/>
              </a:rPr>
              <a:t>Většina ostatních systémů ukládá informace jako seznamy změn souborů</a:t>
            </a:r>
            <a:endParaRPr lang="cs-CZ" dirty="0"/>
          </a:p>
          <a:p>
            <a:pPr marL="305435" indent="-305435"/>
            <a:r>
              <a:rPr lang="cs-CZ">
                <a:ea typeface="+mn-lt"/>
                <a:cs typeface="+mn-lt"/>
              </a:rPr>
              <a:t>Uložené informace chápou jako sadu souborů a změn každého souboru v čase</a:t>
            </a:r>
            <a:endParaRPr lang="cs-CZ"/>
          </a:p>
          <a:p>
            <a:pPr marL="305435" indent="-305435"/>
            <a:endParaRPr lang="cs-CZ"/>
          </a:p>
          <a:p>
            <a:pPr marL="305435" indent="-305435"/>
            <a:r>
              <a:rPr lang="cs-CZ">
                <a:ea typeface="+mn-lt"/>
                <a:cs typeface="+mn-lt"/>
              </a:rPr>
              <a:t>Git o datech uvažuje jako o snímcích systémů souborů (SNAPSHOTS)</a:t>
            </a:r>
            <a:endParaRPr lang="cs-CZ"/>
          </a:p>
          <a:p>
            <a:pPr marL="305435" indent="-305435"/>
            <a:r>
              <a:rPr lang="cs-CZ" dirty="0">
                <a:ea typeface="+mn-lt"/>
                <a:cs typeface="+mn-lt"/>
              </a:rPr>
              <a:t>Pokud u některého souboru nedojde ke změně odkazuje se na soubor v předešlé verzi</a:t>
            </a:r>
            <a:endParaRPr lang="cs-CZ" dirty="0"/>
          </a:p>
          <a:p>
            <a:pPr marL="305435" indent="-305435"/>
            <a:r>
              <a:rPr lang="cs-CZ" dirty="0">
                <a:ea typeface="+mn-lt"/>
                <a:cs typeface="+mn-lt"/>
              </a:rPr>
              <a:t>Pro každý zápis stavu projektu se vytváří nový snímek</a:t>
            </a:r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1624E3B-FB7D-6E33-5134-40A653AE7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25.01.2026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82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0A0549-1A06-493A-A826-747D9E7D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 fungování </a:t>
            </a:r>
            <a:r>
              <a:rPr lang="cs-CZ" dirty="0" err="1"/>
              <a:t>git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66ED2C-22BF-9AC1-B951-C07F2C3912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cs-CZ" sz="2000" dirty="0">
                <a:ea typeface="+mn-lt"/>
                <a:cs typeface="+mn-lt"/>
              </a:rPr>
              <a:t>Téměř každá operace je lokální</a:t>
            </a:r>
            <a:endParaRPr lang="cs-CZ" sz="2000" dirty="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Není třeba znát stavy souborů na ostatních strojích</a:t>
            </a:r>
            <a:endParaRPr lang="cs-CZ" sz="180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Historii změn v souborech lze zjistit z lokální verze </a:t>
            </a:r>
            <a:r>
              <a:rPr lang="cs-CZ" sz="1800" dirty="0" err="1">
                <a:ea typeface="+mn-lt"/>
                <a:cs typeface="+mn-lt"/>
              </a:rPr>
              <a:t>repozitáře</a:t>
            </a:r>
            <a:endParaRPr lang="cs-CZ" sz="1800"/>
          </a:p>
          <a:p>
            <a:pPr marL="305435" indent="-305435"/>
            <a:r>
              <a:rPr lang="cs-CZ" sz="2000" dirty="0">
                <a:ea typeface="+mn-lt"/>
                <a:cs typeface="+mn-lt"/>
              </a:rPr>
              <a:t>Udržování integrity</a:t>
            </a:r>
            <a:endParaRPr lang="cs-CZ" sz="2000" dirty="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Před uložením se vytváří kontrolní součet</a:t>
            </a:r>
            <a:endParaRPr lang="cs-CZ" sz="180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Nelze uložit změnu, aby o tom Git nevěděl</a:t>
            </a:r>
            <a:endParaRPr lang="cs-CZ" sz="1800"/>
          </a:p>
          <a:p>
            <a:pPr marL="305435" indent="-305435"/>
            <a:endParaRPr lang="cs-CZ" sz="2000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6F8D4E42-20CC-E1DD-7E02-CAD518631C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05435" indent="-305435"/>
            <a:r>
              <a:rPr lang="cs-CZ" sz="2000" dirty="0"/>
              <a:t>Tří hlavní stavy souborů:</a:t>
            </a:r>
            <a:endParaRPr lang="cs-CZ" sz="2000">
              <a:solidFill>
                <a:srgbClr val="000000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b="1" err="1"/>
              <a:t>Commited</a:t>
            </a:r>
            <a:r>
              <a:rPr lang="cs-CZ" sz="1600" b="1" dirty="0"/>
              <a:t> </a:t>
            </a:r>
            <a:r>
              <a:rPr lang="cs-CZ" sz="1600" dirty="0"/>
              <a:t>– soubory zapsané </a:t>
            </a:r>
            <a:endParaRPr lang="cs-CZ" sz="1600">
              <a:solidFill>
                <a:srgbClr val="000000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b="1" err="1"/>
              <a:t>Modified</a:t>
            </a:r>
            <a:r>
              <a:rPr lang="cs-CZ" sz="1600" b="1" dirty="0"/>
              <a:t> </a:t>
            </a:r>
            <a:r>
              <a:rPr lang="cs-CZ" sz="1600" dirty="0"/>
              <a:t>– změněné, ale nezapsané k odeslání</a:t>
            </a:r>
            <a:endParaRPr lang="cs-CZ" sz="1600">
              <a:solidFill>
                <a:srgbClr val="000000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cs-CZ" sz="1600" b="1" err="1"/>
              <a:t>Staged</a:t>
            </a:r>
            <a:r>
              <a:rPr lang="cs-CZ" sz="1600" b="1" dirty="0"/>
              <a:t> </a:t>
            </a:r>
            <a:r>
              <a:rPr lang="cs-CZ" sz="1600" dirty="0"/>
              <a:t>– soubory připravené k zapsání</a:t>
            </a:r>
            <a:endParaRPr lang="cs-CZ" sz="1600">
              <a:solidFill>
                <a:srgbClr val="000000"/>
              </a:solidFill>
            </a:endParaRPr>
          </a:p>
          <a:p>
            <a:pPr marL="305435" indent="-305435"/>
            <a:endParaRPr lang="cs-CZ" sz="20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DDEB62A-62CF-D78C-9FC0-627C70EC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25.01.2026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976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128633-FA93-53BD-A357-7BB6EAD4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/>
              <a:t>Základní práce s </a:t>
            </a:r>
            <a:r>
              <a:rPr lang="cs-CZ" err="1"/>
              <a:t>gitem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1DD6677-3A39-0670-936E-73BB16D0B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sz="2000" dirty="0"/>
              <a:t>Úprava souboru</a:t>
            </a:r>
          </a:p>
          <a:p>
            <a:pPr marL="305435" indent="-305435"/>
            <a:r>
              <a:rPr lang="cs-CZ" sz="2000" dirty="0"/>
              <a:t>Přidání do </a:t>
            </a:r>
            <a:r>
              <a:rPr lang="cs-CZ" sz="2000" dirty="0" err="1"/>
              <a:t>stage</a:t>
            </a:r>
            <a:r>
              <a:rPr lang="cs-CZ" sz="2000" dirty="0"/>
              <a:t> (verze)</a:t>
            </a:r>
          </a:p>
          <a:p>
            <a:pPr marL="305435" indent="-305435"/>
            <a:r>
              <a:rPr lang="cs-CZ" sz="2000" dirty="0" err="1"/>
              <a:t>Commit</a:t>
            </a:r>
            <a:r>
              <a:rPr lang="cs-CZ" sz="2000" dirty="0"/>
              <a:t> (kompletování verze)</a:t>
            </a:r>
          </a:p>
          <a:p>
            <a:pPr marL="305435" indent="-305435"/>
            <a:r>
              <a:rPr lang="cs-CZ" sz="2000" dirty="0"/>
              <a:t>Odeslání na server</a:t>
            </a:r>
          </a:p>
          <a:p>
            <a:pPr marL="305435" indent="-305435"/>
            <a:endParaRPr lang="cs-CZ" sz="2000" dirty="0"/>
          </a:p>
        </p:txBody>
      </p:sp>
      <p:pic>
        <p:nvPicPr>
          <p:cNvPr id="6" name="Obrázek 5" descr="Understanding Basic Git Workflow: Add, Commit, Push – TecAdmin">
            <a:extLst>
              <a:ext uri="{FF2B5EF4-FFF2-40B4-BE49-F238E27FC236}">
                <a16:creationId xmlns:a16="http://schemas.microsoft.com/office/drawing/2014/main" id="{9C2795EE-5FE9-5FD5-6979-6CB7F85A2E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23" r="27064" b="4272"/>
          <a:stretch>
            <a:fillRect/>
          </a:stretch>
        </p:blipFill>
        <p:spPr>
          <a:xfrm>
            <a:off x="5551293" y="731263"/>
            <a:ext cx="3860374" cy="5942858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2441564-DD27-73CD-5D10-80FA219122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25.01.2026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1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909031-6DED-F315-E722-304116B0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GitHub vs </a:t>
            </a:r>
            <a:r>
              <a:rPr lang="cs-CZ" dirty="0" err="1">
                <a:ea typeface="+mj-lt"/>
                <a:cs typeface="+mj-lt"/>
              </a:rPr>
              <a:t>GitLab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4304C9-A949-A46B-2886-B68093149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r>
              <a:rPr lang="cs-CZ" sz="2400" dirty="0">
                <a:ea typeface="+mn-lt"/>
                <a:cs typeface="+mn-lt"/>
              </a:rPr>
              <a:t>Webové aplikace, které umožňují přehledněji spravovat naše repositáře</a:t>
            </a:r>
            <a:endParaRPr lang="cs-CZ" sz="2400" dirty="0"/>
          </a:p>
          <a:p>
            <a:pPr marL="305435" indent="-305435"/>
            <a:r>
              <a:rPr lang="cs-CZ" sz="2400" dirty="0">
                <a:ea typeface="+mn-lt"/>
                <a:cs typeface="+mn-lt"/>
              </a:rPr>
              <a:t>Lze zde soubory přidávat, modifikovat a měnit</a:t>
            </a:r>
            <a:endParaRPr lang="cs-CZ" sz="2400" dirty="0"/>
          </a:p>
          <a:p>
            <a:pPr marL="305435" indent="-305435"/>
            <a:r>
              <a:rPr lang="cs-CZ" sz="2400" b="1" dirty="0">
                <a:ea typeface="+mn-lt"/>
                <a:cs typeface="+mn-lt"/>
              </a:rPr>
              <a:t>GitHub </a:t>
            </a:r>
            <a:r>
              <a:rPr lang="cs-CZ" sz="2400" dirty="0">
                <a:ea typeface="+mn-lt"/>
                <a:cs typeface="+mn-lt"/>
              </a:rPr>
              <a:t>je vhodnější pro školské prostředí – veškeré projekty jsou viditelné všem</a:t>
            </a:r>
            <a:endParaRPr lang="cs-CZ" sz="2400" dirty="0"/>
          </a:p>
          <a:p>
            <a:pPr marL="305435" indent="-305435"/>
            <a:r>
              <a:rPr lang="cs-CZ" sz="2400" b="1" dirty="0" err="1">
                <a:ea typeface="+mn-lt"/>
                <a:cs typeface="+mn-lt"/>
              </a:rPr>
              <a:t>GitLab</a:t>
            </a:r>
            <a:r>
              <a:rPr lang="cs-CZ" sz="2400" b="1" dirty="0">
                <a:ea typeface="+mn-lt"/>
                <a:cs typeface="+mn-lt"/>
              </a:rPr>
              <a:t> </a:t>
            </a:r>
            <a:r>
              <a:rPr lang="cs-CZ" sz="2400" dirty="0">
                <a:ea typeface="+mn-lt"/>
                <a:cs typeface="+mn-lt"/>
              </a:rPr>
              <a:t>– vhodnější pro soukromý sektor</a:t>
            </a:r>
            <a:endParaRPr lang="cs-CZ" sz="2400" dirty="0"/>
          </a:p>
          <a:p>
            <a:pPr marL="305435" indent="-305435"/>
            <a:r>
              <a:rPr lang="cs-CZ" sz="2400" dirty="0">
                <a:ea typeface="+mn-lt"/>
                <a:cs typeface="+mn-lt"/>
              </a:rPr>
              <a:t>Obě platformy umožňují </a:t>
            </a:r>
            <a:r>
              <a:rPr lang="cs-CZ" sz="2400" err="1">
                <a:ea typeface="+mn-lt"/>
                <a:cs typeface="+mn-lt"/>
              </a:rPr>
              <a:t>vytářet</a:t>
            </a:r>
            <a:r>
              <a:rPr lang="cs-CZ" sz="2400" dirty="0">
                <a:ea typeface="+mn-lt"/>
                <a:cs typeface="+mn-lt"/>
              </a:rPr>
              <a:t> automatizované procesy nad vkládanými daty – tzv. </a:t>
            </a:r>
            <a:r>
              <a:rPr lang="cs-CZ" sz="2400" i="1" dirty="0">
                <a:ea typeface="+mn-lt"/>
                <a:cs typeface="+mn-lt"/>
              </a:rPr>
              <a:t>PIPELINES</a:t>
            </a:r>
            <a:endParaRPr lang="cs-CZ" sz="2400" i="1" dirty="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2000" dirty="0">
                <a:ea typeface="+mn-lt"/>
                <a:cs typeface="+mn-lt"/>
              </a:rPr>
              <a:t>Spuštění kontrolních testů</a:t>
            </a:r>
            <a:endParaRPr lang="cs-CZ" sz="2000" dirty="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2000" dirty="0">
                <a:ea typeface="+mn-lt"/>
                <a:cs typeface="+mn-lt"/>
              </a:rPr>
              <a:t>Nasazení funkční verze pro zákazníky</a:t>
            </a:r>
            <a:endParaRPr lang="cs-CZ" sz="200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3BB15C-11E9-7F52-EB33-7090B606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25.01.2026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949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9F68CD-0D30-8791-C372-E746DDCA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Branching</a:t>
            </a:r>
            <a:r>
              <a:rPr lang="cs-CZ" dirty="0"/>
              <a:t> a problém jedné větve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4DCDC2-47AB-7961-0447-126DA46725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05435" indent="-305435"/>
            <a:r>
              <a:rPr lang="cs-CZ" b="1" dirty="0">
                <a:ea typeface="+mn-lt"/>
                <a:cs typeface="+mn-lt"/>
              </a:rPr>
              <a:t>Větve (</a:t>
            </a:r>
            <a:r>
              <a:rPr lang="cs-CZ" b="1" dirty="0" err="1">
                <a:ea typeface="+mn-lt"/>
                <a:cs typeface="+mn-lt"/>
              </a:rPr>
              <a:t>branches</a:t>
            </a:r>
            <a:r>
              <a:rPr lang="cs-CZ" b="1" dirty="0">
                <a:ea typeface="+mn-lt"/>
                <a:cs typeface="+mn-lt"/>
              </a:rPr>
              <a:t>)</a:t>
            </a:r>
            <a:endParaRPr lang="cs-CZ" dirty="0"/>
          </a:p>
          <a:p>
            <a:pPr marL="305435" indent="-305435"/>
            <a:r>
              <a:rPr lang="cs-CZ" dirty="0">
                <a:ea typeface="+mn-lt"/>
                <a:cs typeface="+mn-lt"/>
              </a:rPr>
              <a:t>Paralelní vývoj</a:t>
            </a:r>
            <a:endParaRPr lang="cs-CZ" dirty="0"/>
          </a:p>
          <a:p>
            <a:pPr marL="305435" indent="-305435"/>
            <a:r>
              <a:rPr lang="cs-CZ" dirty="0">
                <a:ea typeface="+mn-lt"/>
                <a:cs typeface="+mn-lt"/>
              </a:rPr>
              <a:t>Oddělení experimentů</a:t>
            </a:r>
            <a:endParaRPr lang="cs-CZ" dirty="0"/>
          </a:p>
          <a:p>
            <a:pPr marL="305435" indent="-305435"/>
            <a:r>
              <a:rPr lang="cs-CZ" dirty="0">
                <a:ea typeface="+mn-lt"/>
                <a:cs typeface="+mn-lt"/>
              </a:rPr>
              <a:t>Bezpečí hlavní verze</a:t>
            </a:r>
            <a:endParaRPr lang="cs-CZ" dirty="0"/>
          </a:p>
          <a:p>
            <a:pPr marL="305435" indent="-305435"/>
            <a:r>
              <a:rPr lang="cs-CZ" dirty="0"/>
              <a:t>V hlavní větvi je vždy funkční verze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4B0D7292-437D-B2B9-6286-09AD8114CA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05435" indent="-305435"/>
            <a:r>
              <a:rPr lang="cs-CZ" b="1" dirty="0">
                <a:ea typeface="+mn-lt"/>
                <a:cs typeface="+mn-lt"/>
              </a:rPr>
              <a:t>Práce jen v </a:t>
            </a:r>
            <a:r>
              <a:rPr lang="cs-CZ" b="1" err="1">
                <a:ea typeface="+mn-lt"/>
                <a:cs typeface="+mn-lt"/>
              </a:rPr>
              <a:t>main</a:t>
            </a:r>
            <a:r>
              <a:rPr lang="cs-CZ" b="1" dirty="0">
                <a:ea typeface="+mn-lt"/>
                <a:cs typeface="+mn-lt"/>
              </a:rPr>
              <a:t> větvi </a:t>
            </a:r>
            <a:r>
              <a:rPr lang="cs-CZ" dirty="0">
                <a:ea typeface="+mn-lt"/>
                <a:cs typeface="+mn-lt"/>
              </a:rPr>
              <a:t>(hlavní)</a:t>
            </a:r>
            <a:endParaRPr lang="cs-CZ" dirty="0"/>
          </a:p>
          <a:p>
            <a:pPr marL="305435" indent="-305435"/>
            <a:r>
              <a:rPr lang="cs-CZ">
                <a:ea typeface="+mn-lt"/>
                <a:cs typeface="+mn-lt"/>
              </a:rPr>
              <a:t>Riziko rozbití projektu</a:t>
            </a:r>
            <a:endParaRPr lang="cs-CZ"/>
          </a:p>
          <a:p>
            <a:pPr marL="305435" indent="-305435"/>
            <a:r>
              <a:rPr lang="cs-CZ" dirty="0">
                <a:ea typeface="+mn-lt"/>
                <a:cs typeface="+mn-lt"/>
              </a:rPr>
              <a:t>Kolize změn</a:t>
            </a:r>
            <a:endParaRPr lang="cs-CZ" dirty="0"/>
          </a:p>
          <a:p>
            <a:pPr marL="305435" indent="-305435"/>
            <a:r>
              <a:rPr lang="cs-CZ" dirty="0"/>
              <a:t>Vhodné pouze pokud na projektu pracuje jeden člověk</a:t>
            </a:r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6A72D4C-2615-B76D-21E5-1D308FCAB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25.01.2026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761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B973A0-CE77-A8E1-7E05-FC96FEE3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Práce s větvemi - </a:t>
            </a:r>
            <a:r>
              <a:rPr lang="cs-CZ" dirty="0" err="1"/>
              <a:t>workflow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1CBAA2-C877-FABD-8928-6393B3E38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sz="1800" dirty="0"/>
              <a:t>Z hlavní větve se vytvoří pracovní větev (</a:t>
            </a:r>
            <a:r>
              <a:rPr lang="cs-CZ" sz="1800" err="1"/>
              <a:t>feature</a:t>
            </a:r>
            <a:r>
              <a:rPr lang="cs-CZ" sz="1800" dirty="0"/>
              <a:t> </a:t>
            </a:r>
            <a:r>
              <a:rPr lang="cs-CZ" sz="1800" err="1"/>
              <a:t>branch</a:t>
            </a:r>
            <a:r>
              <a:rPr lang="cs-CZ" sz="1800" dirty="0"/>
              <a:t>)</a:t>
            </a:r>
          </a:p>
          <a:p>
            <a:pPr marL="305435" indent="-305435"/>
            <a:r>
              <a:rPr lang="cs-CZ" sz="1800" dirty="0"/>
              <a:t>Jakmile je práce na větvi dokončená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cs-CZ" sz="1800" dirty="0"/>
              <a:t>vzniká požadavek (</a:t>
            </a:r>
            <a:r>
              <a:rPr lang="cs-CZ" sz="1800" err="1"/>
              <a:t>pull</a:t>
            </a:r>
            <a:r>
              <a:rPr lang="cs-CZ" sz="1800" dirty="0"/>
              <a:t> </a:t>
            </a:r>
            <a:r>
              <a:rPr lang="cs-CZ" sz="1800" err="1"/>
              <a:t>request</a:t>
            </a:r>
            <a:r>
              <a:rPr lang="cs-CZ" sz="1800" dirty="0"/>
              <a:t>) na zapracování (</a:t>
            </a:r>
            <a:r>
              <a:rPr lang="cs-CZ" sz="1800" err="1"/>
              <a:t>merge</a:t>
            </a:r>
            <a:r>
              <a:rPr lang="cs-CZ" sz="1800" dirty="0"/>
              <a:t>) do hlavní větvě 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cs-CZ" sz="1800" dirty="0"/>
              <a:t>Při zapracování mohou vzniknout konflikty, které je třeba řešit</a:t>
            </a:r>
          </a:p>
        </p:txBody>
      </p:sp>
      <p:pic>
        <p:nvPicPr>
          <p:cNvPr id="7" name="Obrázek 6" descr="Git Branches - The Turing Way">
            <a:extLst>
              <a:ext uri="{FF2B5EF4-FFF2-40B4-BE49-F238E27FC236}">
                <a16:creationId xmlns:a16="http://schemas.microsoft.com/office/drawing/2014/main" id="{EF759DDB-E381-79C3-5A5D-CF697E88F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250" y="2930979"/>
            <a:ext cx="6030694" cy="2056501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7937A09-6C1F-DBC3-AAEB-7C7EAE43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25.01.2026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0572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A54DBD-D9AA-4CAD-A47E-303B0CD6DC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0cc4f6-0c3c-4ea8-92ec-990817b169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116</TotalTime>
  <Words>640</Words>
  <Application>Microsoft Office PowerPoint</Application>
  <PresentationFormat>Širokoúhlá obrazovka</PresentationFormat>
  <Paragraphs>86</Paragraphs>
  <Slides>13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4" baseType="lpstr">
      <vt:lpstr>DividendVTI</vt:lpstr>
      <vt:lpstr>Programování</vt:lpstr>
      <vt:lpstr>Proč potřebujeme verzovat svou práci?</vt:lpstr>
      <vt:lpstr>Verzovací systém </vt:lpstr>
      <vt:lpstr>Typy verzovacích systémů</vt:lpstr>
      <vt:lpstr>Centrální vs distribuované systémy</vt:lpstr>
      <vt:lpstr>Centrální vs distribuované systémy</vt:lpstr>
      <vt:lpstr>Proč git?</vt:lpstr>
      <vt:lpstr>Jak git uvažuje o datech</vt:lpstr>
      <vt:lpstr>Princip fungování git</vt:lpstr>
      <vt:lpstr>Základní práce s gitem</vt:lpstr>
      <vt:lpstr>GitHub vs GitLab</vt:lpstr>
      <vt:lpstr>Branching a problém jedné větve</vt:lpstr>
      <vt:lpstr>Práce s větvemi -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803</cp:revision>
  <dcterms:created xsi:type="dcterms:W3CDTF">2025-09-08T04:51:09Z</dcterms:created>
  <dcterms:modified xsi:type="dcterms:W3CDTF">2026-01-25T17:29:44Z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3700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