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12" r:id="rId4"/>
  </p:sldMasterIdLst>
  <p:notesMasterIdLst>
    <p:notesMasterId r:id="rId14"/>
  </p:notesMasterIdLst>
  <p:handoutMasterIdLst>
    <p:handoutMasterId r:id="rId15"/>
  </p:handoutMasterIdLst>
  <p:sldIdLst>
    <p:sldId id="257" r:id="rId5"/>
    <p:sldId id="259" r:id="rId6"/>
    <p:sldId id="258" r:id="rId7"/>
    <p:sldId id="260" r:id="rId8"/>
    <p:sldId id="261" r:id="rId9"/>
    <p:sldId id="262" r:id="rId10"/>
    <p:sldId id="263" r:id="rId11"/>
    <p:sldId id="264" r:id="rId12"/>
    <p:sldId id="265" r:id="rId13"/>
  </p:sldIdLst>
  <p:sldSz cx="12192000" cy="6858000"/>
  <p:notesSz cx="6858000" cy="9144000"/>
  <p:defaultTextStyle>
    <a:defPPr rtl="0">
      <a:defRPr lang="cs-cz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F9E9AFD-EDB2-4BE0-8FCD-80F6CD53B3B9}" v="261" dt="2026-01-12T06:49:41.49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014" autoAdjust="0"/>
    <p:restoredTop sz="94660"/>
  </p:normalViewPr>
  <p:slideViewPr>
    <p:cSldViewPr snapToGrid="0">
      <p:cViewPr varScale="1">
        <p:scale>
          <a:sx n="140" d="100"/>
          <a:sy n="140" d="100"/>
        </p:scale>
        <p:origin x="144" y="54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120" d="100"/>
          <a:sy n="120" d="100"/>
        </p:scale>
        <p:origin x="5040" y="10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theme" Target="theme/theme1.xml"/><Relationship Id="rId3" Type="http://schemas.openxmlformats.org/officeDocument/2006/relationships/customXml" Target="../customXml/item3.xml"/><Relationship Id="rId21" Type="http://schemas.microsoft.com/office/2015/10/relationships/revisionInfo" Target="revisionInfo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presProps" Target="presProps.xml"/><Relationship Id="rId20" Type="http://schemas.microsoft.com/office/2016/11/relationships/changesInfo" Target="changesInfos/changesInfo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handoutMaster" Target="handoutMasters/handoutMaster1.xml"/><Relationship Id="rId10" Type="http://schemas.openxmlformats.org/officeDocument/2006/relationships/slide" Target="slides/slide6.xml"/><Relationship Id="rId19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notesMaster" Target="notesMasters/notes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clId="Web-{9F9E9AFD-EDB2-4BE0-8FCD-80F6CD53B3B9}"/>
    <pc:docChg chg="modSld">
      <pc:chgData name="" userId="" providerId="" clId="Web-{9F9E9AFD-EDB2-4BE0-8FCD-80F6CD53B3B9}" dt="2026-01-12T06:43:15.896" v="3" actId="20577"/>
      <pc:docMkLst>
        <pc:docMk/>
      </pc:docMkLst>
      <pc:sldChg chg="modSp">
        <pc:chgData name="" userId="" providerId="" clId="Web-{9F9E9AFD-EDB2-4BE0-8FCD-80F6CD53B3B9}" dt="2026-01-12T06:43:15.896" v="3" actId="20577"/>
        <pc:sldMkLst>
          <pc:docMk/>
          <pc:sldMk cId="2475805559" sldId="257"/>
        </pc:sldMkLst>
        <pc:spChg chg="mod">
          <ac:chgData name="" userId="" providerId="" clId="Web-{9F9E9AFD-EDB2-4BE0-8FCD-80F6CD53B3B9}" dt="2026-01-12T06:43:15.896" v="3" actId="20577"/>
          <ac:spMkLst>
            <pc:docMk/>
            <pc:sldMk cId="2475805559" sldId="257"/>
            <ac:spMk id="3" creationId="{835D6E6B-3353-491C-A3C6-F278D6CED8B3}"/>
          </ac:spMkLst>
        </pc:spChg>
      </pc:sldChg>
    </pc:docChg>
  </pc:docChgLst>
  <pc:docChgLst>
    <pc:chgData name="Sládeček David" userId="S::sladecek@hradebni.cz::474d93f0-3a32-49cc-b837-47806091b590" providerId="AD" clId="Web-{86AD2D4C-319E-48F0-AEC7-E125CEFDB54B}"/>
    <pc:docChg chg="addSld delSld modSld">
      <pc:chgData name="Sládeček David" userId="S::sladecek@hradebni.cz::474d93f0-3a32-49cc-b837-47806091b590" providerId="AD" clId="Web-{86AD2D4C-319E-48F0-AEC7-E125CEFDB54B}" dt="2026-01-05T06:54:31.742" v="374" actId="20577"/>
      <pc:docMkLst>
        <pc:docMk/>
      </pc:docMkLst>
      <pc:sldChg chg="modSp">
        <pc:chgData name="Sládeček David" userId="S::sladecek@hradebni.cz::474d93f0-3a32-49cc-b837-47806091b590" providerId="AD" clId="Web-{86AD2D4C-319E-48F0-AEC7-E125CEFDB54B}" dt="2026-01-05T06:33:55.137" v="27" actId="20577"/>
        <pc:sldMkLst>
          <pc:docMk/>
          <pc:sldMk cId="2475805559" sldId="257"/>
        </pc:sldMkLst>
        <pc:spChg chg="mod">
          <ac:chgData name="Sládeček David" userId="S::sladecek@hradebni.cz::474d93f0-3a32-49cc-b837-47806091b590" providerId="AD" clId="Web-{86AD2D4C-319E-48F0-AEC7-E125CEFDB54B}" dt="2026-01-05T06:33:55.137" v="27" actId="20577"/>
          <ac:spMkLst>
            <pc:docMk/>
            <pc:sldMk cId="2475805559" sldId="257"/>
            <ac:spMk id="3" creationId="{835D6E6B-3353-491C-A3C6-F278D6CED8B3}"/>
          </ac:spMkLst>
        </pc:spChg>
      </pc:sldChg>
    </pc:docChg>
  </pc:docChgLst>
  <pc:docChgLst>
    <pc:chgData name="Sládeček David" userId="S::sladecek@hradebni.cz::474d93f0-3a32-49cc-b837-47806091b590" providerId="AD" clId="Web-{9F9E9AFD-EDB2-4BE0-8FCD-80F6CD53B3B9}"/>
    <pc:docChg chg="addSld delSld modSld">
      <pc:chgData name="Sládeček David" userId="S::sladecek@hradebni.cz::474d93f0-3a32-49cc-b837-47806091b590" providerId="AD" clId="Web-{9F9E9AFD-EDB2-4BE0-8FCD-80F6CD53B3B9}" dt="2026-01-12T06:49:41.491" v="248" actId="1076"/>
      <pc:docMkLst>
        <pc:docMk/>
      </pc:docMkLst>
      <pc:sldChg chg="modSp">
        <pc:chgData name="Sládeček David" userId="S::sladecek@hradebni.cz::474d93f0-3a32-49cc-b837-47806091b590" providerId="AD" clId="Web-{9F9E9AFD-EDB2-4BE0-8FCD-80F6CD53B3B9}" dt="2026-01-12T06:43:21.974" v="17" actId="20577"/>
        <pc:sldMkLst>
          <pc:docMk/>
          <pc:sldMk cId="2475805559" sldId="257"/>
        </pc:sldMkLst>
        <pc:spChg chg="mod">
          <ac:chgData name="Sládeček David" userId="S::sladecek@hradebni.cz::474d93f0-3a32-49cc-b837-47806091b590" providerId="AD" clId="Web-{9F9E9AFD-EDB2-4BE0-8FCD-80F6CD53B3B9}" dt="2026-01-12T06:43:21.974" v="17" actId="20577"/>
          <ac:spMkLst>
            <pc:docMk/>
            <pc:sldMk cId="2475805559" sldId="257"/>
            <ac:spMk id="3" creationId="{835D6E6B-3353-491C-A3C6-F278D6CED8B3}"/>
          </ac:spMkLst>
        </pc:spChg>
      </pc:sldChg>
      <pc:sldChg chg="del">
        <pc:chgData name="Sládeček David" userId="S::sladecek@hradebni.cz::474d93f0-3a32-49cc-b837-47806091b590" providerId="AD" clId="Web-{9F9E9AFD-EDB2-4BE0-8FCD-80F6CD53B3B9}" dt="2026-01-12T06:43:26.334" v="25"/>
        <pc:sldMkLst>
          <pc:docMk/>
          <pc:sldMk cId="138617480" sldId="258"/>
        </pc:sldMkLst>
      </pc:sldChg>
      <pc:sldChg chg="modSp new">
        <pc:chgData name="Sládeček David" userId="S::sladecek@hradebni.cz::474d93f0-3a32-49cc-b837-47806091b590" providerId="AD" clId="Web-{9F9E9AFD-EDB2-4BE0-8FCD-80F6CD53B3B9}" dt="2026-01-12T06:46:13.242" v="150" actId="20577"/>
        <pc:sldMkLst>
          <pc:docMk/>
          <pc:sldMk cId="876974633" sldId="258"/>
        </pc:sldMkLst>
        <pc:spChg chg="mod">
          <ac:chgData name="Sládeček David" userId="S::sladecek@hradebni.cz::474d93f0-3a32-49cc-b837-47806091b590" providerId="AD" clId="Web-{9F9E9AFD-EDB2-4BE0-8FCD-80F6CD53B3B9}" dt="2026-01-12T06:43:38.615" v="28" actId="20577"/>
          <ac:spMkLst>
            <pc:docMk/>
            <pc:sldMk cId="876974633" sldId="258"/>
            <ac:spMk id="2" creationId="{31FFE79F-B826-2020-FF53-03EE9CF95F73}"/>
          </ac:spMkLst>
        </pc:spChg>
        <pc:spChg chg="mod">
          <ac:chgData name="Sládeček David" userId="S::sladecek@hradebni.cz::474d93f0-3a32-49cc-b837-47806091b590" providerId="AD" clId="Web-{9F9E9AFD-EDB2-4BE0-8FCD-80F6CD53B3B9}" dt="2026-01-12T06:46:13.242" v="150" actId="20577"/>
          <ac:spMkLst>
            <pc:docMk/>
            <pc:sldMk cId="876974633" sldId="258"/>
            <ac:spMk id="3" creationId="{CEBD2539-3671-1B24-D5AD-A2BDCC8EC97D}"/>
          </ac:spMkLst>
        </pc:spChg>
      </pc:sldChg>
      <pc:sldChg chg="modSp new">
        <pc:chgData name="Sládeček David" userId="S::sladecek@hradebni.cz::474d93f0-3a32-49cc-b837-47806091b590" providerId="AD" clId="Web-{9F9E9AFD-EDB2-4BE0-8FCD-80F6CD53B3B9}" dt="2026-01-12T06:45:56.945" v="144" actId="20577"/>
        <pc:sldMkLst>
          <pc:docMk/>
          <pc:sldMk cId="2470496364" sldId="259"/>
        </pc:sldMkLst>
        <pc:spChg chg="mod">
          <ac:chgData name="Sládeček David" userId="S::sladecek@hradebni.cz::474d93f0-3a32-49cc-b837-47806091b590" providerId="AD" clId="Web-{9F9E9AFD-EDB2-4BE0-8FCD-80F6CD53B3B9}" dt="2026-01-12T06:43:52.975" v="39" actId="20577"/>
          <ac:spMkLst>
            <pc:docMk/>
            <pc:sldMk cId="2470496364" sldId="259"/>
            <ac:spMk id="2" creationId="{FB2A4B2A-384A-68B9-F0D7-A6A91E953A56}"/>
          </ac:spMkLst>
        </pc:spChg>
        <pc:spChg chg="mod">
          <ac:chgData name="Sládeček David" userId="S::sladecek@hradebni.cz::474d93f0-3a32-49cc-b837-47806091b590" providerId="AD" clId="Web-{9F9E9AFD-EDB2-4BE0-8FCD-80F6CD53B3B9}" dt="2026-01-12T06:45:56.945" v="144" actId="20577"/>
          <ac:spMkLst>
            <pc:docMk/>
            <pc:sldMk cId="2470496364" sldId="259"/>
            <ac:spMk id="3" creationId="{5DA3D5E2-A2FF-198E-540D-FB951A307A25}"/>
          </ac:spMkLst>
        </pc:spChg>
      </pc:sldChg>
      <pc:sldChg chg="del">
        <pc:chgData name="Sládeček David" userId="S::sladecek@hradebni.cz::474d93f0-3a32-49cc-b837-47806091b590" providerId="AD" clId="Web-{9F9E9AFD-EDB2-4BE0-8FCD-80F6CD53B3B9}" dt="2026-01-12T06:43:26.334" v="24"/>
        <pc:sldMkLst>
          <pc:docMk/>
          <pc:sldMk cId="2872429727" sldId="259"/>
        </pc:sldMkLst>
      </pc:sldChg>
      <pc:sldChg chg="del">
        <pc:chgData name="Sládeček David" userId="S::sladecek@hradebni.cz::474d93f0-3a32-49cc-b837-47806091b590" providerId="AD" clId="Web-{9F9E9AFD-EDB2-4BE0-8FCD-80F6CD53B3B9}" dt="2026-01-12T06:43:26.334" v="23"/>
        <pc:sldMkLst>
          <pc:docMk/>
          <pc:sldMk cId="1767379544" sldId="260"/>
        </pc:sldMkLst>
      </pc:sldChg>
      <pc:sldChg chg="addSp modSp new mod modClrScheme chgLayout">
        <pc:chgData name="Sládeček David" userId="S::sladecek@hradebni.cz::474d93f0-3a32-49cc-b837-47806091b590" providerId="AD" clId="Web-{9F9E9AFD-EDB2-4BE0-8FCD-80F6CD53B3B9}" dt="2026-01-12T06:46:40.524" v="162"/>
        <pc:sldMkLst>
          <pc:docMk/>
          <pc:sldMk cId="1867860217" sldId="260"/>
        </pc:sldMkLst>
        <pc:spChg chg="mod">
          <ac:chgData name="Sládeček David" userId="S::sladecek@hradebni.cz::474d93f0-3a32-49cc-b837-47806091b590" providerId="AD" clId="Web-{9F9E9AFD-EDB2-4BE0-8FCD-80F6CD53B3B9}" dt="2026-01-12T06:46:40.524" v="162"/>
          <ac:spMkLst>
            <pc:docMk/>
            <pc:sldMk cId="1867860217" sldId="260"/>
            <ac:spMk id="2" creationId="{78D1352F-8FF7-24B9-8118-BD2FC6A11926}"/>
          </ac:spMkLst>
        </pc:spChg>
        <pc:spChg chg="mod">
          <ac:chgData name="Sládeček David" userId="S::sladecek@hradebni.cz::474d93f0-3a32-49cc-b837-47806091b590" providerId="AD" clId="Web-{9F9E9AFD-EDB2-4BE0-8FCD-80F6CD53B3B9}" dt="2026-01-12T06:46:40.524" v="162"/>
          <ac:spMkLst>
            <pc:docMk/>
            <pc:sldMk cId="1867860217" sldId="260"/>
            <ac:spMk id="3" creationId="{C68E5D4E-B588-6ADD-630B-D5E9C91CA19E}"/>
          </ac:spMkLst>
        </pc:spChg>
        <pc:spChg chg="mod ord">
          <ac:chgData name="Sládeček David" userId="S::sladecek@hradebni.cz::474d93f0-3a32-49cc-b837-47806091b590" providerId="AD" clId="Web-{9F9E9AFD-EDB2-4BE0-8FCD-80F6CD53B3B9}" dt="2026-01-12T06:46:40.524" v="162"/>
          <ac:spMkLst>
            <pc:docMk/>
            <pc:sldMk cId="1867860217" sldId="260"/>
            <ac:spMk id="4" creationId="{8C7A9F70-0D40-AED2-953F-4C96B6EBC4AA}"/>
          </ac:spMkLst>
        </pc:spChg>
        <pc:picChg chg="add mod">
          <ac:chgData name="Sládeček David" userId="S::sladecek@hradebni.cz::474d93f0-3a32-49cc-b837-47806091b590" providerId="AD" clId="Web-{9F9E9AFD-EDB2-4BE0-8FCD-80F6CD53B3B9}" dt="2026-01-12T06:46:40.524" v="162"/>
          <ac:picMkLst>
            <pc:docMk/>
            <pc:sldMk cId="1867860217" sldId="260"/>
            <ac:picMk id="5" creationId="{9EBC0B5F-666A-D0A2-F39E-3A0B5DD97F78}"/>
          </ac:picMkLst>
        </pc:picChg>
      </pc:sldChg>
      <pc:sldChg chg="del">
        <pc:chgData name="Sládeček David" userId="S::sladecek@hradebni.cz::474d93f0-3a32-49cc-b837-47806091b590" providerId="AD" clId="Web-{9F9E9AFD-EDB2-4BE0-8FCD-80F6CD53B3B9}" dt="2026-01-12T06:43:26.334" v="22"/>
        <pc:sldMkLst>
          <pc:docMk/>
          <pc:sldMk cId="338345789" sldId="261"/>
        </pc:sldMkLst>
      </pc:sldChg>
      <pc:sldChg chg="delSp modSp new mod modClrScheme chgLayout">
        <pc:chgData name="Sládeček David" userId="S::sladecek@hradebni.cz::474d93f0-3a32-49cc-b837-47806091b590" providerId="AD" clId="Web-{9F9E9AFD-EDB2-4BE0-8FCD-80F6CD53B3B9}" dt="2026-01-12T06:47:12.712" v="177" actId="20577"/>
        <pc:sldMkLst>
          <pc:docMk/>
          <pc:sldMk cId="3646616591" sldId="261"/>
        </pc:sldMkLst>
        <pc:spChg chg="mod ord">
          <ac:chgData name="Sládeček David" userId="S::sladecek@hradebni.cz::474d93f0-3a32-49cc-b837-47806091b590" providerId="AD" clId="Web-{9F9E9AFD-EDB2-4BE0-8FCD-80F6CD53B3B9}" dt="2026-01-12T06:46:59.743" v="172" actId="20577"/>
          <ac:spMkLst>
            <pc:docMk/>
            <pc:sldMk cId="3646616591" sldId="261"/>
            <ac:spMk id="2" creationId="{DD13E01F-981C-C608-0D0A-41085456DDC2}"/>
          </ac:spMkLst>
        </pc:spChg>
        <pc:spChg chg="mod ord">
          <ac:chgData name="Sládeček David" userId="S::sladecek@hradebni.cz::474d93f0-3a32-49cc-b837-47806091b590" providerId="AD" clId="Web-{9F9E9AFD-EDB2-4BE0-8FCD-80F6CD53B3B9}" dt="2026-01-12T06:47:12.712" v="177" actId="20577"/>
          <ac:spMkLst>
            <pc:docMk/>
            <pc:sldMk cId="3646616591" sldId="261"/>
            <ac:spMk id="3" creationId="{34B25F14-D9FA-DF37-3655-1781506DE91C}"/>
          </ac:spMkLst>
        </pc:spChg>
        <pc:spChg chg="del">
          <ac:chgData name="Sládeček David" userId="S::sladecek@hradebni.cz::474d93f0-3a32-49cc-b837-47806091b590" providerId="AD" clId="Web-{9F9E9AFD-EDB2-4BE0-8FCD-80F6CD53B3B9}" dt="2026-01-12T06:46:47.977" v="164"/>
          <ac:spMkLst>
            <pc:docMk/>
            <pc:sldMk cId="3646616591" sldId="261"/>
            <ac:spMk id="4" creationId="{979D465F-3966-B589-57C2-068B4579E0F6}"/>
          </ac:spMkLst>
        </pc:spChg>
        <pc:spChg chg="mod ord">
          <ac:chgData name="Sládeček David" userId="S::sladecek@hradebni.cz::474d93f0-3a32-49cc-b837-47806091b590" providerId="AD" clId="Web-{9F9E9AFD-EDB2-4BE0-8FCD-80F6CD53B3B9}" dt="2026-01-12T06:46:47.977" v="164"/>
          <ac:spMkLst>
            <pc:docMk/>
            <pc:sldMk cId="3646616591" sldId="261"/>
            <ac:spMk id="5" creationId="{A6B6ABB6-BB09-0278-3870-84FCB4A8F9AC}"/>
          </ac:spMkLst>
        </pc:spChg>
      </pc:sldChg>
      <pc:sldChg chg="del">
        <pc:chgData name="Sládeček David" userId="S::sladecek@hradebni.cz::474d93f0-3a32-49cc-b837-47806091b590" providerId="AD" clId="Web-{9F9E9AFD-EDB2-4BE0-8FCD-80F6CD53B3B9}" dt="2026-01-12T06:43:26.334" v="21"/>
        <pc:sldMkLst>
          <pc:docMk/>
          <pc:sldMk cId="760904870" sldId="262"/>
        </pc:sldMkLst>
      </pc:sldChg>
      <pc:sldChg chg="modSp new">
        <pc:chgData name="Sládeček David" userId="S::sladecek@hradebni.cz::474d93f0-3a32-49cc-b837-47806091b590" providerId="AD" clId="Web-{9F9E9AFD-EDB2-4BE0-8FCD-80F6CD53B3B9}" dt="2026-01-12T06:47:33.102" v="189" actId="20577"/>
        <pc:sldMkLst>
          <pc:docMk/>
          <pc:sldMk cId="1959018248" sldId="262"/>
        </pc:sldMkLst>
        <pc:spChg chg="mod">
          <ac:chgData name="Sládeček David" userId="S::sladecek@hradebni.cz::474d93f0-3a32-49cc-b837-47806091b590" providerId="AD" clId="Web-{9F9E9AFD-EDB2-4BE0-8FCD-80F6CD53B3B9}" dt="2026-01-12T06:47:20.852" v="184" actId="20577"/>
          <ac:spMkLst>
            <pc:docMk/>
            <pc:sldMk cId="1959018248" sldId="262"/>
            <ac:spMk id="2" creationId="{BF6958E1-4AA1-09A8-45A6-E105FAA8F8E1}"/>
          </ac:spMkLst>
        </pc:spChg>
        <pc:spChg chg="mod">
          <ac:chgData name="Sládeček David" userId="S::sladecek@hradebni.cz::474d93f0-3a32-49cc-b837-47806091b590" providerId="AD" clId="Web-{9F9E9AFD-EDB2-4BE0-8FCD-80F6CD53B3B9}" dt="2026-01-12T06:47:33.102" v="189" actId="20577"/>
          <ac:spMkLst>
            <pc:docMk/>
            <pc:sldMk cId="1959018248" sldId="262"/>
            <ac:spMk id="3" creationId="{1CA39B52-D7DA-FA3F-BC7C-35438F53D461}"/>
          </ac:spMkLst>
        </pc:spChg>
      </pc:sldChg>
      <pc:sldChg chg="addSp modSp new mod modClrScheme chgLayout">
        <pc:chgData name="Sládeček David" userId="S::sladecek@hradebni.cz::474d93f0-3a32-49cc-b837-47806091b590" providerId="AD" clId="Web-{9F9E9AFD-EDB2-4BE0-8FCD-80F6CD53B3B9}" dt="2026-01-12T06:47:55.806" v="196"/>
        <pc:sldMkLst>
          <pc:docMk/>
          <pc:sldMk cId="587334703" sldId="263"/>
        </pc:sldMkLst>
        <pc:spChg chg="mod">
          <ac:chgData name="Sládeček David" userId="S::sladecek@hradebni.cz::474d93f0-3a32-49cc-b837-47806091b590" providerId="AD" clId="Web-{9F9E9AFD-EDB2-4BE0-8FCD-80F6CD53B3B9}" dt="2026-01-12T06:47:55.806" v="196"/>
          <ac:spMkLst>
            <pc:docMk/>
            <pc:sldMk cId="587334703" sldId="263"/>
            <ac:spMk id="2" creationId="{9ED94B24-42DD-3C9A-37D9-63C41D247334}"/>
          </ac:spMkLst>
        </pc:spChg>
        <pc:spChg chg="mod">
          <ac:chgData name="Sládeček David" userId="S::sladecek@hradebni.cz::474d93f0-3a32-49cc-b837-47806091b590" providerId="AD" clId="Web-{9F9E9AFD-EDB2-4BE0-8FCD-80F6CD53B3B9}" dt="2026-01-12T06:47:55.806" v="196"/>
          <ac:spMkLst>
            <pc:docMk/>
            <pc:sldMk cId="587334703" sldId="263"/>
            <ac:spMk id="3" creationId="{8F9CC509-9E6E-3BC6-5C5A-B42C591584E9}"/>
          </ac:spMkLst>
        </pc:spChg>
        <pc:spChg chg="mod ord">
          <ac:chgData name="Sládeček David" userId="S::sladecek@hradebni.cz::474d93f0-3a32-49cc-b837-47806091b590" providerId="AD" clId="Web-{9F9E9AFD-EDB2-4BE0-8FCD-80F6CD53B3B9}" dt="2026-01-12T06:47:55.806" v="196"/>
          <ac:spMkLst>
            <pc:docMk/>
            <pc:sldMk cId="587334703" sldId="263"/>
            <ac:spMk id="4" creationId="{5A5E5FF5-505D-6AAA-8363-295219420DBD}"/>
          </ac:spMkLst>
        </pc:spChg>
        <pc:picChg chg="add mod">
          <ac:chgData name="Sládeček David" userId="S::sladecek@hradebni.cz::474d93f0-3a32-49cc-b837-47806091b590" providerId="AD" clId="Web-{9F9E9AFD-EDB2-4BE0-8FCD-80F6CD53B3B9}" dt="2026-01-12T06:47:55.806" v="196"/>
          <ac:picMkLst>
            <pc:docMk/>
            <pc:sldMk cId="587334703" sldId="263"/>
            <ac:picMk id="5" creationId="{DB8CAD39-FB89-B130-BBDD-783A0E3E225D}"/>
          </ac:picMkLst>
        </pc:picChg>
      </pc:sldChg>
      <pc:sldChg chg="del">
        <pc:chgData name="Sládeček David" userId="S::sladecek@hradebni.cz::474d93f0-3a32-49cc-b837-47806091b590" providerId="AD" clId="Web-{9F9E9AFD-EDB2-4BE0-8FCD-80F6CD53B3B9}" dt="2026-01-12T06:43:26.334" v="20"/>
        <pc:sldMkLst>
          <pc:docMk/>
          <pc:sldMk cId="3312452353" sldId="263"/>
        </pc:sldMkLst>
      </pc:sldChg>
      <pc:sldChg chg="del">
        <pc:chgData name="Sládeček David" userId="S::sladecek@hradebni.cz::474d93f0-3a32-49cc-b837-47806091b590" providerId="AD" clId="Web-{9F9E9AFD-EDB2-4BE0-8FCD-80F6CD53B3B9}" dt="2026-01-12T06:43:26.334" v="19"/>
        <pc:sldMkLst>
          <pc:docMk/>
          <pc:sldMk cId="3042078081" sldId="264"/>
        </pc:sldMkLst>
      </pc:sldChg>
      <pc:sldChg chg="delSp modSp new mod modClrScheme chgLayout">
        <pc:chgData name="Sládeček David" userId="S::sladecek@hradebni.cz::474d93f0-3a32-49cc-b837-47806091b590" providerId="AD" clId="Web-{9F9E9AFD-EDB2-4BE0-8FCD-80F6CD53B3B9}" dt="2026-01-12T06:48:42.275" v="218" actId="20577"/>
        <pc:sldMkLst>
          <pc:docMk/>
          <pc:sldMk cId="3843645697" sldId="264"/>
        </pc:sldMkLst>
        <pc:spChg chg="mod ord">
          <ac:chgData name="Sládeček David" userId="S::sladecek@hradebni.cz::474d93f0-3a32-49cc-b837-47806091b590" providerId="AD" clId="Web-{9F9E9AFD-EDB2-4BE0-8FCD-80F6CD53B3B9}" dt="2026-01-12T06:48:21.556" v="208" actId="20577"/>
          <ac:spMkLst>
            <pc:docMk/>
            <pc:sldMk cId="3843645697" sldId="264"/>
            <ac:spMk id="2" creationId="{93E8343D-2D07-6EA9-171E-EBA9B1F132D6}"/>
          </ac:spMkLst>
        </pc:spChg>
        <pc:spChg chg="mod ord">
          <ac:chgData name="Sládeček David" userId="S::sladecek@hradebni.cz::474d93f0-3a32-49cc-b837-47806091b590" providerId="AD" clId="Web-{9F9E9AFD-EDB2-4BE0-8FCD-80F6CD53B3B9}" dt="2026-01-12T06:48:42.275" v="218" actId="20577"/>
          <ac:spMkLst>
            <pc:docMk/>
            <pc:sldMk cId="3843645697" sldId="264"/>
            <ac:spMk id="3" creationId="{C78BD82E-21FF-2A8A-7973-68E377E379F2}"/>
          </ac:spMkLst>
        </pc:spChg>
        <pc:spChg chg="del">
          <ac:chgData name="Sládeček David" userId="S::sladecek@hradebni.cz::474d93f0-3a32-49cc-b837-47806091b590" providerId="AD" clId="Web-{9F9E9AFD-EDB2-4BE0-8FCD-80F6CD53B3B9}" dt="2026-01-12T06:48:13.056" v="198"/>
          <ac:spMkLst>
            <pc:docMk/>
            <pc:sldMk cId="3843645697" sldId="264"/>
            <ac:spMk id="4" creationId="{C3619BDF-C516-6A46-3F41-A2C956FE0E01}"/>
          </ac:spMkLst>
        </pc:spChg>
        <pc:spChg chg="mod ord">
          <ac:chgData name="Sládeček David" userId="S::sladecek@hradebni.cz::474d93f0-3a32-49cc-b837-47806091b590" providerId="AD" clId="Web-{9F9E9AFD-EDB2-4BE0-8FCD-80F6CD53B3B9}" dt="2026-01-12T06:48:13.056" v="198"/>
          <ac:spMkLst>
            <pc:docMk/>
            <pc:sldMk cId="3843645697" sldId="264"/>
            <ac:spMk id="5" creationId="{4C35F830-0847-060F-C170-EF20369C9F63}"/>
          </ac:spMkLst>
        </pc:spChg>
      </pc:sldChg>
      <pc:sldChg chg="del">
        <pc:chgData name="Sládeček David" userId="S::sladecek@hradebni.cz::474d93f0-3a32-49cc-b837-47806091b590" providerId="AD" clId="Web-{9F9E9AFD-EDB2-4BE0-8FCD-80F6CD53B3B9}" dt="2026-01-12T06:43:26.334" v="18"/>
        <pc:sldMkLst>
          <pc:docMk/>
          <pc:sldMk cId="3183678594" sldId="265"/>
        </pc:sldMkLst>
      </pc:sldChg>
      <pc:sldChg chg="addSp modSp new">
        <pc:chgData name="Sládeček David" userId="S::sladecek@hradebni.cz::474d93f0-3a32-49cc-b837-47806091b590" providerId="AD" clId="Web-{9F9E9AFD-EDB2-4BE0-8FCD-80F6CD53B3B9}" dt="2026-01-12T06:49:41.491" v="248" actId="1076"/>
        <pc:sldMkLst>
          <pc:docMk/>
          <pc:sldMk cId="3351682840" sldId="265"/>
        </pc:sldMkLst>
        <pc:spChg chg="mod">
          <ac:chgData name="Sládeček David" userId="S::sladecek@hradebni.cz::474d93f0-3a32-49cc-b837-47806091b590" providerId="AD" clId="Web-{9F9E9AFD-EDB2-4BE0-8FCD-80F6CD53B3B9}" dt="2026-01-12T06:49:16.231" v="236" actId="20577"/>
          <ac:spMkLst>
            <pc:docMk/>
            <pc:sldMk cId="3351682840" sldId="265"/>
            <ac:spMk id="2" creationId="{45EF081F-83CF-0EC4-5355-2E78474D8122}"/>
          </ac:spMkLst>
        </pc:spChg>
        <pc:spChg chg="mod">
          <ac:chgData name="Sládeček David" userId="S::sladecek@hradebni.cz::474d93f0-3a32-49cc-b837-47806091b590" providerId="AD" clId="Web-{9F9E9AFD-EDB2-4BE0-8FCD-80F6CD53B3B9}" dt="2026-01-12T06:49:30.581" v="242" actId="14100"/>
          <ac:spMkLst>
            <pc:docMk/>
            <pc:sldMk cId="3351682840" sldId="265"/>
            <ac:spMk id="3" creationId="{0A51EB06-A837-89A3-53FE-DF2C743B023E}"/>
          </ac:spMkLst>
        </pc:spChg>
        <pc:picChg chg="add mod">
          <ac:chgData name="Sládeček David" userId="S::sladecek@hradebni.cz::474d93f0-3a32-49cc-b837-47806091b590" providerId="AD" clId="Web-{9F9E9AFD-EDB2-4BE0-8FCD-80F6CD53B3B9}" dt="2026-01-12T06:49:41.491" v="248" actId="1076"/>
          <ac:picMkLst>
            <pc:docMk/>
            <pc:sldMk cId="3351682840" sldId="265"/>
            <ac:picMk id="5" creationId="{80D5B74F-8720-F99E-A236-CF280FC31858}"/>
          </ac:picMkLst>
        </pc:picChg>
        <pc:picChg chg="add mod">
          <ac:chgData name="Sládeček David" userId="S::sladecek@hradebni.cz::474d93f0-3a32-49cc-b837-47806091b590" providerId="AD" clId="Web-{9F9E9AFD-EDB2-4BE0-8FCD-80F6CD53B3B9}" dt="2026-01-12T06:49:37.927" v="246" actId="1076"/>
          <ac:picMkLst>
            <pc:docMk/>
            <pc:sldMk cId="3351682840" sldId="265"/>
            <ac:picMk id="6" creationId="{BD9AC6E8-9F64-4D2B-A42F-38CA217087C7}"/>
          </ac:picMkLst>
        </pc:pic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é záhlaví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en-US"/>
          </a:p>
        </p:txBody>
      </p:sp>
      <p:sp>
        <p:nvSpPr>
          <p:cNvPr id="3" name="Zástupný symbol pro datum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927DCA4C-7825-44A0-B31A-4BAD6120D580}" type="datetime1">
              <a:rPr lang="cs-CZ" smtClean="0"/>
              <a:t>11.01.2026</a:t>
            </a:fld>
            <a:endParaRPr lang="en-US" dirty="0"/>
          </a:p>
        </p:txBody>
      </p:sp>
      <p:sp>
        <p:nvSpPr>
          <p:cNvPr id="4" name="Zástupný symbol pro zápatí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en-US"/>
          </a:p>
        </p:txBody>
      </p:sp>
      <p:sp>
        <p:nvSpPr>
          <p:cNvPr id="5" name="Zástupný symbol pro číslo snímku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A975D426-A9DD-4244-A2CE-1FB6623742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2484457"/>
      </p:ext>
    </p:extLst>
  </p:cSld>
  <p:clrMap bg1="lt1" tx1="dk1" bg2="lt2" tx2="dk2" accent1="accent1" accent2="accent2" accent3="accent3" accent4="accent4" accent5="accent5" accent6="accent6" hlink="hlink" folHlink="folHlink"/>
  <p:hf hdr="0" ftr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é záhlaví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en-US"/>
          </a:p>
        </p:txBody>
      </p:sp>
      <p:sp>
        <p:nvSpPr>
          <p:cNvPr id="3" name="Zástupný symbol pro datum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51CCFE8D-08E6-40AC-BF4B-494C67BC535C}" type="datetime1">
              <a:rPr lang="cs-CZ" smtClean="0"/>
              <a:t>11.01.2026</a:t>
            </a:fld>
            <a:endParaRPr lang="en-US"/>
          </a:p>
        </p:txBody>
      </p:sp>
      <p:sp>
        <p:nvSpPr>
          <p:cNvPr id="4" name="Zástupný symbol obrázku snímku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rtl="0"/>
            <a:endParaRPr lang="en-US"/>
          </a:p>
        </p:txBody>
      </p:sp>
      <p:sp>
        <p:nvSpPr>
          <p:cNvPr id="5" name="Zástupný symbol pro poznámky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 rtl="0"/>
            <a:r>
              <a:rPr lang="cs"/>
              <a:t>Kliknutím můžete upravit styly předlohy textu.</a:t>
            </a:r>
            <a:endParaRPr lang="en-US"/>
          </a:p>
          <a:p>
            <a:pPr lvl="1" rtl="0"/>
            <a:r>
              <a:rPr lang="cs"/>
              <a:t>Druhá úroveň</a:t>
            </a:r>
          </a:p>
          <a:p>
            <a:pPr lvl="2" rtl="0"/>
            <a:r>
              <a:rPr lang="cs"/>
              <a:t>Třetí úroveň</a:t>
            </a:r>
          </a:p>
          <a:p>
            <a:pPr lvl="3" rtl="0"/>
            <a:r>
              <a:rPr lang="cs"/>
              <a:t>Čtvrtá úroveň</a:t>
            </a:r>
          </a:p>
          <a:p>
            <a:pPr lvl="4" rtl="0"/>
            <a:r>
              <a:rPr lang="cs"/>
              <a:t>Pátá úroveň</a:t>
            </a:r>
            <a:endParaRPr lang="en-US"/>
          </a:p>
        </p:txBody>
      </p:sp>
      <p:sp>
        <p:nvSpPr>
          <p:cNvPr id="6" name="Zástupné zápatí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en-US"/>
          </a:p>
        </p:txBody>
      </p:sp>
      <p:sp>
        <p:nvSpPr>
          <p:cNvPr id="7" name="Zástupný symbol pro číslo snímku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01B41D33-19C8-4450-B3C5-BE83E9C8F0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1455252"/>
      </p:ext>
    </p:extLst>
  </p:cSld>
  <p:clrMap bg1="lt1" tx1="dk1" bg2="lt2" tx2="dk2" accent1="accent1" accent2="accent2" accent3="accent3" accent4="accent4" accent5="accent5" accent6="accent6" hlink="hlink" folHlink="folHlink"/>
  <p:hf hdr="0" ftr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Úvodní sníme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bdélník 6"/>
          <p:cNvSpPr/>
          <p:nvPr/>
        </p:nvSpPr>
        <p:spPr>
          <a:xfrm>
            <a:off x="446535" y="3085766"/>
            <a:ext cx="11298932" cy="3338149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cs-CZ" sz="1350"/>
          </a:p>
        </p:txBody>
      </p:sp>
      <p:sp>
        <p:nvSpPr>
          <p:cNvPr id="2" name="Nadpis 1"/>
          <p:cNvSpPr>
            <a:spLocks noGrp="1"/>
          </p:cNvSpPr>
          <p:nvPr>
            <p:ph type="ctrTitle"/>
          </p:nvPr>
        </p:nvSpPr>
        <p:spPr>
          <a:xfrm>
            <a:off x="581192" y="1020431"/>
            <a:ext cx="10993549" cy="1475013"/>
          </a:xfrm>
          <a:effectLst/>
        </p:spPr>
        <p:txBody>
          <a:bodyPr rtlCol="0" anchor="b">
            <a:normAutofit/>
          </a:bodyPr>
          <a:lstStyle>
            <a:lvl1pPr>
              <a:defRPr sz="27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Podnadpis 2"/>
          <p:cNvSpPr>
            <a:spLocks noGrp="1"/>
          </p:cNvSpPr>
          <p:nvPr>
            <p:ph type="subTitle" idx="1"/>
          </p:nvPr>
        </p:nvSpPr>
        <p:spPr>
          <a:xfrm>
            <a:off x="581193" y="2495447"/>
            <a:ext cx="10993547" cy="590321"/>
          </a:xfrm>
        </p:spPr>
        <p:txBody>
          <a:bodyPr rtlCol="0" anchor="t">
            <a:normAutofit/>
          </a:bodyPr>
          <a:lstStyle>
            <a:lvl1pPr marL="0" indent="0" algn="l">
              <a:buNone/>
              <a:defRPr sz="1200" cap="all">
                <a:solidFill>
                  <a:schemeClr val="accent1"/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rtl="0"/>
            <a:r>
              <a:rPr lang="cs-CZ"/>
              <a:t>Kliknutím můžete upravit styl předlohy.</a:t>
            </a:r>
            <a:endParaRPr lang="en-US" dirty="0"/>
          </a:p>
        </p:txBody>
      </p:sp>
      <p:sp>
        <p:nvSpPr>
          <p:cNvPr id="8" name="Zástupný symbol pro datum 7">
            <a:extLst>
              <a:ext uri="{FF2B5EF4-FFF2-40B4-BE49-F238E27FC236}">
                <a16:creationId xmlns:a16="http://schemas.microsoft.com/office/drawing/2014/main" id="{7FA0ACE7-29A8-47D3-A7D9-257B711D80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A8EC4697-A511-4167-98D5-E240268A2670}" type="datetime1">
              <a:rPr lang="cs-CZ" smtClean="0"/>
              <a:t>11.01.2026</a:t>
            </a:fld>
            <a:endParaRPr lang="en-US" dirty="0"/>
          </a:p>
        </p:txBody>
      </p:sp>
      <p:sp>
        <p:nvSpPr>
          <p:cNvPr id="9" name="Zástupný symbol pro zápatí 8">
            <a:extLst>
              <a:ext uri="{FF2B5EF4-FFF2-40B4-BE49-F238E27FC236}">
                <a16:creationId xmlns:a16="http://schemas.microsoft.com/office/drawing/2014/main" id="{DEC604B9-52E9-4810-8359-47206518D0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10" name="Zástupný symbol pro číslo snímku 9">
            <a:extLst>
              <a:ext uri="{FF2B5EF4-FFF2-40B4-BE49-F238E27FC236}">
                <a16:creationId xmlns:a16="http://schemas.microsoft.com/office/drawing/2014/main" id="{5898A89F-CA25-400F-B05A-AECBF2517E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900175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Nadpis a obsa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188720"/>
          </a:xfrm>
        </p:spPr>
        <p:txBody>
          <a:bodyPr rtlCol="0"/>
          <a:lstStyle/>
          <a:p>
            <a:pPr rtl="0"/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>
          <a:xfrm>
            <a:off x="581194" y="2340864"/>
            <a:ext cx="11029615" cy="3634486"/>
          </a:xfrm>
        </p:spPr>
        <p:txBody>
          <a:bodyPr rtlCol="0"/>
          <a:lstStyle/>
          <a:p>
            <a:pPr lvl="0" rtl="0"/>
            <a:r>
              <a:rPr lang="cs-CZ"/>
              <a:t>Po kliknutí můžete upravovat styly textu v předloze.</a:t>
            </a:r>
          </a:p>
          <a:p>
            <a:pPr lvl="1" rtl="0"/>
            <a:r>
              <a:rPr lang="cs-CZ"/>
              <a:t>Druhá úroveň</a:t>
            </a:r>
          </a:p>
          <a:p>
            <a:pPr lvl="2" rtl="0"/>
            <a:r>
              <a:rPr lang="cs-CZ"/>
              <a:t>Třetí úroveň</a:t>
            </a:r>
          </a:p>
          <a:p>
            <a:pPr lvl="3" rtl="0"/>
            <a:r>
              <a:rPr lang="cs-CZ"/>
              <a:t>Čtvrtá úroveň</a:t>
            </a:r>
          </a:p>
          <a:p>
            <a:pPr lvl="4" rtl="0"/>
            <a:r>
              <a:rPr lang="cs-CZ"/>
              <a:t>Pátá úroveň</a:t>
            </a:r>
            <a:endParaRPr lang="en-US" dirty="0"/>
          </a:p>
        </p:txBody>
      </p:sp>
      <p:sp>
        <p:nvSpPr>
          <p:cNvPr id="8" name="Zástupný symbol pro datum 7">
            <a:extLst>
              <a:ext uri="{FF2B5EF4-FFF2-40B4-BE49-F238E27FC236}">
                <a16:creationId xmlns:a16="http://schemas.microsoft.com/office/drawing/2014/main" id="{770E6237-3456-439F-802D-3BA93FC7E3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9E25B38F-3440-48E9-8BA6-B9B0E297B628}" type="datetime1">
              <a:rPr lang="cs-CZ" smtClean="0"/>
              <a:t>11.01.2026</a:t>
            </a:fld>
            <a:endParaRPr lang="en-US" dirty="0"/>
          </a:p>
        </p:txBody>
      </p:sp>
      <p:sp>
        <p:nvSpPr>
          <p:cNvPr id="9" name="Zástupný symbol pro zápatí 8">
            <a:extLst>
              <a:ext uri="{FF2B5EF4-FFF2-40B4-BE49-F238E27FC236}">
                <a16:creationId xmlns:a16="http://schemas.microsoft.com/office/drawing/2014/main" id="{1356D3B5-6063-4A89-B88F-9D3043916F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10" name="Zástupný symbol pro číslo snímku 9">
            <a:extLst>
              <a:ext uri="{FF2B5EF4-FFF2-40B4-BE49-F238E27FC236}">
                <a16:creationId xmlns:a16="http://schemas.microsoft.com/office/drawing/2014/main" id="{02B78BF7-69D3-4CE0-A631-50EFD41EEE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524434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Záhlaví oddíl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Obdélník 7"/>
          <p:cNvSpPr>
            <a:spLocks noChangeAspect="1"/>
          </p:cNvSpPr>
          <p:nvPr/>
        </p:nvSpPr>
        <p:spPr>
          <a:xfrm>
            <a:off x="447818" y="5141976"/>
            <a:ext cx="11290860" cy="1258827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581194" y="2393952"/>
            <a:ext cx="11029615" cy="2147467"/>
          </a:xfrm>
        </p:spPr>
        <p:txBody>
          <a:bodyPr rtlCol="0" anchor="b">
            <a:normAutofit/>
          </a:bodyPr>
          <a:lstStyle>
            <a:lvl1pPr algn="l">
              <a:defRPr sz="2700" b="0" cap="all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Zástupný symbol pro text 2"/>
          <p:cNvSpPr>
            <a:spLocks noGrp="1"/>
          </p:cNvSpPr>
          <p:nvPr>
            <p:ph type="body" idx="1"/>
          </p:nvPr>
        </p:nvSpPr>
        <p:spPr>
          <a:xfrm>
            <a:off x="581194" y="4541417"/>
            <a:ext cx="11029615" cy="600556"/>
          </a:xfrm>
        </p:spPr>
        <p:txBody>
          <a:bodyPr rtlCol="0" anchor="t">
            <a:normAutofit/>
          </a:bodyPr>
          <a:lstStyle>
            <a:lvl1pPr marL="0" indent="0" algn="l">
              <a:buNone/>
              <a:defRPr sz="1350" cap="all">
                <a:solidFill>
                  <a:schemeClr val="accent1"/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cs-CZ"/>
              <a:t>Po kliknutí můžete upravovat styly textu v předloze.</a:t>
            </a:r>
          </a:p>
        </p:txBody>
      </p:sp>
      <p:sp>
        <p:nvSpPr>
          <p:cNvPr id="7" name="Zástupný symbol pro datum 6">
            <a:extLst>
              <a:ext uri="{FF2B5EF4-FFF2-40B4-BE49-F238E27FC236}">
                <a16:creationId xmlns:a16="http://schemas.microsoft.com/office/drawing/2014/main" id="{61582016-5696-4A93-887F-BBB3B9002F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BACB43DD-355E-4ACB-AF6B-F0A0D93B1FF7}" type="datetime1">
              <a:rPr lang="cs-CZ" smtClean="0"/>
              <a:t>11.01.2026</a:t>
            </a:fld>
            <a:endParaRPr lang="en-US" dirty="0"/>
          </a:p>
        </p:txBody>
      </p:sp>
      <p:sp>
        <p:nvSpPr>
          <p:cNvPr id="9" name="Zástupný symbol pro zápatí 8">
            <a:extLst>
              <a:ext uri="{FF2B5EF4-FFF2-40B4-BE49-F238E27FC236}">
                <a16:creationId xmlns:a16="http://schemas.microsoft.com/office/drawing/2014/main" id="{857CFCD5-1192-4E18-8A8F-29E153B44D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10" name="Zástupný symbol pro číslo snímku 9">
            <a:extLst>
              <a:ext uri="{FF2B5EF4-FFF2-40B4-BE49-F238E27FC236}">
                <a16:creationId xmlns:a16="http://schemas.microsoft.com/office/drawing/2014/main" id="{E39A109E-5018-4794-92B3-FD5E5BCD95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66809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va obsah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 rtlCol="0"/>
          <a:lstStyle/>
          <a:p>
            <a:pPr rtl="0"/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Zástupný symbol pro obsah 2"/>
          <p:cNvSpPr>
            <a:spLocks noGrp="1"/>
          </p:cNvSpPr>
          <p:nvPr>
            <p:ph sz="half" idx="1"/>
          </p:nvPr>
        </p:nvSpPr>
        <p:spPr>
          <a:xfrm>
            <a:off x="581194" y="2228004"/>
            <a:ext cx="5194767" cy="3633047"/>
          </a:xfrm>
        </p:spPr>
        <p:txBody>
          <a:bodyPr rtlCol="0">
            <a:normAutofit/>
          </a:bodyPr>
          <a:lstStyle/>
          <a:p>
            <a:pPr lvl="0" rtl="0"/>
            <a:r>
              <a:rPr lang="cs-CZ"/>
              <a:t>Po kliknutí můžete upravovat styly textu v předloze.</a:t>
            </a:r>
          </a:p>
          <a:p>
            <a:pPr lvl="1" rtl="0"/>
            <a:r>
              <a:rPr lang="cs-CZ"/>
              <a:t>Druhá úroveň</a:t>
            </a:r>
          </a:p>
          <a:p>
            <a:pPr lvl="2" rtl="0"/>
            <a:r>
              <a:rPr lang="cs-CZ"/>
              <a:t>Třetí úroveň</a:t>
            </a:r>
          </a:p>
          <a:p>
            <a:pPr lvl="3" rtl="0"/>
            <a:r>
              <a:rPr lang="cs-CZ"/>
              <a:t>Čtvrtá úroveň</a:t>
            </a:r>
          </a:p>
          <a:p>
            <a:pPr lvl="4" rtl="0"/>
            <a:r>
              <a:rPr lang="cs-CZ"/>
              <a:t>Pátá úroveň</a:t>
            </a:r>
            <a:endParaRPr lang="en-US" dirty="0"/>
          </a:p>
        </p:txBody>
      </p:sp>
      <p:sp>
        <p:nvSpPr>
          <p:cNvPr id="4" name="Zástupný symbol pro obsah 3"/>
          <p:cNvSpPr>
            <a:spLocks noGrp="1"/>
          </p:cNvSpPr>
          <p:nvPr>
            <p:ph sz="half" idx="2"/>
          </p:nvPr>
        </p:nvSpPr>
        <p:spPr>
          <a:xfrm>
            <a:off x="6416041" y="2228004"/>
            <a:ext cx="5194769" cy="3633047"/>
          </a:xfrm>
        </p:spPr>
        <p:txBody>
          <a:bodyPr rtlCol="0">
            <a:normAutofit/>
          </a:bodyPr>
          <a:lstStyle/>
          <a:p>
            <a:pPr lvl="0" rtl="0"/>
            <a:r>
              <a:rPr lang="cs-CZ"/>
              <a:t>Po kliknutí můžete upravovat styly textu v předloze.</a:t>
            </a:r>
          </a:p>
          <a:p>
            <a:pPr lvl="1" rtl="0"/>
            <a:r>
              <a:rPr lang="cs-CZ"/>
              <a:t>Druhá úroveň</a:t>
            </a:r>
          </a:p>
          <a:p>
            <a:pPr lvl="2" rtl="0"/>
            <a:r>
              <a:rPr lang="cs-CZ"/>
              <a:t>Třetí úroveň</a:t>
            </a:r>
          </a:p>
          <a:p>
            <a:pPr lvl="3" rtl="0"/>
            <a:r>
              <a:rPr lang="cs-CZ"/>
              <a:t>Čtvrtá úroveň</a:t>
            </a:r>
          </a:p>
          <a:p>
            <a:pPr lvl="4" rtl="0"/>
            <a:r>
              <a:rPr lang="cs-CZ"/>
              <a:t>Pátá úroveň</a:t>
            </a:r>
            <a:endParaRPr lang="en-US" dirty="0"/>
          </a:p>
        </p:txBody>
      </p:sp>
      <p:sp>
        <p:nvSpPr>
          <p:cNvPr id="5" name="Zástupný symbol pro datum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ED0DC0DA-1C84-4CFB-A589-758D033EC754}" type="datetime1">
              <a:rPr lang="cs-CZ" smtClean="0"/>
              <a:t>11.01.2026</a:t>
            </a:fld>
            <a:endParaRPr lang="en-US" dirty="0"/>
          </a:p>
        </p:txBody>
      </p:sp>
      <p:sp>
        <p:nvSpPr>
          <p:cNvPr id="6" name="Zástupný symbol pro zápatí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7" name="Zástupný symbol pro číslo snímku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833232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orovnání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Nadpis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 rtlCol="0"/>
          <a:lstStyle/>
          <a:p>
            <a:pPr rtl="0"/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Zástupný symbol pro text 2"/>
          <p:cNvSpPr>
            <a:spLocks noGrp="1"/>
          </p:cNvSpPr>
          <p:nvPr>
            <p:ph type="body" idx="1"/>
          </p:nvPr>
        </p:nvSpPr>
        <p:spPr>
          <a:xfrm>
            <a:off x="581193" y="2250891"/>
            <a:ext cx="5194769" cy="557784"/>
          </a:xfrm>
        </p:spPr>
        <p:txBody>
          <a:bodyPr rtlCol="0" anchor="ctr">
            <a:noAutofit/>
          </a:bodyPr>
          <a:lstStyle>
            <a:lvl1pPr marL="0" indent="0">
              <a:buNone/>
              <a:defRPr sz="150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 rtl="0"/>
            <a:r>
              <a:rPr lang="cs-CZ"/>
              <a:t>Po kliknutí můžete upravovat styly textu v předloze.</a:t>
            </a:r>
          </a:p>
        </p:txBody>
      </p:sp>
      <p:sp>
        <p:nvSpPr>
          <p:cNvPr id="4" name="Zástupný symbol pro obsah 3"/>
          <p:cNvSpPr>
            <a:spLocks noGrp="1"/>
          </p:cNvSpPr>
          <p:nvPr>
            <p:ph sz="half" idx="2"/>
          </p:nvPr>
        </p:nvSpPr>
        <p:spPr>
          <a:xfrm>
            <a:off x="581194" y="2926054"/>
            <a:ext cx="5194767" cy="2934999"/>
          </a:xfrm>
        </p:spPr>
        <p:txBody>
          <a:bodyPr rtlCol="0" anchor="t">
            <a:normAutofit/>
          </a:bodyPr>
          <a:lstStyle/>
          <a:p>
            <a:pPr lvl="0" rtl="0"/>
            <a:r>
              <a:rPr lang="cs-CZ"/>
              <a:t>Po kliknutí můžete upravovat styly textu v předloze.</a:t>
            </a:r>
          </a:p>
          <a:p>
            <a:pPr lvl="1" rtl="0"/>
            <a:r>
              <a:rPr lang="cs-CZ"/>
              <a:t>Druhá úroveň</a:t>
            </a:r>
          </a:p>
          <a:p>
            <a:pPr lvl="2" rtl="0"/>
            <a:r>
              <a:rPr lang="cs-CZ"/>
              <a:t>Třetí úroveň</a:t>
            </a:r>
          </a:p>
          <a:p>
            <a:pPr lvl="3" rtl="0"/>
            <a:r>
              <a:rPr lang="cs-CZ"/>
              <a:t>Čtvrtá úroveň</a:t>
            </a:r>
          </a:p>
          <a:p>
            <a:pPr lvl="4" rtl="0"/>
            <a:r>
              <a:rPr lang="cs-CZ"/>
              <a:t>Pátá úroveň</a:t>
            </a:r>
            <a:endParaRPr lang="en-US" dirty="0"/>
          </a:p>
        </p:txBody>
      </p:sp>
      <p:sp>
        <p:nvSpPr>
          <p:cNvPr id="5" name="Zástupný symbol pro text 4"/>
          <p:cNvSpPr>
            <a:spLocks noGrp="1"/>
          </p:cNvSpPr>
          <p:nvPr>
            <p:ph type="body" sz="quarter" idx="3"/>
          </p:nvPr>
        </p:nvSpPr>
        <p:spPr>
          <a:xfrm>
            <a:off x="6416039" y="2250894"/>
            <a:ext cx="5194771" cy="553373"/>
          </a:xfrm>
        </p:spPr>
        <p:txBody>
          <a:bodyPr rtlCol="0" anchor="ctr">
            <a:noAutofit/>
          </a:bodyPr>
          <a:lstStyle>
            <a:lvl1pPr marL="0" marR="0" indent="0" algn="l" defTabSz="3429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450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None/>
              <a:tabLst/>
              <a:defRPr sz="150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marL="0" marR="0" lvl="0" indent="0" algn="l" defTabSz="3429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450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None/>
              <a:tabLst/>
              <a:defRPr/>
            </a:pPr>
            <a:r>
              <a:rPr lang="cs-CZ"/>
              <a:t>Po kliknutí můžete upravovat styly textu v předloze.</a:t>
            </a:r>
          </a:p>
        </p:txBody>
      </p:sp>
      <p:sp>
        <p:nvSpPr>
          <p:cNvPr id="6" name="Zástupný symbol pro obsah 5"/>
          <p:cNvSpPr>
            <a:spLocks noGrp="1"/>
          </p:cNvSpPr>
          <p:nvPr>
            <p:ph sz="quarter" idx="4"/>
          </p:nvPr>
        </p:nvSpPr>
        <p:spPr>
          <a:xfrm>
            <a:off x="6416037" y="2926054"/>
            <a:ext cx="5194771" cy="2934999"/>
          </a:xfrm>
        </p:spPr>
        <p:txBody>
          <a:bodyPr rtlCol="0" anchor="t">
            <a:normAutofit/>
          </a:bodyPr>
          <a:lstStyle/>
          <a:p>
            <a:pPr lvl="0" rtl="0"/>
            <a:r>
              <a:rPr lang="cs-CZ"/>
              <a:t>Po kliknutí můžete upravovat styly textu v předloze.</a:t>
            </a:r>
          </a:p>
          <a:p>
            <a:pPr lvl="1" rtl="0"/>
            <a:r>
              <a:rPr lang="cs-CZ"/>
              <a:t>Druhá úroveň</a:t>
            </a:r>
          </a:p>
          <a:p>
            <a:pPr lvl="2" rtl="0"/>
            <a:r>
              <a:rPr lang="cs-CZ"/>
              <a:t>Třetí úroveň</a:t>
            </a:r>
          </a:p>
          <a:p>
            <a:pPr lvl="3" rtl="0"/>
            <a:r>
              <a:rPr lang="cs-CZ"/>
              <a:t>Čtvrtá úroveň</a:t>
            </a:r>
          </a:p>
          <a:p>
            <a:pPr lvl="4" rtl="0"/>
            <a:r>
              <a:rPr lang="cs-CZ"/>
              <a:t>Pátá úroveň</a:t>
            </a:r>
            <a:endParaRPr lang="en-US" dirty="0"/>
          </a:p>
        </p:txBody>
      </p:sp>
      <p:sp>
        <p:nvSpPr>
          <p:cNvPr id="7" name="Zástupný symbol pro datum 6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4E68CB40-5E53-430A-BC80-66A7330A3E11}" type="datetime1">
              <a:rPr lang="cs-CZ" smtClean="0"/>
              <a:t>11.01.2026</a:t>
            </a:fld>
            <a:endParaRPr lang="en-US" dirty="0"/>
          </a:p>
        </p:txBody>
      </p:sp>
      <p:sp>
        <p:nvSpPr>
          <p:cNvPr id="8" name="Zástupný symbol pro zápatí 7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9" name="Zástupný symbol pro číslo snímku 8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480465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Jenom nadp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Nadpis 1"/>
          <p:cNvSpPr>
            <a:spLocks noGrp="1"/>
          </p:cNvSpPr>
          <p:nvPr>
            <p:ph type="title"/>
          </p:nvPr>
        </p:nvSpPr>
        <p:spPr>
          <a:xfrm>
            <a:off x="575895" y="729658"/>
            <a:ext cx="11029616" cy="988332"/>
          </a:xfrm>
        </p:spPr>
        <p:txBody>
          <a:bodyPr rtlCol="0"/>
          <a:lstStyle/>
          <a:p>
            <a:pPr rtl="0"/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Zástupný symbol pro datum 2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AD030092-A1C2-46B4-B050-3676FFA9CD44}" type="datetime1">
              <a:rPr lang="cs-CZ" smtClean="0"/>
              <a:t>11.01.2026</a:t>
            </a:fld>
            <a:endParaRPr lang="en-US" dirty="0"/>
          </a:p>
        </p:txBody>
      </p:sp>
      <p:sp>
        <p:nvSpPr>
          <p:cNvPr id="4" name="Zástupný symbol pro zápatí 3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5" name="Zástupný symbol pro číslo snímku 4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29363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rázdn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datum 1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FECD7C02-7CC9-44AF-9768-6A6F42347937}" type="datetime1">
              <a:rPr lang="cs-CZ" smtClean="0"/>
              <a:t>11.01.2026</a:t>
            </a:fld>
            <a:endParaRPr lang="en-US" dirty="0"/>
          </a:p>
        </p:txBody>
      </p:sp>
      <p:sp>
        <p:nvSpPr>
          <p:cNvPr id="3" name="Zástupný symbol pro zápatí 2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4" name="Zástupný symbol pro číslo snímku 3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294949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Obsah s titul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Obdélník 8"/>
          <p:cNvSpPr>
            <a:spLocks noChangeAspect="1"/>
          </p:cNvSpPr>
          <p:nvPr/>
        </p:nvSpPr>
        <p:spPr>
          <a:xfrm>
            <a:off x="447817" y="601201"/>
            <a:ext cx="3682723" cy="5815475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767858" y="933452"/>
            <a:ext cx="3031852" cy="1722419"/>
          </a:xfrm>
        </p:spPr>
        <p:txBody>
          <a:bodyPr rtlCol="0" anchor="b">
            <a:normAutofit/>
          </a:bodyPr>
          <a:lstStyle>
            <a:lvl1pPr algn="l">
              <a:defRPr sz="1800" b="0">
                <a:solidFill>
                  <a:srgbClr val="FFFFFF"/>
                </a:solidFill>
              </a:defRPr>
            </a:lvl1pPr>
          </a:lstStyle>
          <a:p>
            <a:pPr rtl="0"/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>
          <a:xfrm>
            <a:off x="4900930" y="1179829"/>
            <a:ext cx="6650991" cy="4658216"/>
          </a:xfrm>
        </p:spPr>
        <p:txBody>
          <a:bodyPr rtlCol="0" anchor="ctr">
            <a:normAutofit/>
          </a:bodyPr>
          <a:lstStyle>
            <a:lvl1pPr>
              <a:defRPr sz="1500">
                <a:solidFill>
                  <a:schemeClr val="tx2"/>
                </a:solidFill>
              </a:defRPr>
            </a:lvl1pPr>
            <a:lvl2pPr>
              <a:defRPr sz="1350">
                <a:solidFill>
                  <a:schemeClr val="tx2"/>
                </a:solidFill>
              </a:defRPr>
            </a:lvl2pPr>
            <a:lvl3pPr>
              <a:defRPr sz="1200">
                <a:solidFill>
                  <a:schemeClr val="tx2"/>
                </a:solidFill>
              </a:defRPr>
            </a:lvl3pPr>
            <a:lvl4pPr>
              <a:defRPr sz="1050">
                <a:solidFill>
                  <a:schemeClr val="tx2"/>
                </a:solidFill>
              </a:defRPr>
            </a:lvl4pPr>
            <a:lvl5pPr>
              <a:defRPr sz="1050">
                <a:solidFill>
                  <a:schemeClr val="tx2"/>
                </a:solidFill>
              </a:defRPr>
            </a:lvl5pPr>
            <a:lvl6pPr>
              <a:defRPr sz="1050">
                <a:solidFill>
                  <a:schemeClr val="tx2"/>
                </a:solidFill>
              </a:defRPr>
            </a:lvl6pPr>
            <a:lvl7pPr>
              <a:defRPr sz="1050">
                <a:solidFill>
                  <a:schemeClr val="tx2"/>
                </a:solidFill>
              </a:defRPr>
            </a:lvl7pPr>
            <a:lvl8pPr>
              <a:defRPr sz="1050">
                <a:solidFill>
                  <a:schemeClr val="tx2"/>
                </a:solidFill>
              </a:defRPr>
            </a:lvl8pPr>
            <a:lvl9pPr>
              <a:defRPr sz="1050">
                <a:solidFill>
                  <a:schemeClr val="tx2"/>
                </a:solidFill>
              </a:defRPr>
            </a:lvl9pPr>
          </a:lstStyle>
          <a:p>
            <a:pPr lvl="0" rtl="0"/>
            <a:r>
              <a:rPr lang="cs-CZ"/>
              <a:t>Po kliknutí můžete upravovat styly textu v předloze.</a:t>
            </a:r>
          </a:p>
          <a:p>
            <a:pPr lvl="1" rtl="0"/>
            <a:r>
              <a:rPr lang="cs-CZ"/>
              <a:t>Druhá úroveň</a:t>
            </a:r>
          </a:p>
          <a:p>
            <a:pPr lvl="2" rtl="0"/>
            <a:r>
              <a:rPr lang="cs-CZ"/>
              <a:t>Třetí úroveň</a:t>
            </a:r>
          </a:p>
          <a:p>
            <a:pPr lvl="3" rtl="0"/>
            <a:r>
              <a:rPr lang="cs-CZ"/>
              <a:t>Čtvrtá úroveň</a:t>
            </a:r>
          </a:p>
          <a:p>
            <a:pPr lvl="4" rtl="0"/>
            <a:r>
              <a:rPr lang="cs-CZ"/>
              <a:t>Pátá úroveň</a:t>
            </a:r>
            <a:endParaRPr lang="en-US" dirty="0"/>
          </a:p>
        </p:txBody>
      </p:sp>
      <p:sp>
        <p:nvSpPr>
          <p:cNvPr id="4" name="Zástupný symbol pro text 3"/>
          <p:cNvSpPr>
            <a:spLocks noGrp="1"/>
          </p:cNvSpPr>
          <p:nvPr>
            <p:ph type="body" sz="half" idx="2"/>
          </p:nvPr>
        </p:nvSpPr>
        <p:spPr>
          <a:xfrm>
            <a:off x="767858" y="2836654"/>
            <a:ext cx="3031852" cy="3001392"/>
          </a:xfrm>
        </p:spPr>
        <p:txBody>
          <a:bodyPr rtlCol="0" anchor="t">
            <a:normAutofit/>
          </a:bodyPr>
          <a:lstStyle>
            <a:lvl1pPr marL="0" indent="0" algn="l">
              <a:buNone/>
              <a:defRPr sz="1200">
                <a:solidFill>
                  <a:srgbClr val="FFFFFF"/>
                </a:solidFill>
              </a:defRPr>
            </a:lvl1pPr>
            <a:lvl2pPr marL="342900" indent="0">
              <a:buNone/>
              <a:defRPr sz="825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 rtl="0"/>
            <a:r>
              <a:rPr lang="cs-CZ"/>
              <a:t>Po kliknutí můžete upravovat styly textu v předloze.</a:t>
            </a:r>
          </a:p>
        </p:txBody>
      </p:sp>
      <p:sp>
        <p:nvSpPr>
          <p:cNvPr id="8" name="Zástupný symbol pro datum 7">
            <a:extLst>
              <a:ext uri="{FF2B5EF4-FFF2-40B4-BE49-F238E27FC236}">
                <a16:creationId xmlns:a16="http://schemas.microsoft.com/office/drawing/2014/main" id="{0B919CC2-2A65-446F-B538-9E624903544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605953" y="6456918"/>
            <a:ext cx="2844799" cy="365125"/>
          </a:xfrm>
        </p:spPr>
        <p:txBody>
          <a:bodyPr rtlCol="0"/>
          <a:lstStyle/>
          <a:p>
            <a:pPr rtl="0"/>
            <a:fld id="{4E756D9B-B1BA-4BAF-99A5-DC08EF34F207}" type="datetime1">
              <a:rPr lang="cs-CZ" smtClean="0"/>
              <a:t>11.01.2026</a:t>
            </a:fld>
            <a:endParaRPr lang="en-US" dirty="0"/>
          </a:p>
        </p:txBody>
      </p:sp>
      <p:sp>
        <p:nvSpPr>
          <p:cNvPr id="10" name="Zástupný symbol pro zápatí 9">
            <a:extLst>
              <a:ext uri="{FF2B5EF4-FFF2-40B4-BE49-F238E27FC236}">
                <a16:creationId xmlns:a16="http://schemas.microsoft.com/office/drawing/2014/main" id="{B72412AE-119E-4982-8B24-63365EFCA7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81192" y="6452592"/>
            <a:ext cx="6917211" cy="365125"/>
          </a:xfrm>
        </p:spPr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11" name="Zástupný symbol pro číslo snímku 10">
            <a:extLst>
              <a:ext uri="{FF2B5EF4-FFF2-40B4-BE49-F238E27FC236}">
                <a16:creationId xmlns:a16="http://schemas.microsoft.com/office/drawing/2014/main" id="{7FC4BB19-6AD1-45CF-9F99-00B109890F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58301" y="6456918"/>
            <a:ext cx="1052511" cy="365125"/>
          </a:xfrm>
        </p:spPr>
        <p:txBody>
          <a:bodyPr rtlCol="0"/>
          <a:lstStyle/>
          <a:p>
            <a:pPr rtl="0"/>
            <a:fld id="{3A98EE3D-8CD1-4C3F-BD1C-C98C9596463C}" type="slidenum">
              <a:rPr lang="en-US" smtClean="0"/>
              <a:pPr rtl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617666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Obrázek s titul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581193" y="4693389"/>
            <a:ext cx="11029616" cy="566738"/>
          </a:xfrm>
        </p:spPr>
        <p:txBody>
          <a:bodyPr rtlCol="0" anchor="b">
            <a:normAutofit/>
          </a:bodyPr>
          <a:lstStyle>
            <a:lvl1pPr algn="l">
              <a:defRPr sz="180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Zástupný symbol obrázku 2"/>
          <p:cNvSpPr>
            <a:spLocks noGrp="1" noChangeAspect="1"/>
          </p:cNvSpPr>
          <p:nvPr>
            <p:ph type="pic" idx="1"/>
          </p:nvPr>
        </p:nvSpPr>
        <p:spPr>
          <a:xfrm>
            <a:off x="447817" y="641352"/>
            <a:ext cx="11290859" cy="3651249"/>
          </a:xfrm>
        </p:spPr>
        <p:txBody>
          <a:bodyPr rtlCol="0" anchor="t">
            <a:normAutofit/>
          </a:bodyPr>
          <a:lstStyle>
            <a:lvl1pPr marL="0" indent="0" algn="ctr">
              <a:buNone/>
              <a:defRPr sz="1200"/>
            </a:lvl1pPr>
            <a:lvl2pPr marL="342900" indent="0">
              <a:buNone/>
              <a:defRPr sz="1200"/>
            </a:lvl2pPr>
            <a:lvl3pPr marL="685800" indent="0">
              <a:buNone/>
              <a:defRPr sz="1200"/>
            </a:lvl3pPr>
            <a:lvl4pPr marL="1028700" indent="0">
              <a:buNone/>
              <a:defRPr sz="1200"/>
            </a:lvl4pPr>
            <a:lvl5pPr marL="1371600" indent="0">
              <a:buNone/>
              <a:defRPr sz="1200"/>
            </a:lvl5pPr>
            <a:lvl6pPr marL="1714500" indent="0">
              <a:buNone/>
              <a:defRPr sz="1200"/>
            </a:lvl6pPr>
            <a:lvl7pPr marL="2057400" indent="0">
              <a:buNone/>
              <a:defRPr sz="1200"/>
            </a:lvl7pPr>
            <a:lvl8pPr marL="2400300" indent="0">
              <a:buNone/>
              <a:defRPr sz="1200"/>
            </a:lvl8pPr>
            <a:lvl9pPr marL="2743200" indent="0">
              <a:buNone/>
              <a:defRPr sz="1200"/>
            </a:lvl9pPr>
          </a:lstStyle>
          <a:p>
            <a:pPr rtl="0"/>
            <a:r>
              <a:rPr lang="cs-CZ"/>
              <a:t>Kliknutím na ikonu přidáte obrázek.</a:t>
            </a:r>
            <a:endParaRPr lang="en-US" dirty="0"/>
          </a:p>
        </p:txBody>
      </p:sp>
      <p:sp>
        <p:nvSpPr>
          <p:cNvPr id="4" name="Zástupný symbol pro text 3"/>
          <p:cNvSpPr>
            <a:spLocks noGrp="1"/>
          </p:cNvSpPr>
          <p:nvPr>
            <p:ph type="body" sz="half" idx="2"/>
          </p:nvPr>
        </p:nvSpPr>
        <p:spPr>
          <a:xfrm>
            <a:off x="581193" y="5260127"/>
            <a:ext cx="11029617" cy="998148"/>
          </a:xfrm>
        </p:spPr>
        <p:txBody>
          <a:bodyPr rtlCol="0" anchor="t">
            <a:normAutofit/>
          </a:bodyPr>
          <a:lstStyle>
            <a:lvl1pPr marL="0" indent="0">
              <a:buNone/>
              <a:defRPr sz="120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 rtl="0"/>
            <a:r>
              <a:rPr lang="cs-CZ"/>
              <a:t>Po kliknutí můžete upravovat styly textu v předloze.</a:t>
            </a:r>
          </a:p>
        </p:txBody>
      </p:sp>
      <p:sp>
        <p:nvSpPr>
          <p:cNvPr id="5" name="Zástupný symbol pro datum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48E295CD-EF07-4568-A35E-D8DFD54CCEB6}" type="datetime1">
              <a:rPr lang="cs-CZ" smtClean="0"/>
              <a:t>11.01.2026</a:t>
            </a:fld>
            <a:endParaRPr lang="en-US" dirty="0"/>
          </a:p>
        </p:txBody>
      </p:sp>
      <p:sp>
        <p:nvSpPr>
          <p:cNvPr id="6" name="Zástupný symbol pro zápatí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algn="l" rtl="0"/>
            <a:endParaRPr lang="en-US" dirty="0"/>
          </a:p>
        </p:txBody>
      </p:sp>
      <p:sp>
        <p:nvSpPr>
          <p:cNvPr id="7" name="Zástupný symbol pro číslo snímku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732895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Nadpis a svislý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Nadpis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 rtlCol="0"/>
          <a:lstStyle/>
          <a:p>
            <a:pPr rtl="0"/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Zástupný symbol pro svislý text 2"/>
          <p:cNvSpPr>
            <a:spLocks noGrp="1"/>
          </p:cNvSpPr>
          <p:nvPr>
            <p:ph type="body" orient="vert" idx="1"/>
          </p:nvPr>
        </p:nvSpPr>
        <p:spPr/>
        <p:txBody>
          <a:bodyPr vert="eaVert" rtlCol="0" anchor="t"/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 rtl="0"/>
            <a:r>
              <a:rPr lang="cs-CZ"/>
              <a:t>Po kliknutí můžete upravovat styly textu v předloze.</a:t>
            </a:r>
          </a:p>
          <a:p>
            <a:pPr lvl="1" rtl="0"/>
            <a:r>
              <a:rPr lang="cs-CZ"/>
              <a:t>Druhá úroveň</a:t>
            </a:r>
          </a:p>
          <a:p>
            <a:pPr lvl="2" rtl="0"/>
            <a:r>
              <a:rPr lang="cs-CZ"/>
              <a:t>Třetí úroveň</a:t>
            </a:r>
          </a:p>
          <a:p>
            <a:pPr lvl="3" rtl="0"/>
            <a:r>
              <a:rPr lang="cs-CZ"/>
              <a:t>Čtvrtá úroveň</a:t>
            </a:r>
          </a:p>
          <a:p>
            <a:pPr lvl="4" rtl="0"/>
            <a:r>
              <a:rPr lang="cs-CZ"/>
              <a:t>Pátá úroveň</a:t>
            </a:r>
            <a:endParaRPr lang="en-US" dirty="0"/>
          </a:p>
        </p:txBody>
      </p:sp>
      <p:sp>
        <p:nvSpPr>
          <p:cNvPr id="4" name="Zástupný symbol pro datum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75C2422F-D08F-49D0-98CD-DC7D2F2607DE}" type="datetime1">
              <a:rPr lang="cs-CZ" smtClean="0"/>
              <a:t>11.01.2026</a:t>
            </a:fld>
            <a:endParaRPr lang="en-US" dirty="0"/>
          </a:p>
        </p:txBody>
      </p:sp>
      <p:sp>
        <p:nvSpPr>
          <p:cNvPr id="5" name="Zástupný symbol pro zápatí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6" name="Zástupný symbol pro číslo snímku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835911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Svislý nadpis a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bdélník 6"/>
          <p:cNvSpPr>
            <a:spLocks noChangeAspect="1"/>
          </p:cNvSpPr>
          <p:nvPr/>
        </p:nvSpPr>
        <p:spPr>
          <a:xfrm>
            <a:off x="8058151" y="599725"/>
            <a:ext cx="3687316" cy="5816950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Svislý nadpis 1"/>
          <p:cNvSpPr>
            <a:spLocks noGrp="1"/>
          </p:cNvSpPr>
          <p:nvPr>
            <p:ph type="title" orient="vert"/>
          </p:nvPr>
        </p:nvSpPr>
        <p:spPr>
          <a:xfrm>
            <a:off x="8204200" y="863600"/>
            <a:ext cx="3124200" cy="4807326"/>
          </a:xfrm>
        </p:spPr>
        <p:txBody>
          <a:bodyPr vert="eaVert" rtlCol="0" anchor="ctr"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 rtl="0"/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Zástupný symbol pro svislý text 2"/>
          <p:cNvSpPr>
            <a:spLocks noGrp="1"/>
          </p:cNvSpPr>
          <p:nvPr>
            <p:ph type="body" orient="vert" idx="1"/>
          </p:nvPr>
        </p:nvSpPr>
        <p:spPr>
          <a:xfrm>
            <a:off x="774925" y="863600"/>
            <a:ext cx="7161625" cy="4807326"/>
          </a:xfrm>
        </p:spPr>
        <p:txBody>
          <a:bodyPr vert="eaVert" rtlCol="0" anchor="t"/>
          <a:lstStyle/>
          <a:p>
            <a:pPr lvl="0" rtl="0"/>
            <a:r>
              <a:rPr lang="cs-CZ"/>
              <a:t>Po kliknutí můžete upravovat styly textu v předloze.</a:t>
            </a:r>
          </a:p>
          <a:p>
            <a:pPr lvl="1" rtl="0"/>
            <a:r>
              <a:rPr lang="cs-CZ"/>
              <a:t>Druhá úroveň</a:t>
            </a:r>
          </a:p>
          <a:p>
            <a:pPr lvl="2" rtl="0"/>
            <a:r>
              <a:rPr lang="cs-CZ"/>
              <a:t>Třetí úroveň</a:t>
            </a:r>
          </a:p>
          <a:p>
            <a:pPr lvl="3" rtl="0"/>
            <a:r>
              <a:rPr lang="cs-CZ"/>
              <a:t>Čtvrtá úroveň</a:t>
            </a:r>
          </a:p>
          <a:p>
            <a:pPr lvl="4" rtl="0"/>
            <a:r>
              <a:rPr lang="cs-CZ"/>
              <a:t>Pátá úroveň</a:t>
            </a:r>
            <a:endParaRPr lang="en-US" dirty="0"/>
          </a:p>
        </p:txBody>
      </p:sp>
      <p:sp>
        <p:nvSpPr>
          <p:cNvPr id="8" name="Obdélník 7">
            <a:extLst>
              <a:ext uri="{FF2B5EF4-FFF2-40B4-BE49-F238E27FC236}">
                <a16:creationId xmlns:a16="http://schemas.microsoft.com/office/drawing/2014/main" id="{F6423B97-A5D4-47B9-8861-73B3707A04CF}"/>
              </a:ext>
            </a:extLst>
          </p:cNvPr>
          <p:cNvSpPr/>
          <p:nvPr/>
        </p:nvSpPr>
        <p:spPr>
          <a:xfrm>
            <a:off x="446535" y="457200"/>
            <a:ext cx="3703320" cy="94997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9" name="Obdélník 8">
            <a:extLst>
              <a:ext uri="{FF2B5EF4-FFF2-40B4-BE49-F238E27FC236}">
                <a16:creationId xmlns:a16="http://schemas.microsoft.com/office/drawing/2014/main" id="{1AEC0421-37B4-4481-A10D-69FDF5EC7909}"/>
              </a:ext>
            </a:extLst>
          </p:cNvPr>
          <p:cNvSpPr/>
          <p:nvPr/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" name="Obdélník 9">
            <a:extLst>
              <a:ext uri="{FF2B5EF4-FFF2-40B4-BE49-F238E27FC236}">
                <a16:creationId xmlns:a16="http://schemas.microsoft.com/office/drawing/2014/main" id="{5F7265B5-9F97-4F1E-99E9-74F7B7E62337}"/>
              </a:ext>
            </a:extLst>
          </p:cNvPr>
          <p:cNvSpPr/>
          <p:nvPr/>
        </p:nvSpPr>
        <p:spPr>
          <a:xfrm>
            <a:off x="4241831" y="457200"/>
            <a:ext cx="3703320" cy="9144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1" name="Zástupný symbol pro datum 10">
            <a:extLst>
              <a:ext uri="{FF2B5EF4-FFF2-40B4-BE49-F238E27FC236}">
                <a16:creationId xmlns:a16="http://schemas.microsoft.com/office/drawing/2014/main" id="{5C74A470-3BD3-4F33-80E5-67E6E87FCB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9472C44F-B7A3-4350-988C-CFC166A0AA82}" type="datetime1">
              <a:rPr lang="cs-CZ" smtClean="0"/>
              <a:t>11.01.2026</a:t>
            </a:fld>
            <a:endParaRPr lang="en-US" dirty="0"/>
          </a:p>
        </p:txBody>
      </p:sp>
      <p:sp>
        <p:nvSpPr>
          <p:cNvPr id="12" name="Zástupný symbol pro zápatí 11">
            <a:extLst>
              <a:ext uri="{FF2B5EF4-FFF2-40B4-BE49-F238E27FC236}">
                <a16:creationId xmlns:a16="http://schemas.microsoft.com/office/drawing/2014/main" id="{9A3A30BA-DB50-4D7D-BCDE-17D20FB354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13" name="Zástupný symbol pro číslo snímku 12">
            <a:extLst>
              <a:ext uri="{FF2B5EF4-FFF2-40B4-BE49-F238E27FC236}">
                <a16:creationId xmlns:a16="http://schemas.microsoft.com/office/drawing/2014/main" id="{76FF9E58-C0B2-436B-A21C-DB45A00D65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888496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nadpis 1"/>
          <p:cNvSpPr>
            <a:spLocks noGrp="1"/>
          </p:cNvSpPr>
          <p:nvPr>
            <p:ph type="title"/>
          </p:nvPr>
        </p:nvSpPr>
        <p:spPr>
          <a:xfrm>
            <a:off x="581192" y="705124"/>
            <a:ext cx="11029616" cy="118955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rtl="0"/>
            <a:r>
              <a:rPr lang="cs"/>
              <a:t>Kliknutím můžete upravit styl předlohy nadpisů.</a:t>
            </a:r>
            <a:endParaRPr lang="en-US" dirty="0"/>
          </a:p>
        </p:txBody>
      </p:sp>
      <p:sp>
        <p:nvSpPr>
          <p:cNvPr id="3" name="Zástupný symbol pro text 2"/>
          <p:cNvSpPr>
            <a:spLocks noGrp="1"/>
          </p:cNvSpPr>
          <p:nvPr>
            <p:ph type="body" idx="1"/>
          </p:nvPr>
        </p:nvSpPr>
        <p:spPr>
          <a:xfrm>
            <a:off x="581192" y="2336004"/>
            <a:ext cx="11029616" cy="365204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 rtl="0"/>
            <a:r>
              <a:rPr lang="cs"/>
              <a:t>Kliknutím můžete upravit styly předlohy textu.</a:t>
            </a:r>
          </a:p>
          <a:p>
            <a:pPr lvl="1" rtl="0"/>
            <a:r>
              <a:rPr lang="cs"/>
              <a:t>Druhá úroveň</a:t>
            </a:r>
          </a:p>
          <a:p>
            <a:pPr lvl="2" rtl="0"/>
            <a:r>
              <a:rPr lang="cs"/>
              <a:t>Třetí úroveň</a:t>
            </a:r>
          </a:p>
          <a:p>
            <a:pPr lvl="3" rtl="0"/>
            <a:r>
              <a:rPr lang="cs"/>
              <a:t>Čtvrtá úroveň</a:t>
            </a:r>
          </a:p>
          <a:p>
            <a:pPr lvl="4" rtl="0"/>
            <a:r>
              <a:rPr lang="cs"/>
              <a:t>Pátá úroveň</a:t>
            </a:r>
            <a:endParaRPr lang="en-US" dirty="0"/>
          </a:p>
        </p:txBody>
      </p:sp>
      <p:sp>
        <p:nvSpPr>
          <p:cNvPr id="4" name="Zástupný symbol pro datum 3"/>
          <p:cNvSpPr>
            <a:spLocks noGrp="1"/>
          </p:cNvSpPr>
          <p:nvPr>
            <p:ph type="dt" sz="half" idx="2"/>
          </p:nvPr>
        </p:nvSpPr>
        <p:spPr>
          <a:xfrm>
            <a:off x="7605953" y="6423916"/>
            <a:ext cx="28447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675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fld id="{1900C9E6-3834-4C30-AC74-37ACA7F99694}" type="datetime1">
              <a:rPr lang="cs-CZ" smtClean="0"/>
              <a:t>11.01.2026</a:t>
            </a:fld>
            <a:endParaRPr lang="en-US" dirty="0"/>
          </a:p>
        </p:txBody>
      </p:sp>
      <p:sp>
        <p:nvSpPr>
          <p:cNvPr id="5" name="Zástupné zápatí 4"/>
          <p:cNvSpPr>
            <a:spLocks noGrp="1"/>
          </p:cNvSpPr>
          <p:nvPr>
            <p:ph type="ftr" sz="quarter" idx="3"/>
          </p:nvPr>
        </p:nvSpPr>
        <p:spPr>
          <a:xfrm>
            <a:off x="581192" y="6423916"/>
            <a:ext cx="691721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675" cap="all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endParaRPr lang="en-US" dirty="0"/>
          </a:p>
        </p:txBody>
      </p:sp>
      <p:sp>
        <p:nvSpPr>
          <p:cNvPr id="6" name="Zástupný symbol pro číslo snímku 5"/>
          <p:cNvSpPr>
            <a:spLocks noGrp="1"/>
          </p:cNvSpPr>
          <p:nvPr>
            <p:ph type="sldNum" sz="quarter" idx="4"/>
          </p:nvPr>
        </p:nvSpPr>
        <p:spPr>
          <a:xfrm>
            <a:off x="10558301" y="6423916"/>
            <a:ext cx="105251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675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9" name="Obdélník 8"/>
          <p:cNvSpPr/>
          <p:nvPr/>
        </p:nvSpPr>
        <p:spPr>
          <a:xfrm>
            <a:off x="446535" y="457200"/>
            <a:ext cx="3703320" cy="94997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cs-CZ" sz="1350"/>
          </a:p>
        </p:txBody>
      </p:sp>
      <p:sp>
        <p:nvSpPr>
          <p:cNvPr id="10" name="Obdélník 9"/>
          <p:cNvSpPr/>
          <p:nvPr/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cs-CZ" sz="1350"/>
          </a:p>
        </p:txBody>
      </p:sp>
      <p:sp>
        <p:nvSpPr>
          <p:cNvPr id="11" name="Obdélník 10"/>
          <p:cNvSpPr/>
          <p:nvPr/>
        </p:nvSpPr>
        <p:spPr>
          <a:xfrm>
            <a:off x="4241831" y="457200"/>
            <a:ext cx="3703320" cy="9144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cs-CZ" sz="1350"/>
          </a:p>
        </p:txBody>
      </p:sp>
    </p:spTree>
    <p:extLst>
      <p:ext uri="{BB962C8B-B14F-4D97-AF65-F5344CB8AC3E}">
        <p14:creationId xmlns:p14="http://schemas.microsoft.com/office/powerpoint/2010/main" val="30008978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6" r:id="rId1"/>
    <p:sldLayoutId id="2147483757" r:id="rId2"/>
    <p:sldLayoutId id="2147483758" r:id="rId3"/>
    <p:sldLayoutId id="2147483759" r:id="rId4"/>
    <p:sldLayoutId id="2147483711" r:id="rId5"/>
    <p:sldLayoutId id="2147483760" r:id="rId6"/>
    <p:sldLayoutId id="2147483762" r:id="rId7"/>
    <p:sldLayoutId id="2147483706" r:id="rId8"/>
    <p:sldLayoutId id="2147483709" r:id="rId9"/>
    <p:sldLayoutId id="2147483707" r:id="rId10"/>
    <p:sldLayoutId id="2147483708" r:id="rId11"/>
  </p:sldLayoutIdLst>
  <p:hf sldNum="0" hdr="0" ftr="0"/>
  <p:txStyles>
    <p:titleStyle>
      <a:lvl1pPr algn="l" defTabSz="457200" rtl="0" eaLnBrk="1" latinLnBrk="0" hangingPunct="1">
        <a:lnSpc>
          <a:spcPct val="100000"/>
        </a:lnSpc>
        <a:spcBef>
          <a:spcPct val="0"/>
        </a:spcBef>
        <a:buNone/>
        <a:defRPr sz="2800" b="0" kern="1200" cap="all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06000" indent="-306000" algn="l" defTabSz="457200" rtl="0" eaLnBrk="1" latinLnBrk="0" hangingPunct="1">
        <a:lnSpc>
          <a:spcPct val="110000"/>
        </a:lnSpc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7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630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90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3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24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1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160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1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9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6pPr>
      <a:lvl7pPr marL="22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7pPr>
      <a:lvl8pPr marL="25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8pPr>
      <a:lvl9pPr marL="28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Obdélník 17">
            <a:extLst>
              <a:ext uri="{FF2B5EF4-FFF2-40B4-BE49-F238E27FC236}">
                <a16:creationId xmlns:a16="http://schemas.microsoft.com/office/drawing/2014/main" id="{D6D7A0BC-0046-4CAA-8E7F-DCAFE511EA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000" y="857250"/>
            <a:ext cx="9144000" cy="51435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US" sz="1350"/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1C21E816-31F5-48BB-BD02-D15F2F18B48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959894" y="1622574"/>
            <a:ext cx="8245162" cy="757011"/>
          </a:xfrm>
        </p:spPr>
        <p:txBody>
          <a:bodyPr rtlCol="0">
            <a:normAutofit/>
          </a:bodyPr>
          <a:lstStyle/>
          <a:p>
            <a:pPr rtl="0"/>
            <a:r>
              <a:rPr lang="cs" dirty="0"/>
              <a:t>Programování</a:t>
            </a:r>
          </a:p>
        </p:txBody>
      </p:sp>
      <p:sp>
        <p:nvSpPr>
          <p:cNvPr id="3" name="Podnadpis 2">
            <a:extLst>
              <a:ext uri="{FF2B5EF4-FFF2-40B4-BE49-F238E27FC236}">
                <a16:creationId xmlns:a16="http://schemas.microsoft.com/office/drawing/2014/main" id="{835D6E6B-3353-491C-A3C6-F278D6CED8B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959895" y="2322999"/>
            <a:ext cx="8245160" cy="757011"/>
          </a:xfrm>
        </p:spPr>
        <p:txBody>
          <a:bodyPr rtlCol="0">
            <a:normAutofit/>
          </a:bodyPr>
          <a:lstStyle/>
          <a:p>
            <a:r>
              <a:rPr lang="cs" sz="1800" dirty="0"/>
              <a:t>Abstraktní třída, rozhraní</a:t>
            </a:r>
            <a:endParaRPr lang="cs-CZ" dirty="0"/>
          </a:p>
        </p:txBody>
      </p:sp>
      <p:sp>
        <p:nvSpPr>
          <p:cNvPr id="20" name="Obdélník 19">
            <a:extLst>
              <a:ext uri="{FF2B5EF4-FFF2-40B4-BE49-F238E27FC236}">
                <a16:creationId xmlns:a16="http://schemas.microsoft.com/office/drawing/2014/main" id="{E7C6334F-6411-41EC-AD7D-179EDD8B58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858901" y="1200150"/>
            <a:ext cx="2777490" cy="71248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cs-CZ" sz="1350"/>
          </a:p>
        </p:txBody>
      </p:sp>
      <p:sp>
        <p:nvSpPr>
          <p:cNvPr id="22" name="Obdélník 21">
            <a:extLst>
              <a:ext uri="{FF2B5EF4-FFF2-40B4-BE49-F238E27FC236}">
                <a16:creationId xmlns:a16="http://schemas.microsoft.com/office/drawing/2014/main" id="{E6B02CEE-3AF8-4349-9B3E-8970E6DF62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05373" y="1200150"/>
            <a:ext cx="2777490" cy="6858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cs-CZ" sz="1350"/>
          </a:p>
        </p:txBody>
      </p:sp>
      <p:sp>
        <p:nvSpPr>
          <p:cNvPr id="24" name="Obdélník 23">
            <a:extLst>
              <a:ext uri="{FF2B5EF4-FFF2-40B4-BE49-F238E27FC236}">
                <a16:creationId xmlns:a16="http://schemas.microsoft.com/office/drawing/2014/main" id="{AAA01CF0-3FB5-44EB-B7DE-F2E86374C2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555610" y="1197482"/>
            <a:ext cx="2777490" cy="73916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cs-CZ" sz="1350"/>
          </a:p>
        </p:txBody>
      </p:sp>
      <p:pic>
        <p:nvPicPr>
          <p:cNvPr id="6" name="Obrázek 5" descr="Logo v detailu&#10;&#10;Automaticky generovaný popis">
            <a:extLst>
              <a:ext uri="{FF2B5EF4-FFF2-40B4-BE49-F238E27FC236}">
                <a16:creationId xmlns:a16="http://schemas.microsoft.com/office/drawing/2014/main" id="{F1A8C364-94D4-4630-BAD0-78722F347055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860550" y="3168650"/>
            <a:ext cx="8445500" cy="2482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580555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FB2A4B2A-384A-68B9-F0D7-A6A91E953A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 err="1"/>
              <a:t>OOp</a:t>
            </a:r>
            <a:r>
              <a:rPr lang="cs-CZ" dirty="0"/>
              <a:t> základní pojmy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5DA3D5E2-A2FF-198E-540D-FB951A307A2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05435" indent="-305435"/>
            <a:r>
              <a:rPr lang="cs-CZ" dirty="0"/>
              <a:t>Objekt</a:t>
            </a:r>
          </a:p>
          <a:p>
            <a:pPr marL="305435" indent="-305435"/>
            <a:r>
              <a:rPr lang="cs-CZ" dirty="0"/>
              <a:t>Třída</a:t>
            </a:r>
          </a:p>
          <a:p>
            <a:pPr marL="305435" indent="-305435"/>
            <a:r>
              <a:rPr lang="cs-CZ" dirty="0"/>
              <a:t>Konstruktor</a:t>
            </a:r>
          </a:p>
          <a:p>
            <a:pPr marL="305435" indent="-305435"/>
            <a:r>
              <a:rPr lang="cs-CZ" b="1" dirty="0"/>
              <a:t>Koncepty OOP</a:t>
            </a:r>
          </a:p>
          <a:p>
            <a:pPr marL="629920" lvl="1" indent="-305435">
              <a:lnSpc>
                <a:spcPct val="110000"/>
              </a:lnSpc>
              <a:buFont typeface="Courier New" panose="05020102010507070707" pitchFamily="18" charset="2"/>
              <a:buChar char="o"/>
            </a:pPr>
            <a:r>
              <a:rPr lang="cs-CZ"/>
              <a:t>Dědičnost</a:t>
            </a:r>
          </a:p>
          <a:p>
            <a:pPr marL="629920" lvl="1" indent="-305435">
              <a:lnSpc>
                <a:spcPct val="110000"/>
              </a:lnSpc>
              <a:buFont typeface="Courier New" panose="05020102010507070707" pitchFamily="18" charset="2"/>
              <a:buChar char="o"/>
            </a:pPr>
            <a:r>
              <a:rPr lang="cs-CZ" dirty="0"/>
              <a:t>Polymorfismus</a:t>
            </a:r>
          </a:p>
          <a:p>
            <a:pPr marL="629920" lvl="1" indent="-305435">
              <a:lnSpc>
                <a:spcPct val="110000"/>
              </a:lnSpc>
              <a:buFont typeface="Courier New" panose="05020102010507070707" pitchFamily="18" charset="2"/>
              <a:buChar char="o"/>
            </a:pPr>
            <a:r>
              <a:rPr lang="cs-CZ" dirty="0"/>
              <a:t>Zapouzdření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94E77BD6-6C56-E12A-9EE2-DC35A8F786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9E25B38F-3440-48E9-8BA6-B9B0E297B628}" type="datetime1">
              <a:rPr lang="cs-CZ" smtClean="0"/>
              <a:t>11.01.2026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7049636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31FFE79F-B826-2020-FF53-03EE9CF95F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Abstrakce v </a:t>
            </a:r>
            <a:r>
              <a:rPr lang="cs-CZ" dirty="0" err="1"/>
              <a:t>oop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CEBD2539-3671-1B24-D5AD-A2BDCC8EC97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05435" indent="-305435"/>
            <a:r>
              <a:rPr lang="cs-CZ" sz="1800" dirty="0">
                <a:latin typeface="Century Gothic"/>
              </a:rPr>
              <a:t>Při modelování a následné implementace tříd se zaměřujeme pouze na důležité věci</a:t>
            </a:r>
            <a:endParaRPr lang="cs-CZ" dirty="0"/>
          </a:p>
          <a:p>
            <a:pPr marL="305435" indent="-305435"/>
            <a:r>
              <a:rPr lang="cs-CZ" sz="1800" dirty="0">
                <a:latin typeface="Century Gothic"/>
              </a:rPr>
              <a:t>Vytváříme abstrakci skutečného předmětu pro jednodušší práci s daným objektem</a:t>
            </a:r>
            <a:endParaRPr lang="cs-CZ" dirty="0"/>
          </a:p>
          <a:p>
            <a:pPr marL="305435" indent="-305435"/>
            <a:r>
              <a:rPr lang="cs-CZ" sz="1800" dirty="0">
                <a:latin typeface="Century Gothic"/>
              </a:rPr>
              <a:t>Jazyky podporující OOP využívají abstrakce v plné míře</a:t>
            </a:r>
            <a:endParaRPr lang="cs-CZ" dirty="0"/>
          </a:p>
          <a:p>
            <a:pPr marL="305435" indent="-305435"/>
            <a:r>
              <a:rPr lang="cs-CZ" sz="1800">
                <a:latin typeface="Century Gothic"/>
              </a:rPr>
              <a:t>Umožňují vytvářet abstraktní metody a třídy</a:t>
            </a:r>
            <a:endParaRPr lang="cs-CZ"/>
          </a:p>
          <a:p>
            <a:pPr marL="305435" indent="-305435"/>
            <a:r>
              <a:rPr lang="cs-CZ" sz="1800">
                <a:latin typeface="Century Gothic"/>
              </a:rPr>
              <a:t>Abstraktní atribut, metodu nebo třídu uvozujeme klíčovým slovem </a:t>
            </a:r>
            <a:r>
              <a:rPr lang="cs-CZ" sz="1800" b="1" i="1" err="1">
                <a:latin typeface="Century Gothic"/>
              </a:rPr>
              <a:t>abstract</a:t>
            </a:r>
            <a:endParaRPr lang="cs-CZ" err="1"/>
          </a:p>
          <a:p>
            <a:pPr marL="305435" indent="-305435"/>
            <a:r>
              <a:rPr lang="cs-CZ" sz="1800" dirty="0">
                <a:latin typeface="Century Gothic"/>
              </a:rPr>
              <a:t>Modifikátor nám říká, že implementace chybí nebo je neúplná</a:t>
            </a:r>
            <a:endParaRPr lang="cs-CZ" dirty="0"/>
          </a:p>
          <a:p>
            <a:pPr marL="305435" indent="-305435"/>
            <a:endParaRPr lang="cs-CZ" dirty="0"/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16C5C04E-2DEC-9A60-5165-6FC96330DA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9E25B38F-3440-48E9-8BA6-B9B0E297B628}" type="datetime1">
              <a:rPr lang="cs-CZ" smtClean="0"/>
              <a:t>11.01.2026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7697463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78D1352F-8FF7-24B9-8118-BD2FC6A119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 anchor="b">
            <a:normAutofit/>
          </a:bodyPr>
          <a:lstStyle/>
          <a:p>
            <a:r>
              <a:rPr lang="cs-CZ" dirty="0"/>
              <a:t>Abstraktní třída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C68E5D4E-B588-6ADD-630B-D5E9C91CA19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81194" y="2228004"/>
            <a:ext cx="5194767" cy="3633047"/>
          </a:xfrm>
        </p:spPr>
        <p:txBody>
          <a:bodyPr anchor="ctr">
            <a:normAutofit/>
          </a:bodyPr>
          <a:lstStyle/>
          <a:p>
            <a:pPr marL="305435" indent="-305435"/>
            <a:r>
              <a:rPr lang="cs-CZ"/>
              <a:t>Abstraktní třída je taková třída, která nám slouží pro odvozování dalších tříd</a:t>
            </a:r>
            <a:endParaRPr lang="cs-CZ" dirty="0"/>
          </a:p>
          <a:p>
            <a:pPr marL="305435" indent="-305435"/>
            <a:r>
              <a:rPr lang="cs-CZ"/>
              <a:t>Z takové třídy nelze vytvořit objekt</a:t>
            </a:r>
          </a:p>
          <a:p>
            <a:pPr marL="305435" indent="-305435"/>
            <a:r>
              <a:rPr lang="cs-CZ"/>
              <a:t>Abstraktní třída může obsahovat běžné i abstraktní metody</a:t>
            </a:r>
          </a:p>
          <a:p>
            <a:pPr marL="305435" indent="-305435"/>
            <a:r>
              <a:rPr lang="cs-CZ"/>
              <a:t>Třídy, které jsou odvozené z abstraktní třídy musí obsahovat implementaci všech abstraktních tříd, které dané třídě předchází</a:t>
            </a:r>
            <a:endParaRPr lang="cs-CZ" dirty="0"/>
          </a:p>
          <a:p>
            <a:pPr marL="305435" indent="-305435"/>
            <a:endParaRPr lang="cs-CZ" dirty="0"/>
          </a:p>
        </p:txBody>
      </p:sp>
      <p:pic>
        <p:nvPicPr>
          <p:cNvPr id="5" name="Obrázek 4" descr="Obsah obrázku text, snímek obrazovky, Písmo, řada/pruh&#10;&#10;Obsah generovaný pomocí AI může být nesprávný.">
            <a:extLst>
              <a:ext uri="{FF2B5EF4-FFF2-40B4-BE49-F238E27FC236}">
                <a16:creationId xmlns:a16="http://schemas.microsoft.com/office/drawing/2014/main" id="{9EBC0B5F-666A-D0A2-F39E-3A0B5DD97F7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16041" y="2531551"/>
            <a:ext cx="5194769" cy="3025953"/>
          </a:xfrm>
          <a:prstGeom prst="rect">
            <a:avLst/>
          </a:prstGeom>
          <a:noFill/>
        </p:spPr>
      </p:pic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8C7A9F70-0D40-AED2-953F-4C96B6EBC4A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605953" y="6423916"/>
            <a:ext cx="2844799" cy="365125"/>
          </a:xfrm>
        </p:spPr>
        <p:txBody>
          <a:bodyPr anchor="ctr">
            <a:normAutofit/>
          </a:bodyPr>
          <a:lstStyle/>
          <a:p>
            <a:pPr rtl="0">
              <a:spcAft>
                <a:spcPts val="600"/>
              </a:spcAft>
            </a:pPr>
            <a:fld id="{9E25B38F-3440-48E9-8BA6-B9B0E297B628}" type="datetime1">
              <a:rPr lang="cs-CZ" smtClean="0"/>
              <a:pPr rtl="0">
                <a:spcAft>
                  <a:spcPts val="600"/>
                </a:spcAft>
              </a:pPr>
              <a:t>11.01.2026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786021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DD13E01F-981C-C608-0D0A-41085456DD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Abstraktní metoda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34B25F14-D9FA-DF37-3655-1781506DE91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05435" indent="-305435"/>
            <a:r>
              <a:rPr lang="cs-CZ" sz="1800" dirty="0">
                <a:latin typeface="Century Gothic"/>
              </a:rPr>
              <a:t>Modifikátor </a:t>
            </a:r>
            <a:r>
              <a:rPr lang="cs-CZ" sz="1800" b="1" i="1" dirty="0" err="1">
                <a:latin typeface="Century Gothic"/>
              </a:rPr>
              <a:t>abstract</a:t>
            </a:r>
            <a:r>
              <a:rPr lang="cs-CZ" sz="1800" dirty="0">
                <a:latin typeface="Century Gothic"/>
              </a:rPr>
              <a:t> u metody nám říká, že tato metoda neobsahuje implementaci</a:t>
            </a:r>
            <a:endParaRPr lang="cs-CZ" dirty="0"/>
          </a:p>
          <a:p>
            <a:pPr marL="305435" indent="-305435"/>
            <a:r>
              <a:rPr lang="cs-CZ" sz="1800">
                <a:latin typeface="Century Gothic"/>
              </a:rPr>
              <a:t>Existuje pouze definice hlavička funkce a implementace se nachází jinde</a:t>
            </a:r>
            <a:endParaRPr lang="cs-CZ"/>
          </a:p>
          <a:p>
            <a:pPr marL="305435" indent="-305435"/>
            <a:r>
              <a:rPr lang="cs-CZ" sz="1800">
                <a:latin typeface="Century Gothic"/>
              </a:rPr>
              <a:t>Abstraktní metoda je explicitně vedená jako virtuální metoda i bez uvedení tohoto modifikátoru</a:t>
            </a:r>
            <a:endParaRPr lang="cs-CZ"/>
          </a:p>
          <a:p>
            <a:pPr marL="305435" indent="-305435"/>
            <a:r>
              <a:rPr lang="cs-CZ" sz="1600" dirty="0">
                <a:latin typeface="Century Gothic"/>
              </a:rPr>
              <a:t>Využití polymorfismu – na základě příslušnosti ke třídě se daná funkce může chovat jinak</a:t>
            </a:r>
            <a:endParaRPr lang="cs-CZ" dirty="0"/>
          </a:p>
          <a:p>
            <a:pPr marL="305435" indent="-305435"/>
            <a:r>
              <a:rPr lang="cs-CZ" sz="1800">
                <a:latin typeface="Century Gothic"/>
              </a:rPr>
              <a:t>Při implementaci abstraktní funkce musíme uvést modifikátor </a:t>
            </a:r>
            <a:r>
              <a:rPr lang="cs-CZ" sz="1800" b="1" i="1" err="1">
                <a:latin typeface="Century Gothic"/>
              </a:rPr>
              <a:t>override</a:t>
            </a:r>
            <a:endParaRPr lang="cs-CZ" err="1"/>
          </a:p>
          <a:p>
            <a:pPr marL="305435" indent="-305435"/>
            <a:r>
              <a:rPr lang="cs-CZ" sz="1800" dirty="0">
                <a:latin typeface="Century Gothic"/>
              </a:rPr>
              <a:t>Každá odvozená třída, která vychází z třídy obsahující abstraktní metodu, musí sama obsahovat implementaci této metody</a:t>
            </a:r>
            <a:endParaRPr lang="cs-CZ" dirty="0"/>
          </a:p>
          <a:p>
            <a:pPr marL="305435" indent="-305435"/>
            <a:endParaRPr lang="cs-CZ" dirty="0"/>
          </a:p>
        </p:txBody>
      </p:sp>
      <p:sp>
        <p:nvSpPr>
          <p:cNvPr id="5" name="Zástupný symbol pro datum 4">
            <a:extLst>
              <a:ext uri="{FF2B5EF4-FFF2-40B4-BE49-F238E27FC236}">
                <a16:creationId xmlns:a16="http://schemas.microsoft.com/office/drawing/2014/main" id="{A6B6ABB6-BB09-0278-3870-84FCB4A8F9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ED0DC0DA-1C84-4CFB-A589-758D033EC754}" type="datetime1">
              <a:rPr lang="cs-CZ" smtClean="0"/>
              <a:t>11.01.2026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4661659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BF6958E1-4AA1-09A8-45A6-E105FAA8F8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Proč využít abstrakci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1CA39B52-D7DA-FA3F-BC7C-35438F53D46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05435" indent="-305435"/>
            <a:r>
              <a:rPr lang="cs-CZ" sz="1800">
                <a:latin typeface="Century Gothic"/>
              </a:rPr>
              <a:t>Při návrhu aplikace není třeba řešit samotnou implementaci</a:t>
            </a:r>
            <a:endParaRPr lang="cs-CZ"/>
          </a:p>
          <a:p>
            <a:pPr marL="305435" indent="-305435"/>
            <a:r>
              <a:rPr lang="cs-CZ" sz="1800" dirty="0">
                <a:latin typeface="Century Gothic"/>
              </a:rPr>
              <a:t>Abstraktní třídy společně s rozumným komentářem nám dokáže přiblížit funkcionalitu jednotlivých metod a využití tříd</a:t>
            </a:r>
            <a:endParaRPr lang="cs-CZ" dirty="0"/>
          </a:p>
          <a:p>
            <a:pPr marL="305435" indent="-305435"/>
            <a:r>
              <a:rPr lang="cs-CZ" sz="1800">
                <a:latin typeface="Century Gothic"/>
              </a:rPr>
              <a:t>Na plno využíváme vlastností OOP, zejména polymorfismu</a:t>
            </a:r>
            <a:endParaRPr lang="cs-CZ"/>
          </a:p>
          <a:p>
            <a:pPr marL="305435" indent="-305435"/>
            <a:r>
              <a:rPr lang="cs-CZ" sz="1800">
                <a:latin typeface="Century Gothic"/>
              </a:rPr>
              <a:t>Vytvořením abstraktních tříd hledáme podobnosti mezi jednotlivými objekty a zamezíme tak duplicitám kódu</a:t>
            </a:r>
            <a:endParaRPr lang="cs-CZ"/>
          </a:p>
          <a:p>
            <a:pPr marL="305435" indent="-305435"/>
            <a:r>
              <a:rPr lang="cs-CZ" sz="1800" dirty="0">
                <a:latin typeface="Century Gothic"/>
              </a:rPr>
              <a:t>Díky abstraktním třídám můžeme schovat určité detaily a zobrazit pouze podstatné informace</a:t>
            </a:r>
            <a:endParaRPr lang="cs-CZ" dirty="0"/>
          </a:p>
          <a:p>
            <a:pPr marL="305435" indent="-305435"/>
            <a:r>
              <a:rPr lang="cs-CZ" sz="1800" dirty="0">
                <a:latin typeface="Century Gothic"/>
              </a:rPr>
              <a:t>Víme, že daná třída má určité metody a atributy, ale jak se chovají je skryto</a:t>
            </a:r>
            <a:endParaRPr lang="cs-CZ" dirty="0"/>
          </a:p>
          <a:p>
            <a:pPr marL="305435" indent="-305435"/>
            <a:endParaRPr lang="cs-CZ" dirty="0"/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157A57C3-6A35-8F64-963A-6DFE85B78C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9E25B38F-3440-48E9-8BA6-B9B0E297B628}" type="datetime1">
              <a:rPr lang="cs-CZ" smtClean="0"/>
              <a:t>11.01.2026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5901824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9ED94B24-42DD-3C9A-37D9-63C41D2473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 anchor="b">
            <a:normAutofit/>
          </a:bodyPr>
          <a:lstStyle/>
          <a:p>
            <a:r>
              <a:rPr lang="cs-CZ" dirty="0"/>
              <a:t>rozhraní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8F9CC509-9E6E-3BC6-5C5A-B42C591584E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81194" y="2228004"/>
            <a:ext cx="5194767" cy="3633047"/>
          </a:xfrm>
        </p:spPr>
        <p:txBody>
          <a:bodyPr anchor="ctr">
            <a:normAutofit/>
          </a:bodyPr>
          <a:lstStyle/>
          <a:p>
            <a:pPr marL="305435" indent="-305435"/>
            <a:r>
              <a:rPr lang="cs-CZ"/>
              <a:t>Vytvářením formulářových aplikací již vytváříme uživatelské rozhraní</a:t>
            </a:r>
          </a:p>
          <a:p>
            <a:pPr marL="305435" indent="-305435"/>
            <a:r>
              <a:rPr lang="cs-CZ"/>
              <a:t>Z popisků u jednotlivých komponent ví, co daná aplikace obsahuje a co by měla umět</a:t>
            </a:r>
            <a:endParaRPr lang="cs-CZ" dirty="0"/>
          </a:p>
          <a:p>
            <a:pPr marL="305435" indent="-305435"/>
            <a:r>
              <a:rPr lang="cs-CZ"/>
              <a:t>Samotná implementace je však pro uživatele skrytá</a:t>
            </a:r>
            <a:endParaRPr lang="cs-CZ" dirty="0"/>
          </a:p>
          <a:p>
            <a:pPr marL="305435" indent="-305435"/>
            <a:endParaRPr lang="cs-CZ" dirty="0"/>
          </a:p>
        </p:txBody>
      </p:sp>
      <p:pic>
        <p:nvPicPr>
          <p:cNvPr id="5" name="Obrázek 4" descr="Obsah obrázku snímek obrazovky, text, displej, diagram&#10;&#10;Obsah generovaný pomocí AI může být nesprávný.">
            <a:extLst>
              <a:ext uri="{FF2B5EF4-FFF2-40B4-BE49-F238E27FC236}">
                <a16:creationId xmlns:a16="http://schemas.microsoft.com/office/drawing/2014/main" id="{DB8CAD39-FB89-B130-BBDD-783A0E3E225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16041" y="2700381"/>
            <a:ext cx="5194769" cy="2688292"/>
          </a:xfrm>
          <a:prstGeom prst="rect">
            <a:avLst/>
          </a:prstGeom>
          <a:noFill/>
        </p:spPr>
      </p:pic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5A5E5FF5-505D-6AAA-8363-295219420DB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605953" y="6423916"/>
            <a:ext cx="2844799" cy="365125"/>
          </a:xfrm>
        </p:spPr>
        <p:txBody>
          <a:bodyPr anchor="ctr">
            <a:normAutofit/>
          </a:bodyPr>
          <a:lstStyle/>
          <a:p>
            <a:pPr rtl="0">
              <a:spcAft>
                <a:spcPts val="600"/>
              </a:spcAft>
            </a:pPr>
            <a:fld id="{9E25B38F-3440-48E9-8BA6-B9B0E297B628}" type="datetime1">
              <a:rPr lang="cs-CZ" smtClean="0"/>
              <a:pPr rtl="0">
                <a:spcAft>
                  <a:spcPts val="600"/>
                </a:spcAft>
              </a:pPr>
              <a:t>11.01.2026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733470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93E8343D-2D07-6EA9-171E-EBA9B1F132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Rozhraní / interface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C78BD82E-21FF-2A8A-7973-68E377E379F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305435" indent="-305435"/>
            <a:r>
              <a:rPr lang="cs-CZ" sz="1800">
                <a:latin typeface="Century Gothic"/>
              </a:rPr>
              <a:t>Interface (rozhraní) v programování funguje na podobném principu jako rozhraní </a:t>
            </a:r>
            <a:r>
              <a:rPr lang="cs-CZ" sz="1800" dirty="0">
                <a:latin typeface="Century Gothic"/>
              </a:rPr>
              <a:t>zobrazované uživateli</a:t>
            </a:r>
            <a:endParaRPr lang="cs-CZ"/>
          </a:p>
          <a:p>
            <a:pPr marL="305435" indent="-305435"/>
            <a:r>
              <a:rPr lang="cs-CZ" sz="1800" dirty="0">
                <a:latin typeface="Century Gothic"/>
              </a:rPr>
              <a:t>Popisuje, co daná třída nebo struktura umí a obsahuje</a:t>
            </a:r>
            <a:endParaRPr lang="cs-CZ" dirty="0"/>
          </a:p>
          <a:p>
            <a:pPr marL="305435" indent="-305435"/>
            <a:r>
              <a:rPr lang="cs-CZ" sz="1800">
                <a:latin typeface="Century Gothic"/>
              </a:rPr>
              <a:t>Interface může obsahovat metody, události, …</a:t>
            </a:r>
            <a:endParaRPr lang="cs-CZ"/>
          </a:p>
          <a:p>
            <a:pPr marL="305435" indent="-305435"/>
            <a:r>
              <a:rPr lang="cs-CZ" sz="1800">
                <a:latin typeface="Century Gothic"/>
              </a:rPr>
              <a:t>Interface ovšem neobsahuje implementaci jednotlivých částí, které popisuje</a:t>
            </a:r>
            <a:endParaRPr lang="cs-CZ"/>
          </a:p>
          <a:p>
            <a:pPr marL="305435" indent="-305435"/>
            <a:r>
              <a:rPr lang="cs-CZ" sz="1800">
                <a:latin typeface="Century Gothic"/>
              </a:rPr>
              <a:t>Obdobně jako u abstraktních tříd, rozhraní může být odvozeno od jiného rozhraní</a:t>
            </a:r>
            <a:endParaRPr lang="cs-CZ"/>
          </a:p>
          <a:p>
            <a:pPr marL="629920" lvl="1" indent="-305435">
              <a:lnSpc>
                <a:spcPct val="110000"/>
              </a:lnSpc>
              <a:buFont typeface="Courier New" panose="05020102010507070707" pitchFamily="18" charset="2"/>
              <a:buChar char="o"/>
            </a:pPr>
            <a:r>
              <a:rPr lang="cs-CZ" sz="1300" dirty="0">
                <a:latin typeface="Century Gothic"/>
              </a:rPr>
              <a:t>Dědí tedy jednotlivé atributy a metody z nadřazeného rozhraní</a:t>
            </a:r>
            <a:endParaRPr lang="cs-CZ"/>
          </a:p>
          <a:p>
            <a:pPr marL="305435" indent="-305435"/>
            <a:r>
              <a:rPr lang="cs-CZ" sz="1800">
                <a:latin typeface="Century Gothic"/>
              </a:rPr>
              <a:t>Za pomocí interface dokážeme rovněž dosáhnout jisté míry abstrakce</a:t>
            </a:r>
            <a:endParaRPr lang="cs-CZ"/>
          </a:p>
          <a:p>
            <a:pPr marL="305435" indent="-305435"/>
            <a:r>
              <a:rPr lang="cs-CZ" sz="1800" dirty="0">
                <a:latin typeface="Century Gothic"/>
              </a:rPr>
              <a:t>Při vytváření rozhraní využíváme klíčového slova </a:t>
            </a:r>
            <a:r>
              <a:rPr lang="cs-CZ" sz="1800" b="1" i="1" dirty="0">
                <a:latin typeface="Century Gothic"/>
              </a:rPr>
              <a:t>interface</a:t>
            </a:r>
            <a:endParaRPr lang="cs-CZ"/>
          </a:p>
          <a:p>
            <a:pPr marL="305435" indent="-305435"/>
            <a:endParaRPr lang="cs-CZ" dirty="0"/>
          </a:p>
        </p:txBody>
      </p:sp>
      <p:sp>
        <p:nvSpPr>
          <p:cNvPr id="5" name="Zástupný symbol pro datum 4">
            <a:extLst>
              <a:ext uri="{FF2B5EF4-FFF2-40B4-BE49-F238E27FC236}">
                <a16:creationId xmlns:a16="http://schemas.microsoft.com/office/drawing/2014/main" id="{4C35F830-0847-060F-C170-EF20369C9F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ED0DC0DA-1C84-4CFB-A589-758D033EC754}" type="datetime1">
              <a:rPr lang="cs-CZ" smtClean="0"/>
              <a:t>11.01.2026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4364569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45EF081F-83CF-0EC4-5355-2E78474D81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Implementace rozhraní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0A51EB06-A837-89A3-53FE-DF2C743B023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4" y="2340864"/>
            <a:ext cx="3706499" cy="3634486"/>
          </a:xfrm>
        </p:spPr>
        <p:txBody>
          <a:bodyPr/>
          <a:lstStyle/>
          <a:p>
            <a:pPr marL="305435" indent="-305435"/>
            <a:r>
              <a:rPr lang="cs-CZ" sz="1800" dirty="0">
                <a:latin typeface="Century Gothic"/>
              </a:rPr>
              <a:t>Každá třída případně struktura může implementovat jedno či více rozhraní</a:t>
            </a:r>
            <a:endParaRPr lang="cs-CZ" dirty="0"/>
          </a:p>
          <a:p>
            <a:pPr marL="305435" indent="-305435"/>
            <a:r>
              <a:rPr lang="cs-CZ" sz="1800" dirty="0">
                <a:latin typeface="Century Gothic"/>
              </a:rPr>
              <a:t>Objekt, který je vytvořený z třídy, která implementuje rozhraní může být implicitně (automaticky) převedená na typ daného rozhraní</a:t>
            </a:r>
            <a:endParaRPr lang="cs-CZ" dirty="0"/>
          </a:p>
          <a:p>
            <a:pPr marL="305435" indent="-305435"/>
            <a:endParaRPr lang="cs-CZ" dirty="0"/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2FC18EB0-6E45-762A-FD5E-C18B64835D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9E25B38F-3440-48E9-8BA6-B9B0E297B628}" type="datetime1">
              <a:rPr lang="cs-CZ" smtClean="0"/>
              <a:t>11.01.2026</a:t>
            </a:fld>
            <a:endParaRPr lang="en-US" dirty="0"/>
          </a:p>
        </p:txBody>
      </p:sp>
      <p:pic>
        <p:nvPicPr>
          <p:cNvPr id="5" name="Obrázek 4" descr="Obsah obrázku text, snímek obrazovky, Písmo, číslo&#10;&#10;Obsah generovaný pomocí AI může být nesprávný.">
            <a:extLst>
              <a:ext uri="{FF2B5EF4-FFF2-40B4-BE49-F238E27FC236}">
                <a16:creationId xmlns:a16="http://schemas.microsoft.com/office/drawing/2014/main" id="{80D5B74F-8720-F99E-A236-CF280FC3185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76910" y="1890154"/>
            <a:ext cx="3418389" cy="4522521"/>
          </a:xfrm>
          <a:prstGeom prst="rect">
            <a:avLst/>
          </a:prstGeom>
        </p:spPr>
      </p:pic>
      <p:pic>
        <p:nvPicPr>
          <p:cNvPr id="6" name="Obrázek 5" descr="Obsah obrázku text, snímek obrazovky, Písmo, číslo&#10;&#10;Obsah generovaný pomocí AI může být nesprávný.">
            <a:extLst>
              <a:ext uri="{FF2B5EF4-FFF2-40B4-BE49-F238E27FC236}">
                <a16:creationId xmlns:a16="http://schemas.microsoft.com/office/drawing/2014/main" id="{BD9AC6E8-9F64-4D2B-A42F-38CA217087C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28907" y="1886383"/>
            <a:ext cx="3841173" cy="46488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1682840"/>
      </p:ext>
    </p:extLst>
  </p:cSld>
  <p:clrMapOvr>
    <a:masterClrMapping/>
  </p:clrMapOvr>
</p:sld>
</file>

<file path=ppt/theme/theme1.xml><?xml version="1.0" encoding="utf-8"?>
<a:theme xmlns:a="http://schemas.openxmlformats.org/drawingml/2006/main" name="DividendVTI">
  <a:themeElements>
    <a:clrScheme name="Blue II">
      <a:dk1>
        <a:sysClr val="windowText" lastClr="000000"/>
      </a:dk1>
      <a:lt1>
        <a:sysClr val="window" lastClr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EAC1C"/>
      </a:hlink>
      <a:folHlink>
        <a:srgbClr val="B26B02"/>
      </a:folHlink>
    </a:clrScheme>
    <a:fontScheme name="Dividend">
      <a:majorFont>
        <a:latin typeface="Franklin Gothic Demi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Franklin Gothic Book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Dividend">
      <a:fillStyleLst>
        <a:solidFill>
          <a:schemeClr val="phClr"/>
        </a:solidFill>
        <a:gradFill rotWithShape="1">
          <a:gsLst>
            <a:gs pos="0">
              <a:schemeClr val="phClr">
                <a:tint val="68000"/>
                <a:alpha val="90000"/>
                <a:lumMod val="100000"/>
              </a:schemeClr>
            </a:gs>
            <a:gs pos="100000">
              <a:schemeClr val="phClr">
                <a:tint val="90000"/>
                <a:lumMod val="95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98000"/>
                <a:lumMod val="110000"/>
              </a:schemeClr>
            </a:gs>
            <a:gs pos="84000">
              <a:schemeClr val="phClr">
                <a:shade val="90000"/>
                <a:lumMod val="88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>
              <a:lumMod val="90000"/>
            </a:schemeClr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55000"/>
              </a:srgbClr>
            </a:outerShdw>
          </a:effectLst>
        </a:effectStyle>
        <a:effectStyle>
          <a:effectLst>
            <a:outerShdw blurRad="88900" dist="38100" dir="504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88000">
              <a:schemeClr val="phClr">
                <a:shade val="94000"/>
                <a:satMod val="110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8000"/>
                <a:satMod val="110000"/>
                <a:lumMod val="8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_41798698_TF33552983" id="{76B99DA1-8F4B-4CDD-AF17-E230D0ABAD07}" vid="{3FF160E1-38F3-4E00-BD3B-0B3A46B66420}"/>
    </a:ext>
  </a:extLst>
</a:theme>
</file>

<file path=ppt/theme/theme2.xml><?xml version="1.0" encoding="utf-8"?>
<a:theme xmlns:a="http://schemas.openxmlformats.org/drawingml/2006/main" name="Motiv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Motiv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1551E01F061E674F96D9948F82E90CC0" ma:contentTypeVersion="4" ma:contentTypeDescription="Vytvoří nový dokument" ma:contentTypeScope="" ma:versionID="f24d3dad2cdaa68b552e742c9a155c46">
  <xsd:schema xmlns:xsd="http://www.w3.org/2001/XMLSchema" xmlns:xs="http://www.w3.org/2001/XMLSchema" xmlns:p="http://schemas.microsoft.com/office/2006/metadata/properties" xmlns:ns2="5f0cc4f6-0c3c-4ea8-92ec-990817b169a4" targetNamespace="http://schemas.microsoft.com/office/2006/metadata/properties" ma:root="true" ma:fieldsID="df9674bae75529953f00e81362a09cc4" ns2:_="">
    <xsd:import namespace="5f0cc4f6-0c3c-4ea8-92ec-990817b169a4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f0cc4f6-0c3c-4ea8-92ec-990817b169a4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yp obsahu"/>
        <xsd:element ref="dc:title" minOccurs="0" maxOccurs="1" ma:index="4" ma:displayName="Nadpis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5E49B5DC-8932-455E-8A8D-F16FDACEC9B1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66FA5928-5567-443F-B397-071141A65AD8}"/>
</file>

<file path=customXml/itemProps3.xml><?xml version="1.0" encoding="utf-8"?>
<ds:datastoreItem xmlns:ds="http://schemas.openxmlformats.org/officeDocument/2006/customXml" ds:itemID="{DF3CDFA7-8B23-4853-8EB8-EE6E351B90A2}">
  <ds:schemaRefs>
    <ds:schemaRef ds:uri="http://schemas.microsoft.com/office/2006/metadata/properties"/>
    <ds:schemaRef ds:uri="http://schemas.microsoft.com/office/infopath/2007/PartnerControl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{057ABDF0-0FF1-49A1-B0D8-3ACA9F4F8DB4}TF201209c3-d067-44f9-a26f-c8f216c44313d714db88_win32-5cc965dfc2a9</Template>
  <TotalTime>116</TotalTime>
  <Words>640</Words>
  <Application>Microsoft Office PowerPoint</Application>
  <PresentationFormat>Širokoúhlá obrazovka</PresentationFormat>
  <Paragraphs>86</Paragraphs>
  <Slides>9</Slides>
  <Notes>0</Notes>
  <HiddenSlides>0</HiddenSlides>
  <MMClips>0</MMClips>
  <ScaleCrop>false</ScaleCrop>
  <HeadingPairs>
    <vt:vector size="4" baseType="variant">
      <vt:variant>
        <vt:lpstr>Motiv</vt:lpstr>
      </vt:variant>
      <vt:variant>
        <vt:i4>1</vt:i4>
      </vt:variant>
      <vt:variant>
        <vt:lpstr>Nadpisy snímků</vt:lpstr>
      </vt:variant>
      <vt:variant>
        <vt:i4>9</vt:i4>
      </vt:variant>
    </vt:vector>
  </HeadingPairs>
  <TitlesOfParts>
    <vt:vector size="10" baseType="lpstr">
      <vt:lpstr>DividendVTI</vt:lpstr>
      <vt:lpstr>Programování</vt:lpstr>
      <vt:lpstr>OOp základní pojmy</vt:lpstr>
      <vt:lpstr>Abstrakce v oop</vt:lpstr>
      <vt:lpstr>Abstraktní třída</vt:lpstr>
      <vt:lpstr>Abstraktní metoda</vt:lpstr>
      <vt:lpstr>Proč využít abstrakci</vt:lpstr>
      <vt:lpstr>rozhraní</vt:lpstr>
      <vt:lpstr>Rozhraní / interface</vt:lpstr>
      <vt:lpstr>Implementace rozhraní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Programování</dc:title>
  <dc:creator>Sládeček David</dc:creator>
  <cp:lastModifiedBy>Sládeček David</cp:lastModifiedBy>
  <cp:revision>666</cp:revision>
  <dcterms:created xsi:type="dcterms:W3CDTF">2025-09-08T04:51:09Z</dcterms:created>
  <dcterms:modified xsi:type="dcterms:W3CDTF">2026-01-12T06:49:43Z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0x0101001551E01F061E674F96D9948F82E90CC0</vt:lpwstr>
  </property>
  <property fmtid="{D5CDD505-2E9C-101B-9397-08002B2CF9AE}" pid="3" name="Order">
    <vt:r8>3700</vt:r8>
  </property>
  <property fmtid="{D5CDD505-2E9C-101B-9397-08002B2CF9AE}" pid="4" name="xd_Signature">
    <vt:bool>false</vt:bool>
  </property>
  <property fmtid="{D5CDD505-2E9C-101B-9397-08002B2CF9AE}" pid="5" name="xd_ProgID">
    <vt:lpwstr/>
  </property>
  <property fmtid="{D5CDD505-2E9C-101B-9397-08002B2CF9AE}" pid="6" name="TriggerFlowInfo">
    <vt:lpwstr/>
  </property>
  <property fmtid="{D5CDD505-2E9C-101B-9397-08002B2CF9AE}" pid="7" name="_SourceUrl">
    <vt:lpwstr/>
  </property>
  <property fmtid="{D5CDD505-2E9C-101B-9397-08002B2CF9AE}" pid="8" name="_SharedFileIndex">
    <vt:lpwstr/>
  </property>
  <property fmtid="{D5CDD505-2E9C-101B-9397-08002B2CF9AE}" pid="9" name="ComplianceAssetId">
    <vt:lpwstr/>
  </property>
  <property fmtid="{D5CDD505-2E9C-101B-9397-08002B2CF9AE}" pid="10" name="TemplateUrl">
    <vt:lpwstr/>
  </property>
  <property fmtid="{D5CDD505-2E9C-101B-9397-08002B2CF9AE}" pid="11" name="_ExtendedDescription">
    <vt:lpwstr/>
  </property>
</Properties>
</file>