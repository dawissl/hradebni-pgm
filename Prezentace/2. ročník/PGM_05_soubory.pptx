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12" r:id="rId4"/>
  </p:sldMasterIdLst>
  <p:notesMasterIdLst>
    <p:notesMasterId r:id="rId14"/>
  </p:notesMasterIdLst>
  <p:handoutMasterIdLst>
    <p:handoutMasterId r:id="rId15"/>
  </p:handoutMasterIdLst>
  <p:sldIdLst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</p:sldIdLst>
  <p:sldSz cx="12192000" cy="6858000"/>
  <p:notesSz cx="6858000" cy="9144000"/>
  <p:defaultTextStyle>
    <a:defPPr rtl="0">
      <a:defRPr lang="cs-cz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56766DF-16ED-4F65-AC9C-916C7A3DE579}" v="329" dt="2025-11-23T18:58:38.35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014" autoAdjust="0"/>
    <p:restoredTop sz="94660"/>
  </p:normalViewPr>
  <p:slideViewPr>
    <p:cSldViewPr snapToGrid="0">
      <p:cViewPr varScale="1">
        <p:scale>
          <a:sx n="140" d="100"/>
          <a:sy n="140" d="100"/>
        </p:scale>
        <p:origin x="144" y="54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120" d="100"/>
          <a:sy n="120" d="100"/>
        </p:scale>
        <p:origin x="5040" y="10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heme" Target="theme/theme1.xml"/><Relationship Id="rId3" Type="http://schemas.openxmlformats.org/officeDocument/2006/relationships/customXml" Target="../customXml/item3.xml"/><Relationship Id="rId21" Type="http://schemas.microsoft.com/office/2015/10/relationships/revisionInfo" Target="revisionInfo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handoutMaster" Target="handoutMasters/handoutMaster1.xml"/><Relationship Id="rId10" Type="http://schemas.openxmlformats.org/officeDocument/2006/relationships/slide" Target="slides/slide6.xml"/><Relationship Id="rId19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ládeček David" userId="S::sladecek@hradebni.cz::474d93f0-3a32-49cc-b837-47806091b590" providerId="AD" clId="Web-{E56766DF-16ED-4F65-AC9C-916C7A3DE579}"/>
    <pc:docChg chg="mod addSld delSld modSld modMainMaster setSldSz">
      <pc:chgData name="Sládeček David" userId="S::sladecek@hradebni.cz::474d93f0-3a32-49cc-b837-47806091b590" providerId="AD" clId="Web-{E56766DF-16ED-4F65-AC9C-916C7A3DE579}" dt="2025-11-23T18:58:38.355" v="299" actId="14100"/>
      <pc:docMkLst>
        <pc:docMk/>
      </pc:docMkLst>
      <pc:sldChg chg="modSp">
        <pc:chgData name="Sládeček David" userId="S::sladecek@hradebni.cz::474d93f0-3a32-49cc-b837-47806091b590" providerId="AD" clId="Web-{E56766DF-16ED-4F65-AC9C-916C7A3DE579}" dt="2025-11-23T18:55:40.415" v="258"/>
        <pc:sldMkLst>
          <pc:docMk/>
          <pc:sldMk cId="2475805559" sldId="257"/>
        </pc:sldMkLst>
        <pc:spChg chg="mod">
          <ac:chgData name="Sládeček David" userId="S::sladecek@hradebni.cz::474d93f0-3a32-49cc-b837-47806091b590" providerId="AD" clId="Web-{E56766DF-16ED-4F65-AC9C-916C7A3DE579}" dt="2025-11-23T18:55:40.415" v="258"/>
          <ac:spMkLst>
            <pc:docMk/>
            <pc:sldMk cId="2475805559" sldId="257"/>
            <ac:spMk id="2" creationId="{1C21E816-31F5-48BB-BD02-D15F2F18B48A}"/>
          </ac:spMkLst>
        </pc:spChg>
        <pc:spChg chg="mod">
          <ac:chgData name="Sládeček David" userId="S::sladecek@hradebni.cz::474d93f0-3a32-49cc-b837-47806091b590" providerId="AD" clId="Web-{E56766DF-16ED-4F65-AC9C-916C7A3DE579}" dt="2025-11-23T18:55:40.415" v="258"/>
          <ac:spMkLst>
            <pc:docMk/>
            <pc:sldMk cId="2475805559" sldId="257"/>
            <ac:spMk id="3" creationId="{835D6E6B-3353-491C-A3C6-F278D6CED8B3}"/>
          </ac:spMkLst>
        </pc:spChg>
        <pc:spChg chg="mod">
          <ac:chgData name="Sládeček David" userId="S::sladecek@hradebni.cz::474d93f0-3a32-49cc-b837-47806091b590" providerId="AD" clId="Web-{E56766DF-16ED-4F65-AC9C-916C7A3DE579}" dt="2025-11-23T18:55:40.415" v="258"/>
          <ac:spMkLst>
            <pc:docMk/>
            <pc:sldMk cId="2475805559" sldId="257"/>
            <ac:spMk id="18" creationId="{D6D7A0BC-0046-4CAA-8E7F-DCAFE511EA0E}"/>
          </ac:spMkLst>
        </pc:spChg>
        <pc:spChg chg="mod">
          <ac:chgData name="Sládeček David" userId="S::sladecek@hradebni.cz::474d93f0-3a32-49cc-b837-47806091b590" providerId="AD" clId="Web-{E56766DF-16ED-4F65-AC9C-916C7A3DE579}" dt="2025-11-23T18:55:40.415" v="258"/>
          <ac:spMkLst>
            <pc:docMk/>
            <pc:sldMk cId="2475805559" sldId="257"/>
            <ac:spMk id="20" creationId="{E7C6334F-6411-41EC-AD7D-179EDD8B58CB}"/>
          </ac:spMkLst>
        </pc:spChg>
        <pc:spChg chg="mod">
          <ac:chgData name="Sládeček David" userId="S::sladecek@hradebni.cz::474d93f0-3a32-49cc-b837-47806091b590" providerId="AD" clId="Web-{E56766DF-16ED-4F65-AC9C-916C7A3DE579}" dt="2025-11-23T18:55:40.415" v="258"/>
          <ac:spMkLst>
            <pc:docMk/>
            <pc:sldMk cId="2475805559" sldId="257"/>
            <ac:spMk id="22" creationId="{E6B02CEE-3AF8-4349-9B3E-8970E6DF62B3}"/>
          </ac:spMkLst>
        </pc:spChg>
        <pc:spChg chg="mod">
          <ac:chgData name="Sládeček David" userId="S::sladecek@hradebni.cz::474d93f0-3a32-49cc-b837-47806091b590" providerId="AD" clId="Web-{E56766DF-16ED-4F65-AC9C-916C7A3DE579}" dt="2025-11-23T18:55:40.415" v="258"/>
          <ac:spMkLst>
            <pc:docMk/>
            <pc:sldMk cId="2475805559" sldId="257"/>
            <ac:spMk id="24" creationId="{AAA01CF0-3FB5-44EB-B7DE-F2E86374C2FB}"/>
          </ac:spMkLst>
        </pc:spChg>
        <pc:picChg chg="mod">
          <ac:chgData name="Sládeček David" userId="S::sladecek@hradebni.cz::474d93f0-3a32-49cc-b837-47806091b590" providerId="AD" clId="Web-{E56766DF-16ED-4F65-AC9C-916C7A3DE579}" dt="2025-11-23T18:55:40.415" v="258"/>
          <ac:picMkLst>
            <pc:docMk/>
            <pc:sldMk cId="2475805559" sldId="257"/>
            <ac:picMk id="6" creationId="{F1A8C364-94D4-4630-BAD0-78722F347055}"/>
          </ac:picMkLst>
        </pc:picChg>
      </pc:sldChg>
      <pc:sldChg chg="modSp new">
        <pc:chgData name="Sládeček David" userId="S::sladecek@hradebni.cz::474d93f0-3a32-49cc-b837-47806091b590" providerId="AD" clId="Web-{E56766DF-16ED-4F65-AC9C-916C7A3DE579}" dt="2025-11-23T18:56:26.494" v="267" actId="20577"/>
        <pc:sldMkLst>
          <pc:docMk/>
          <pc:sldMk cId="3623284285" sldId="258"/>
        </pc:sldMkLst>
        <pc:spChg chg="mod">
          <ac:chgData name="Sládeček David" userId="S::sladecek@hradebni.cz::474d93f0-3a32-49cc-b837-47806091b590" providerId="AD" clId="Web-{E56766DF-16ED-4F65-AC9C-916C7A3DE579}" dt="2025-11-23T18:46:35.858" v="41" actId="20577"/>
          <ac:spMkLst>
            <pc:docMk/>
            <pc:sldMk cId="3623284285" sldId="258"/>
            <ac:spMk id="2" creationId="{ADDBDC9E-86EB-8F9B-E0A2-21F97F00F7B0}"/>
          </ac:spMkLst>
        </pc:spChg>
        <pc:spChg chg="mod">
          <ac:chgData name="Sládeček David" userId="S::sladecek@hradebni.cz::474d93f0-3a32-49cc-b837-47806091b590" providerId="AD" clId="Web-{E56766DF-16ED-4F65-AC9C-916C7A3DE579}" dt="2025-11-23T18:56:26.494" v="267" actId="20577"/>
          <ac:spMkLst>
            <pc:docMk/>
            <pc:sldMk cId="3623284285" sldId="258"/>
            <ac:spMk id="3" creationId="{202A71CB-244C-674F-8403-EB4EF7520D4B}"/>
          </ac:spMkLst>
        </pc:spChg>
      </pc:sldChg>
      <pc:sldChg chg="del">
        <pc:chgData name="Sládeček David" userId="S::sladecek@hradebni.cz::474d93f0-3a32-49cc-b837-47806091b590" providerId="AD" clId="Web-{E56766DF-16ED-4F65-AC9C-916C7A3DE579}" dt="2025-11-23T18:45:35.277" v="15"/>
        <pc:sldMkLst>
          <pc:docMk/>
          <pc:sldMk cId="960916328" sldId="259"/>
        </pc:sldMkLst>
      </pc:sldChg>
      <pc:sldChg chg="modSp new">
        <pc:chgData name="Sládeček David" userId="S::sladecek@hradebni.cz::474d93f0-3a32-49cc-b837-47806091b590" providerId="AD" clId="Web-{E56766DF-16ED-4F65-AC9C-916C7A3DE579}" dt="2025-11-23T18:56:30.666" v="269" actId="20577"/>
        <pc:sldMkLst>
          <pc:docMk/>
          <pc:sldMk cId="4224318264" sldId="259"/>
        </pc:sldMkLst>
        <pc:spChg chg="mod">
          <ac:chgData name="Sládeček David" userId="S::sladecek@hradebni.cz::474d93f0-3a32-49cc-b837-47806091b590" providerId="AD" clId="Web-{E56766DF-16ED-4F65-AC9C-916C7A3DE579}" dt="2025-11-23T18:47:25.893" v="67" actId="20577"/>
          <ac:spMkLst>
            <pc:docMk/>
            <pc:sldMk cId="4224318264" sldId="259"/>
            <ac:spMk id="2" creationId="{5CDE6A62-A12C-68AF-644A-10EE5845F3C0}"/>
          </ac:spMkLst>
        </pc:spChg>
        <pc:spChg chg="mod">
          <ac:chgData name="Sládeček David" userId="S::sladecek@hradebni.cz::474d93f0-3a32-49cc-b837-47806091b590" providerId="AD" clId="Web-{E56766DF-16ED-4F65-AC9C-916C7A3DE579}" dt="2025-11-23T18:56:30.666" v="269" actId="20577"/>
          <ac:spMkLst>
            <pc:docMk/>
            <pc:sldMk cId="4224318264" sldId="259"/>
            <ac:spMk id="3" creationId="{50D6F24F-BD70-A7FF-6A50-4E0E205A7D62}"/>
          </ac:spMkLst>
        </pc:spChg>
      </pc:sldChg>
      <pc:sldChg chg="addSp delSp modSp new">
        <pc:chgData name="Sládeček David" userId="S::sladecek@hradebni.cz::474d93f0-3a32-49cc-b837-47806091b590" providerId="AD" clId="Web-{E56766DF-16ED-4F65-AC9C-916C7A3DE579}" dt="2025-11-23T18:56:47.150" v="272" actId="20577"/>
        <pc:sldMkLst>
          <pc:docMk/>
          <pc:sldMk cId="1203529461" sldId="260"/>
        </pc:sldMkLst>
        <pc:spChg chg="mod">
          <ac:chgData name="Sládeček David" userId="S::sladecek@hradebni.cz::474d93f0-3a32-49cc-b837-47806091b590" providerId="AD" clId="Web-{E56766DF-16ED-4F65-AC9C-916C7A3DE579}" dt="2025-11-23T18:49:15.226" v="103" actId="20577"/>
          <ac:spMkLst>
            <pc:docMk/>
            <pc:sldMk cId="1203529461" sldId="260"/>
            <ac:spMk id="2" creationId="{E04FA6C7-DCEA-F147-D657-580BC811795A}"/>
          </ac:spMkLst>
        </pc:spChg>
        <pc:spChg chg="mod">
          <ac:chgData name="Sládeček David" userId="S::sladecek@hradebni.cz::474d93f0-3a32-49cc-b837-47806091b590" providerId="AD" clId="Web-{E56766DF-16ED-4F65-AC9C-916C7A3DE579}" dt="2025-11-23T18:56:47.150" v="272" actId="20577"/>
          <ac:spMkLst>
            <pc:docMk/>
            <pc:sldMk cId="1203529461" sldId="260"/>
            <ac:spMk id="3" creationId="{957B6E87-FD24-FD2A-F7D2-6F4906E6D310}"/>
          </ac:spMkLst>
        </pc:spChg>
        <pc:picChg chg="add del mod">
          <ac:chgData name="Sládeček David" userId="S::sladecek@hradebni.cz::474d93f0-3a32-49cc-b837-47806091b590" providerId="AD" clId="Web-{E56766DF-16ED-4F65-AC9C-916C7A3DE579}" dt="2025-11-23T18:52:01.436" v="201"/>
          <ac:picMkLst>
            <pc:docMk/>
            <pc:sldMk cId="1203529461" sldId="260"/>
            <ac:picMk id="5" creationId="{0B83AA3E-0188-6697-4BC7-0F86816AB4AC}"/>
          </ac:picMkLst>
        </pc:picChg>
      </pc:sldChg>
      <pc:sldChg chg="del">
        <pc:chgData name="Sládeček David" userId="S::sladecek@hradebni.cz::474d93f0-3a32-49cc-b837-47806091b590" providerId="AD" clId="Web-{E56766DF-16ED-4F65-AC9C-916C7A3DE579}" dt="2025-11-23T18:45:35.277" v="14"/>
        <pc:sldMkLst>
          <pc:docMk/>
          <pc:sldMk cId="3217796081" sldId="260"/>
        </pc:sldMkLst>
      </pc:sldChg>
      <pc:sldChg chg="del">
        <pc:chgData name="Sládeček David" userId="S::sladecek@hradebni.cz::474d93f0-3a32-49cc-b837-47806091b590" providerId="AD" clId="Web-{E56766DF-16ED-4F65-AC9C-916C7A3DE579}" dt="2025-11-23T18:45:26.230" v="7"/>
        <pc:sldMkLst>
          <pc:docMk/>
          <pc:sldMk cId="234929104" sldId="261"/>
        </pc:sldMkLst>
      </pc:sldChg>
      <pc:sldChg chg="modSp new">
        <pc:chgData name="Sládeček David" userId="S::sladecek@hradebni.cz::474d93f0-3a32-49cc-b837-47806091b590" providerId="AD" clId="Web-{E56766DF-16ED-4F65-AC9C-916C7A3DE579}" dt="2025-11-23T18:56:19.837" v="264" actId="20577"/>
        <pc:sldMkLst>
          <pc:docMk/>
          <pc:sldMk cId="1336060458" sldId="261"/>
        </pc:sldMkLst>
        <pc:spChg chg="mod">
          <ac:chgData name="Sládeček David" userId="S::sladecek@hradebni.cz::474d93f0-3a32-49cc-b837-47806091b590" providerId="AD" clId="Web-{E56766DF-16ED-4F65-AC9C-916C7A3DE579}" dt="2025-11-23T18:49:41.665" v="117" actId="20577"/>
          <ac:spMkLst>
            <pc:docMk/>
            <pc:sldMk cId="1336060458" sldId="261"/>
            <ac:spMk id="2" creationId="{AE725425-5127-E0B4-9938-B2F48DBFDFAD}"/>
          </ac:spMkLst>
        </pc:spChg>
        <pc:spChg chg="mod">
          <ac:chgData name="Sládeček David" userId="S::sladecek@hradebni.cz::474d93f0-3a32-49cc-b837-47806091b590" providerId="AD" clId="Web-{E56766DF-16ED-4F65-AC9C-916C7A3DE579}" dt="2025-11-23T18:56:19.837" v="264" actId="20577"/>
          <ac:spMkLst>
            <pc:docMk/>
            <pc:sldMk cId="1336060458" sldId="261"/>
            <ac:spMk id="3" creationId="{99BBCDFF-B212-2909-1CB3-7C83EC7A294D}"/>
          </ac:spMkLst>
        </pc:spChg>
      </pc:sldChg>
      <pc:sldChg chg="addSp modSp new">
        <pc:chgData name="Sládeček David" userId="S::sladecek@hradebni.cz::474d93f0-3a32-49cc-b837-47806091b590" providerId="AD" clId="Web-{E56766DF-16ED-4F65-AC9C-916C7A3DE579}" dt="2025-11-23T18:58:13.902" v="286" actId="1076"/>
        <pc:sldMkLst>
          <pc:docMk/>
          <pc:sldMk cId="1152540333" sldId="262"/>
        </pc:sldMkLst>
        <pc:spChg chg="mod">
          <ac:chgData name="Sládeček David" userId="S::sladecek@hradebni.cz::474d93f0-3a32-49cc-b837-47806091b590" providerId="AD" clId="Web-{E56766DF-16ED-4F65-AC9C-916C7A3DE579}" dt="2025-11-23T18:50:19.932" v="133" actId="20577"/>
          <ac:spMkLst>
            <pc:docMk/>
            <pc:sldMk cId="1152540333" sldId="262"/>
            <ac:spMk id="2" creationId="{58ADC4E1-0D68-1AB8-7C86-7E6277719D49}"/>
          </ac:spMkLst>
        </pc:spChg>
        <pc:spChg chg="mod">
          <ac:chgData name="Sládeček David" userId="S::sladecek@hradebni.cz::474d93f0-3a32-49cc-b837-47806091b590" providerId="AD" clId="Web-{E56766DF-16ED-4F65-AC9C-916C7A3DE579}" dt="2025-11-23T18:58:13.855" v="285" actId="1076"/>
          <ac:spMkLst>
            <pc:docMk/>
            <pc:sldMk cId="1152540333" sldId="262"/>
            <ac:spMk id="3" creationId="{316573A3-6EC4-8002-05BD-003072FB4E97}"/>
          </ac:spMkLst>
        </pc:spChg>
        <pc:picChg chg="add mod">
          <ac:chgData name="Sládeček David" userId="S::sladecek@hradebni.cz::474d93f0-3a32-49cc-b837-47806091b590" providerId="AD" clId="Web-{E56766DF-16ED-4F65-AC9C-916C7A3DE579}" dt="2025-11-23T18:58:13.902" v="286" actId="1076"/>
          <ac:picMkLst>
            <pc:docMk/>
            <pc:sldMk cId="1152540333" sldId="262"/>
            <ac:picMk id="5" creationId="{FEEE89A7-BB25-A8D2-F6DE-9053AAEFCF1F}"/>
          </ac:picMkLst>
        </pc:picChg>
      </pc:sldChg>
      <pc:sldChg chg="del">
        <pc:chgData name="Sládeček David" userId="S::sladecek@hradebni.cz::474d93f0-3a32-49cc-b837-47806091b590" providerId="AD" clId="Web-{E56766DF-16ED-4F65-AC9C-916C7A3DE579}" dt="2025-11-23T18:45:35.277" v="13"/>
        <pc:sldMkLst>
          <pc:docMk/>
          <pc:sldMk cId="1274907936" sldId="262"/>
        </pc:sldMkLst>
      </pc:sldChg>
      <pc:sldChg chg="del">
        <pc:chgData name="Sládeček David" userId="S::sladecek@hradebni.cz::474d93f0-3a32-49cc-b837-47806091b590" providerId="AD" clId="Web-{E56766DF-16ED-4F65-AC9C-916C7A3DE579}" dt="2025-11-23T18:45:35.277" v="12"/>
        <pc:sldMkLst>
          <pc:docMk/>
          <pc:sldMk cId="270745200" sldId="263"/>
        </pc:sldMkLst>
      </pc:sldChg>
      <pc:sldChg chg="modSp new">
        <pc:chgData name="Sládeček David" userId="S::sladecek@hradebni.cz::474d93f0-3a32-49cc-b837-47806091b590" providerId="AD" clId="Web-{E56766DF-16ED-4F65-AC9C-916C7A3DE579}" dt="2025-11-23T18:58:13.933" v="287" actId="20577"/>
        <pc:sldMkLst>
          <pc:docMk/>
          <pc:sldMk cId="4181224333" sldId="263"/>
        </pc:sldMkLst>
        <pc:spChg chg="mod">
          <ac:chgData name="Sládeček David" userId="S::sladecek@hradebni.cz::474d93f0-3a32-49cc-b837-47806091b590" providerId="AD" clId="Web-{E56766DF-16ED-4F65-AC9C-916C7A3DE579}" dt="2025-11-23T18:50:43.355" v="148" actId="20577"/>
          <ac:spMkLst>
            <pc:docMk/>
            <pc:sldMk cId="4181224333" sldId="263"/>
            <ac:spMk id="2" creationId="{50AC17EA-64AC-031E-5F16-DC3265FC9F4C}"/>
          </ac:spMkLst>
        </pc:spChg>
        <pc:spChg chg="mod">
          <ac:chgData name="Sládeček David" userId="S::sladecek@hradebni.cz::474d93f0-3a32-49cc-b837-47806091b590" providerId="AD" clId="Web-{E56766DF-16ED-4F65-AC9C-916C7A3DE579}" dt="2025-11-23T18:58:13.933" v="287" actId="20577"/>
          <ac:spMkLst>
            <pc:docMk/>
            <pc:sldMk cId="4181224333" sldId="263"/>
            <ac:spMk id="3" creationId="{756FC20A-5D3B-880A-C7EA-BDA78BF365D0}"/>
          </ac:spMkLst>
        </pc:spChg>
      </pc:sldChg>
      <pc:sldChg chg="del">
        <pc:chgData name="Sládeček David" userId="S::sladecek@hradebni.cz::474d93f0-3a32-49cc-b837-47806091b590" providerId="AD" clId="Web-{E56766DF-16ED-4F65-AC9C-916C7A3DE579}" dt="2025-11-23T18:45:35.277" v="11"/>
        <pc:sldMkLst>
          <pc:docMk/>
          <pc:sldMk cId="115923596" sldId="264"/>
        </pc:sldMkLst>
      </pc:sldChg>
      <pc:sldChg chg="modSp new">
        <pc:chgData name="Sládeček David" userId="S::sladecek@hradebni.cz::474d93f0-3a32-49cc-b837-47806091b590" providerId="AD" clId="Web-{E56766DF-16ED-4F65-AC9C-916C7A3DE579}" dt="2025-11-23T18:58:14.183" v="289" actId="20577"/>
        <pc:sldMkLst>
          <pc:docMk/>
          <pc:sldMk cId="2846904182" sldId="264"/>
        </pc:sldMkLst>
        <pc:spChg chg="mod">
          <ac:chgData name="Sládeček David" userId="S::sladecek@hradebni.cz::474d93f0-3a32-49cc-b837-47806091b590" providerId="AD" clId="Web-{E56766DF-16ED-4F65-AC9C-916C7A3DE579}" dt="2025-11-23T18:51:01.590" v="172" actId="20577"/>
          <ac:spMkLst>
            <pc:docMk/>
            <pc:sldMk cId="2846904182" sldId="264"/>
            <ac:spMk id="2" creationId="{A3A972F9-FD58-61A1-75D8-7DEFAC76B253}"/>
          </ac:spMkLst>
        </pc:spChg>
        <pc:spChg chg="mod">
          <ac:chgData name="Sládeček David" userId="S::sladecek@hradebni.cz::474d93f0-3a32-49cc-b837-47806091b590" providerId="AD" clId="Web-{E56766DF-16ED-4F65-AC9C-916C7A3DE579}" dt="2025-11-23T18:58:14.183" v="289" actId="20577"/>
          <ac:spMkLst>
            <pc:docMk/>
            <pc:sldMk cId="2846904182" sldId="264"/>
            <ac:spMk id="3" creationId="{0C88916D-75AF-1F1A-D49B-C701211D2A03}"/>
          </ac:spMkLst>
        </pc:spChg>
      </pc:sldChg>
      <pc:sldChg chg="addSp modSp new">
        <pc:chgData name="Sládeček David" userId="S::sladecek@hradebni.cz::474d93f0-3a32-49cc-b837-47806091b590" providerId="AD" clId="Web-{E56766DF-16ED-4F65-AC9C-916C7A3DE579}" dt="2025-11-23T18:58:38.355" v="299" actId="14100"/>
        <pc:sldMkLst>
          <pc:docMk/>
          <pc:sldMk cId="1817847065" sldId="265"/>
        </pc:sldMkLst>
        <pc:spChg chg="mod">
          <ac:chgData name="Sládeček David" userId="S::sladecek@hradebni.cz::474d93f0-3a32-49cc-b837-47806091b590" providerId="AD" clId="Web-{E56766DF-16ED-4F65-AC9C-916C7A3DE579}" dt="2025-11-23T18:51:28.591" v="190" actId="20577"/>
          <ac:spMkLst>
            <pc:docMk/>
            <pc:sldMk cId="1817847065" sldId="265"/>
            <ac:spMk id="2" creationId="{D03C6C12-D96B-51D7-2B94-753009F2D831}"/>
          </ac:spMkLst>
        </pc:spChg>
        <pc:spChg chg="mod">
          <ac:chgData name="Sládeček David" userId="S::sladecek@hradebni.cz::474d93f0-3a32-49cc-b837-47806091b590" providerId="AD" clId="Web-{E56766DF-16ED-4F65-AC9C-916C7A3DE579}" dt="2025-11-23T18:58:21.371" v="293" actId="14100"/>
          <ac:spMkLst>
            <pc:docMk/>
            <pc:sldMk cId="1817847065" sldId="265"/>
            <ac:spMk id="3" creationId="{CC502087-3EFE-F2BB-0827-5408BFB5ED2B}"/>
          </ac:spMkLst>
        </pc:spChg>
        <pc:picChg chg="add mod">
          <ac:chgData name="Sládeček David" userId="S::sladecek@hradebni.cz::474d93f0-3a32-49cc-b837-47806091b590" providerId="AD" clId="Web-{E56766DF-16ED-4F65-AC9C-916C7A3DE579}" dt="2025-11-23T18:58:38.355" v="299" actId="14100"/>
          <ac:picMkLst>
            <pc:docMk/>
            <pc:sldMk cId="1817847065" sldId="265"/>
            <ac:picMk id="5" creationId="{1988A290-02D1-7AD6-F923-43D5FA15741E}"/>
          </ac:picMkLst>
        </pc:picChg>
        <pc:picChg chg="add mod">
          <ac:chgData name="Sládeček David" userId="S::sladecek@hradebni.cz::474d93f0-3a32-49cc-b837-47806091b590" providerId="AD" clId="Web-{E56766DF-16ED-4F65-AC9C-916C7A3DE579}" dt="2025-11-23T18:58:26.808" v="295" actId="1076"/>
          <ac:picMkLst>
            <pc:docMk/>
            <pc:sldMk cId="1817847065" sldId="265"/>
            <ac:picMk id="6" creationId="{DE8D84F2-28A0-1D53-2A8F-604E1C71E2F9}"/>
          </ac:picMkLst>
        </pc:picChg>
      </pc:sldChg>
      <pc:sldChg chg="del">
        <pc:chgData name="Sládeček David" userId="S::sladecek@hradebni.cz::474d93f0-3a32-49cc-b837-47806091b590" providerId="AD" clId="Web-{E56766DF-16ED-4F65-AC9C-916C7A3DE579}" dt="2025-11-23T18:45:35.277" v="10"/>
        <pc:sldMkLst>
          <pc:docMk/>
          <pc:sldMk cId="3232788905" sldId="265"/>
        </pc:sldMkLst>
      </pc:sldChg>
      <pc:sldChg chg="del">
        <pc:chgData name="Sládeček David" userId="S::sladecek@hradebni.cz::474d93f0-3a32-49cc-b837-47806091b590" providerId="AD" clId="Web-{E56766DF-16ED-4F65-AC9C-916C7A3DE579}" dt="2025-11-23T18:45:35.277" v="9"/>
        <pc:sldMkLst>
          <pc:docMk/>
          <pc:sldMk cId="3663181398" sldId="266"/>
        </pc:sldMkLst>
      </pc:sldChg>
      <pc:sldChg chg="del">
        <pc:chgData name="Sládeček David" userId="S::sladecek@hradebni.cz::474d93f0-3a32-49cc-b837-47806091b590" providerId="AD" clId="Web-{E56766DF-16ED-4F65-AC9C-916C7A3DE579}" dt="2025-11-23T18:45:35.277" v="8"/>
        <pc:sldMkLst>
          <pc:docMk/>
          <pc:sldMk cId="1766023261" sldId="267"/>
        </pc:sldMkLst>
      </pc:sldChg>
      <pc:sldChg chg="del">
        <pc:chgData name="Sládeček David" userId="S::sladecek@hradebni.cz::474d93f0-3a32-49cc-b837-47806091b590" providerId="AD" clId="Web-{E56766DF-16ED-4F65-AC9C-916C7A3DE579}" dt="2025-11-23T18:45:38.793" v="19"/>
        <pc:sldMkLst>
          <pc:docMk/>
          <pc:sldMk cId="2036264632" sldId="269"/>
        </pc:sldMkLst>
      </pc:sldChg>
      <pc:sldChg chg="del">
        <pc:chgData name="Sládeček David" userId="S::sladecek@hradebni.cz::474d93f0-3a32-49cc-b837-47806091b590" providerId="AD" clId="Web-{E56766DF-16ED-4F65-AC9C-916C7A3DE579}" dt="2025-11-23T18:45:38.793" v="18"/>
        <pc:sldMkLst>
          <pc:docMk/>
          <pc:sldMk cId="2924969985" sldId="270"/>
        </pc:sldMkLst>
      </pc:sldChg>
      <pc:sldChg chg="del">
        <pc:chgData name="Sládeček David" userId="S::sladecek@hradebni.cz::474d93f0-3a32-49cc-b837-47806091b590" providerId="AD" clId="Web-{E56766DF-16ED-4F65-AC9C-916C7A3DE579}" dt="2025-11-23T18:45:38.793" v="17"/>
        <pc:sldMkLst>
          <pc:docMk/>
          <pc:sldMk cId="3820842729" sldId="271"/>
        </pc:sldMkLst>
      </pc:sldChg>
      <pc:sldChg chg="del">
        <pc:chgData name="Sládeček David" userId="S::sladecek@hradebni.cz::474d93f0-3a32-49cc-b837-47806091b590" providerId="AD" clId="Web-{E56766DF-16ED-4F65-AC9C-916C7A3DE579}" dt="2025-11-23T18:45:38.793" v="16"/>
        <pc:sldMkLst>
          <pc:docMk/>
          <pc:sldMk cId="397916886" sldId="272"/>
        </pc:sldMkLst>
      </pc:sldChg>
      <pc:sldChg chg="del">
        <pc:chgData name="Sládeček David" userId="S::sladecek@hradebni.cz::474d93f0-3a32-49cc-b837-47806091b590" providerId="AD" clId="Web-{E56766DF-16ED-4F65-AC9C-916C7A3DE579}" dt="2025-11-23T18:45:23.027" v="6"/>
        <pc:sldMkLst>
          <pc:docMk/>
          <pc:sldMk cId="3045463325" sldId="273"/>
        </pc:sldMkLst>
      </pc:sldChg>
      <pc:sldMasterChg chg="modSp modSldLayout">
        <pc:chgData name="Sládeček David" userId="S::sladecek@hradebni.cz::474d93f0-3a32-49cc-b837-47806091b590" providerId="AD" clId="Web-{E56766DF-16ED-4F65-AC9C-916C7A3DE579}" dt="2025-11-23T18:55:40.415" v="258"/>
        <pc:sldMasterMkLst>
          <pc:docMk/>
          <pc:sldMasterMk cId="3000897896" sldId="2147483712"/>
        </pc:sldMasterMkLst>
        <pc:spChg chg="mod">
          <ac:chgData name="Sládeček David" userId="S::sladecek@hradebni.cz::474d93f0-3a32-49cc-b837-47806091b590" providerId="AD" clId="Web-{E56766DF-16ED-4F65-AC9C-916C7A3DE579}" dt="2025-11-23T18:55:40.415" v="258"/>
          <ac:spMkLst>
            <pc:docMk/>
            <pc:sldMasterMk cId="3000897896" sldId="2147483712"/>
            <ac:spMk id="2" creationId="{00000000-0000-0000-0000-000000000000}"/>
          </ac:spMkLst>
        </pc:spChg>
        <pc:spChg chg="mod">
          <ac:chgData name="Sládeček David" userId="S::sladecek@hradebni.cz::474d93f0-3a32-49cc-b837-47806091b590" providerId="AD" clId="Web-{E56766DF-16ED-4F65-AC9C-916C7A3DE579}" dt="2025-11-23T18:55:40.415" v="258"/>
          <ac:spMkLst>
            <pc:docMk/>
            <pc:sldMasterMk cId="3000897896" sldId="2147483712"/>
            <ac:spMk id="3" creationId="{00000000-0000-0000-0000-000000000000}"/>
          </ac:spMkLst>
        </pc:spChg>
        <pc:spChg chg="mod">
          <ac:chgData name="Sládeček David" userId="S::sladecek@hradebni.cz::474d93f0-3a32-49cc-b837-47806091b590" providerId="AD" clId="Web-{E56766DF-16ED-4F65-AC9C-916C7A3DE579}" dt="2025-11-23T18:55:40.415" v="258"/>
          <ac:spMkLst>
            <pc:docMk/>
            <pc:sldMasterMk cId="3000897896" sldId="2147483712"/>
            <ac:spMk id="4" creationId="{00000000-0000-0000-0000-000000000000}"/>
          </ac:spMkLst>
        </pc:spChg>
        <pc:spChg chg="mod">
          <ac:chgData name="Sládeček David" userId="S::sladecek@hradebni.cz::474d93f0-3a32-49cc-b837-47806091b590" providerId="AD" clId="Web-{E56766DF-16ED-4F65-AC9C-916C7A3DE579}" dt="2025-11-23T18:55:40.415" v="258"/>
          <ac:spMkLst>
            <pc:docMk/>
            <pc:sldMasterMk cId="3000897896" sldId="2147483712"/>
            <ac:spMk id="5" creationId="{00000000-0000-0000-0000-000000000000}"/>
          </ac:spMkLst>
        </pc:spChg>
        <pc:spChg chg="mod">
          <ac:chgData name="Sládeček David" userId="S::sladecek@hradebni.cz::474d93f0-3a32-49cc-b837-47806091b590" providerId="AD" clId="Web-{E56766DF-16ED-4F65-AC9C-916C7A3DE579}" dt="2025-11-23T18:55:40.415" v="258"/>
          <ac:spMkLst>
            <pc:docMk/>
            <pc:sldMasterMk cId="3000897896" sldId="2147483712"/>
            <ac:spMk id="6" creationId="{00000000-0000-0000-0000-000000000000}"/>
          </ac:spMkLst>
        </pc:spChg>
        <pc:spChg chg="mod">
          <ac:chgData name="Sládeček David" userId="S::sladecek@hradebni.cz::474d93f0-3a32-49cc-b837-47806091b590" providerId="AD" clId="Web-{E56766DF-16ED-4F65-AC9C-916C7A3DE579}" dt="2025-11-23T18:55:40.415" v="258"/>
          <ac:spMkLst>
            <pc:docMk/>
            <pc:sldMasterMk cId="3000897896" sldId="2147483712"/>
            <ac:spMk id="9" creationId="{00000000-0000-0000-0000-000000000000}"/>
          </ac:spMkLst>
        </pc:spChg>
        <pc:spChg chg="mod">
          <ac:chgData name="Sládeček David" userId="S::sladecek@hradebni.cz::474d93f0-3a32-49cc-b837-47806091b590" providerId="AD" clId="Web-{E56766DF-16ED-4F65-AC9C-916C7A3DE579}" dt="2025-11-23T18:55:40.415" v="258"/>
          <ac:spMkLst>
            <pc:docMk/>
            <pc:sldMasterMk cId="3000897896" sldId="2147483712"/>
            <ac:spMk id="10" creationId="{00000000-0000-0000-0000-000000000000}"/>
          </ac:spMkLst>
        </pc:spChg>
        <pc:spChg chg="mod">
          <ac:chgData name="Sládeček David" userId="S::sladecek@hradebni.cz::474d93f0-3a32-49cc-b837-47806091b590" providerId="AD" clId="Web-{E56766DF-16ED-4F65-AC9C-916C7A3DE579}" dt="2025-11-23T18:55:40.415" v="258"/>
          <ac:spMkLst>
            <pc:docMk/>
            <pc:sldMasterMk cId="3000897896" sldId="2147483712"/>
            <ac:spMk id="11" creationId="{00000000-0000-0000-0000-000000000000}"/>
          </ac:spMkLst>
        </pc:spChg>
        <pc:sldLayoutChg chg="modSp">
          <pc:chgData name="Sládeček David" userId="S::sladecek@hradebni.cz::474d93f0-3a32-49cc-b837-47806091b590" providerId="AD" clId="Web-{E56766DF-16ED-4F65-AC9C-916C7A3DE579}" dt="2025-11-23T18:55:40.415" v="258"/>
          <pc:sldLayoutMkLst>
            <pc:docMk/>
            <pc:sldMasterMk cId="3000897896" sldId="2147483712"/>
            <pc:sldLayoutMk cId="1261766693" sldId="2147483706"/>
          </pc:sldLayoutMkLst>
          <pc:spChg chg="mod">
            <ac:chgData name="Sládeček David" userId="S::sladecek@hradebni.cz::474d93f0-3a32-49cc-b837-47806091b590" providerId="AD" clId="Web-{E56766DF-16ED-4F65-AC9C-916C7A3DE579}" dt="2025-11-23T18:55:40.415" v="258"/>
            <ac:spMkLst>
              <pc:docMk/>
              <pc:sldMasterMk cId="3000897896" sldId="2147483712"/>
              <pc:sldLayoutMk cId="1261766693" sldId="2147483706"/>
              <ac:spMk id="2" creationId="{00000000-0000-0000-0000-000000000000}"/>
            </ac:spMkLst>
          </pc:spChg>
          <pc:spChg chg="mod">
            <ac:chgData name="Sládeček David" userId="S::sladecek@hradebni.cz::474d93f0-3a32-49cc-b837-47806091b590" providerId="AD" clId="Web-{E56766DF-16ED-4F65-AC9C-916C7A3DE579}" dt="2025-11-23T18:55:40.415" v="258"/>
            <ac:spMkLst>
              <pc:docMk/>
              <pc:sldMasterMk cId="3000897896" sldId="2147483712"/>
              <pc:sldLayoutMk cId="1261766693" sldId="2147483706"/>
              <ac:spMk id="3" creationId="{00000000-0000-0000-0000-000000000000}"/>
            </ac:spMkLst>
          </pc:spChg>
          <pc:spChg chg="mod">
            <ac:chgData name="Sládeček David" userId="S::sladecek@hradebni.cz::474d93f0-3a32-49cc-b837-47806091b590" providerId="AD" clId="Web-{E56766DF-16ED-4F65-AC9C-916C7A3DE579}" dt="2025-11-23T18:55:40.415" v="258"/>
            <ac:spMkLst>
              <pc:docMk/>
              <pc:sldMasterMk cId="3000897896" sldId="2147483712"/>
              <pc:sldLayoutMk cId="1261766693" sldId="2147483706"/>
              <ac:spMk id="4" creationId="{00000000-0000-0000-0000-000000000000}"/>
            </ac:spMkLst>
          </pc:spChg>
          <pc:spChg chg="mod">
            <ac:chgData name="Sládeček David" userId="S::sladecek@hradebni.cz::474d93f0-3a32-49cc-b837-47806091b590" providerId="AD" clId="Web-{E56766DF-16ED-4F65-AC9C-916C7A3DE579}" dt="2025-11-23T18:55:40.415" v="258"/>
            <ac:spMkLst>
              <pc:docMk/>
              <pc:sldMasterMk cId="3000897896" sldId="2147483712"/>
              <pc:sldLayoutMk cId="1261766693" sldId="2147483706"/>
              <ac:spMk id="8" creationId="{0B919CC2-2A65-446F-B538-9E6249035445}"/>
            </ac:spMkLst>
          </pc:spChg>
          <pc:spChg chg="mod">
            <ac:chgData name="Sládeček David" userId="S::sladecek@hradebni.cz::474d93f0-3a32-49cc-b837-47806091b590" providerId="AD" clId="Web-{E56766DF-16ED-4F65-AC9C-916C7A3DE579}" dt="2025-11-23T18:55:40.415" v="258"/>
            <ac:spMkLst>
              <pc:docMk/>
              <pc:sldMasterMk cId="3000897896" sldId="2147483712"/>
              <pc:sldLayoutMk cId="1261766693" sldId="2147483706"/>
              <ac:spMk id="9" creationId="{00000000-0000-0000-0000-000000000000}"/>
            </ac:spMkLst>
          </pc:spChg>
          <pc:spChg chg="mod">
            <ac:chgData name="Sládeček David" userId="S::sladecek@hradebni.cz::474d93f0-3a32-49cc-b837-47806091b590" providerId="AD" clId="Web-{E56766DF-16ED-4F65-AC9C-916C7A3DE579}" dt="2025-11-23T18:55:40.415" v="258"/>
            <ac:spMkLst>
              <pc:docMk/>
              <pc:sldMasterMk cId="3000897896" sldId="2147483712"/>
              <pc:sldLayoutMk cId="1261766693" sldId="2147483706"/>
              <ac:spMk id="10" creationId="{B72412AE-119E-4982-8B24-63365EFCA796}"/>
            </ac:spMkLst>
          </pc:spChg>
          <pc:spChg chg="mod">
            <ac:chgData name="Sládeček David" userId="S::sladecek@hradebni.cz::474d93f0-3a32-49cc-b837-47806091b590" providerId="AD" clId="Web-{E56766DF-16ED-4F65-AC9C-916C7A3DE579}" dt="2025-11-23T18:55:40.415" v="258"/>
            <ac:spMkLst>
              <pc:docMk/>
              <pc:sldMasterMk cId="3000897896" sldId="2147483712"/>
              <pc:sldLayoutMk cId="1261766693" sldId="2147483706"/>
              <ac:spMk id="11" creationId="{7FC4BB19-6AD1-45CF-9F99-00B109890FAB}"/>
            </ac:spMkLst>
          </pc:spChg>
        </pc:sldLayoutChg>
        <pc:sldLayoutChg chg="modSp">
          <pc:chgData name="Sládeček David" userId="S::sladecek@hradebni.cz::474d93f0-3a32-49cc-b837-47806091b590" providerId="AD" clId="Web-{E56766DF-16ED-4F65-AC9C-916C7A3DE579}" dt="2025-11-23T18:55:40.415" v="258"/>
          <pc:sldLayoutMkLst>
            <pc:docMk/>
            <pc:sldMasterMk cId="3000897896" sldId="2147483712"/>
            <pc:sldLayoutMk cId="1283591147" sldId="2147483707"/>
          </pc:sldLayoutMkLst>
          <pc:spChg chg="mod">
            <ac:chgData name="Sládeček David" userId="S::sladecek@hradebni.cz::474d93f0-3a32-49cc-b837-47806091b590" providerId="AD" clId="Web-{E56766DF-16ED-4F65-AC9C-916C7A3DE579}" dt="2025-11-23T18:55:40.415" v="258"/>
            <ac:spMkLst>
              <pc:docMk/>
              <pc:sldMasterMk cId="3000897896" sldId="2147483712"/>
              <pc:sldLayoutMk cId="1283591147" sldId="2147483707"/>
              <ac:spMk id="9" creationId="{00000000-0000-0000-0000-000000000000}"/>
            </ac:spMkLst>
          </pc:spChg>
        </pc:sldLayoutChg>
        <pc:sldLayoutChg chg="modSp">
          <pc:chgData name="Sládeček David" userId="S::sladecek@hradebni.cz::474d93f0-3a32-49cc-b837-47806091b590" providerId="AD" clId="Web-{E56766DF-16ED-4F65-AC9C-916C7A3DE579}" dt="2025-11-23T18:55:40.415" v="258"/>
          <pc:sldLayoutMkLst>
            <pc:docMk/>
            <pc:sldMasterMk cId="3000897896" sldId="2147483712"/>
            <pc:sldLayoutMk cId="3388849626" sldId="2147483708"/>
          </pc:sldLayoutMkLst>
          <pc:spChg chg="mod">
            <ac:chgData name="Sládeček David" userId="S::sladecek@hradebni.cz::474d93f0-3a32-49cc-b837-47806091b590" providerId="AD" clId="Web-{E56766DF-16ED-4F65-AC9C-916C7A3DE579}" dt="2025-11-23T18:55:40.415" v="258"/>
            <ac:spMkLst>
              <pc:docMk/>
              <pc:sldMasterMk cId="3000897896" sldId="2147483712"/>
              <pc:sldLayoutMk cId="3388849626" sldId="2147483708"/>
              <ac:spMk id="2" creationId="{00000000-0000-0000-0000-000000000000}"/>
            </ac:spMkLst>
          </pc:spChg>
          <pc:spChg chg="mod">
            <ac:chgData name="Sládeček David" userId="S::sladecek@hradebni.cz::474d93f0-3a32-49cc-b837-47806091b590" providerId="AD" clId="Web-{E56766DF-16ED-4F65-AC9C-916C7A3DE579}" dt="2025-11-23T18:55:40.415" v="258"/>
            <ac:spMkLst>
              <pc:docMk/>
              <pc:sldMasterMk cId="3000897896" sldId="2147483712"/>
              <pc:sldLayoutMk cId="3388849626" sldId="2147483708"/>
              <ac:spMk id="3" creationId="{00000000-0000-0000-0000-000000000000}"/>
            </ac:spMkLst>
          </pc:spChg>
          <pc:spChg chg="mod">
            <ac:chgData name="Sládeček David" userId="S::sladecek@hradebni.cz::474d93f0-3a32-49cc-b837-47806091b590" providerId="AD" clId="Web-{E56766DF-16ED-4F65-AC9C-916C7A3DE579}" dt="2025-11-23T18:55:40.415" v="258"/>
            <ac:spMkLst>
              <pc:docMk/>
              <pc:sldMasterMk cId="3000897896" sldId="2147483712"/>
              <pc:sldLayoutMk cId="3388849626" sldId="2147483708"/>
              <ac:spMk id="7" creationId="{00000000-0000-0000-0000-000000000000}"/>
            </ac:spMkLst>
          </pc:spChg>
          <pc:spChg chg="mod">
            <ac:chgData name="Sládeček David" userId="S::sladecek@hradebni.cz::474d93f0-3a32-49cc-b837-47806091b590" providerId="AD" clId="Web-{E56766DF-16ED-4F65-AC9C-916C7A3DE579}" dt="2025-11-23T18:55:40.415" v="258"/>
            <ac:spMkLst>
              <pc:docMk/>
              <pc:sldMasterMk cId="3000897896" sldId="2147483712"/>
              <pc:sldLayoutMk cId="3388849626" sldId="2147483708"/>
              <ac:spMk id="8" creationId="{F6423B97-A5D4-47B9-8861-73B3707A04CF}"/>
            </ac:spMkLst>
          </pc:spChg>
          <pc:spChg chg="mod">
            <ac:chgData name="Sládeček David" userId="S::sladecek@hradebni.cz::474d93f0-3a32-49cc-b837-47806091b590" providerId="AD" clId="Web-{E56766DF-16ED-4F65-AC9C-916C7A3DE579}" dt="2025-11-23T18:55:40.415" v="258"/>
            <ac:spMkLst>
              <pc:docMk/>
              <pc:sldMasterMk cId="3000897896" sldId="2147483712"/>
              <pc:sldLayoutMk cId="3388849626" sldId="2147483708"/>
              <ac:spMk id="9" creationId="{1AEC0421-37B4-4481-A10D-69FDF5EC7909}"/>
            </ac:spMkLst>
          </pc:spChg>
          <pc:spChg chg="mod">
            <ac:chgData name="Sládeček David" userId="S::sladecek@hradebni.cz::474d93f0-3a32-49cc-b837-47806091b590" providerId="AD" clId="Web-{E56766DF-16ED-4F65-AC9C-916C7A3DE579}" dt="2025-11-23T18:55:40.415" v="258"/>
            <ac:spMkLst>
              <pc:docMk/>
              <pc:sldMasterMk cId="3000897896" sldId="2147483712"/>
              <pc:sldLayoutMk cId="3388849626" sldId="2147483708"/>
              <ac:spMk id="10" creationId="{5F7265B5-9F97-4F1E-99E9-74F7B7E62337}"/>
            </ac:spMkLst>
          </pc:spChg>
        </pc:sldLayoutChg>
        <pc:sldLayoutChg chg="modSp">
          <pc:chgData name="Sládeček David" userId="S::sladecek@hradebni.cz::474d93f0-3a32-49cc-b837-47806091b590" providerId="AD" clId="Web-{E56766DF-16ED-4F65-AC9C-916C7A3DE579}" dt="2025-11-23T18:55:40.415" v="258"/>
          <pc:sldLayoutMkLst>
            <pc:docMk/>
            <pc:sldMasterMk cId="3000897896" sldId="2147483712"/>
            <pc:sldLayoutMk cId="3573289553" sldId="2147483709"/>
          </pc:sldLayoutMkLst>
          <pc:spChg chg="mod">
            <ac:chgData name="Sládeček David" userId="S::sladecek@hradebni.cz::474d93f0-3a32-49cc-b837-47806091b590" providerId="AD" clId="Web-{E56766DF-16ED-4F65-AC9C-916C7A3DE579}" dt="2025-11-23T18:55:40.415" v="258"/>
            <ac:spMkLst>
              <pc:docMk/>
              <pc:sldMasterMk cId="3000897896" sldId="2147483712"/>
              <pc:sldLayoutMk cId="3573289553" sldId="2147483709"/>
              <ac:spMk id="2" creationId="{00000000-0000-0000-0000-000000000000}"/>
            </ac:spMkLst>
          </pc:spChg>
          <pc:spChg chg="mod">
            <ac:chgData name="Sládeček David" userId="S::sladecek@hradebni.cz::474d93f0-3a32-49cc-b837-47806091b590" providerId="AD" clId="Web-{E56766DF-16ED-4F65-AC9C-916C7A3DE579}" dt="2025-11-23T18:55:40.415" v="258"/>
            <ac:spMkLst>
              <pc:docMk/>
              <pc:sldMasterMk cId="3000897896" sldId="2147483712"/>
              <pc:sldLayoutMk cId="3573289553" sldId="2147483709"/>
              <ac:spMk id="3" creationId="{00000000-0000-0000-0000-000000000000}"/>
            </ac:spMkLst>
          </pc:spChg>
          <pc:spChg chg="mod">
            <ac:chgData name="Sládeček David" userId="S::sladecek@hradebni.cz::474d93f0-3a32-49cc-b837-47806091b590" providerId="AD" clId="Web-{E56766DF-16ED-4F65-AC9C-916C7A3DE579}" dt="2025-11-23T18:55:40.415" v="258"/>
            <ac:spMkLst>
              <pc:docMk/>
              <pc:sldMasterMk cId="3000897896" sldId="2147483712"/>
              <pc:sldLayoutMk cId="3573289553" sldId="2147483709"/>
              <ac:spMk id="4" creationId="{00000000-0000-0000-0000-000000000000}"/>
            </ac:spMkLst>
          </pc:spChg>
        </pc:sldLayoutChg>
        <pc:sldLayoutChg chg="modSp">
          <pc:chgData name="Sládeček David" userId="S::sladecek@hradebni.cz::474d93f0-3a32-49cc-b837-47806091b590" providerId="AD" clId="Web-{E56766DF-16ED-4F65-AC9C-916C7A3DE579}" dt="2025-11-23T18:55:40.415" v="258"/>
          <pc:sldLayoutMkLst>
            <pc:docMk/>
            <pc:sldMasterMk cId="3000897896" sldId="2147483712"/>
            <pc:sldLayoutMk cId="1748046589" sldId="2147483711"/>
          </pc:sldLayoutMkLst>
          <pc:spChg chg="mod">
            <ac:chgData name="Sládeček David" userId="S::sladecek@hradebni.cz::474d93f0-3a32-49cc-b837-47806091b590" providerId="AD" clId="Web-{E56766DF-16ED-4F65-AC9C-916C7A3DE579}" dt="2025-11-23T18:55:40.415" v="258"/>
            <ac:spMkLst>
              <pc:docMk/>
              <pc:sldMasterMk cId="3000897896" sldId="2147483712"/>
              <pc:sldLayoutMk cId="1748046589" sldId="2147483711"/>
              <ac:spMk id="3" creationId="{00000000-0000-0000-0000-000000000000}"/>
            </ac:spMkLst>
          </pc:spChg>
          <pc:spChg chg="mod">
            <ac:chgData name="Sládeček David" userId="S::sladecek@hradebni.cz::474d93f0-3a32-49cc-b837-47806091b590" providerId="AD" clId="Web-{E56766DF-16ED-4F65-AC9C-916C7A3DE579}" dt="2025-11-23T18:55:40.415" v="258"/>
            <ac:spMkLst>
              <pc:docMk/>
              <pc:sldMasterMk cId="3000897896" sldId="2147483712"/>
              <pc:sldLayoutMk cId="1748046589" sldId="2147483711"/>
              <ac:spMk id="4" creationId="{00000000-0000-0000-0000-000000000000}"/>
            </ac:spMkLst>
          </pc:spChg>
          <pc:spChg chg="mod">
            <ac:chgData name="Sládeček David" userId="S::sladecek@hradebni.cz::474d93f0-3a32-49cc-b837-47806091b590" providerId="AD" clId="Web-{E56766DF-16ED-4F65-AC9C-916C7A3DE579}" dt="2025-11-23T18:55:40.415" v="258"/>
            <ac:spMkLst>
              <pc:docMk/>
              <pc:sldMasterMk cId="3000897896" sldId="2147483712"/>
              <pc:sldLayoutMk cId="1748046589" sldId="2147483711"/>
              <ac:spMk id="5" creationId="{00000000-0000-0000-0000-000000000000}"/>
            </ac:spMkLst>
          </pc:spChg>
          <pc:spChg chg="mod">
            <ac:chgData name="Sládeček David" userId="S::sladecek@hradebni.cz::474d93f0-3a32-49cc-b837-47806091b590" providerId="AD" clId="Web-{E56766DF-16ED-4F65-AC9C-916C7A3DE579}" dt="2025-11-23T18:55:40.415" v="258"/>
            <ac:spMkLst>
              <pc:docMk/>
              <pc:sldMasterMk cId="3000897896" sldId="2147483712"/>
              <pc:sldLayoutMk cId="1748046589" sldId="2147483711"/>
              <ac:spMk id="6" creationId="{00000000-0000-0000-0000-000000000000}"/>
            </ac:spMkLst>
          </pc:spChg>
          <pc:spChg chg="mod">
            <ac:chgData name="Sládeček David" userId="S::sladecek@hradebni.cz::474d93f0-3a32-49cc-b837-47806091b590" providerId="AD" clId="Web-{E56766DF-16ED-4F65-AC9C-916C7A3DE579}" dt="2025-11-23T18:55:40.415" v="258"/>
            <ac:spMkLst>
              <pc:docMk/>
              <pc:sldMasterMk cId="3000897896" sldId="2147483712"/>
              <pc:sldLayoutMk cId="1748046589" sldId="2147483711"/>
              <ac:spMk id="12" creationId="{00000000-0000-0000-0000-000000000000}"/>
            </ac:spMkLst>
          </pc:spChg>
        </pc:sldLayoutChg>
        <pc:sldLayoutChg chg="modSp">
          <pc:chgData name="Sládeček David" userId="S::sladecek@hradebni.cz::474d93f0-3a32-49cc-b837-47806091b590" providerId="AD" clId="Web-{E56766DF-16ED-4F65-AC9C-916C7A3DE579}" dt="2025-11-23T18:55:40.415" v="258"/>
          <pc:sldLayoutMkLst>
            <pc:docMk/>
            <pc:sldMasterMk cId="3000897896" sldId="2147483712"/>
            <pc:sldLayoutMk cId="490017585" sldId="2147483756"/>
          </pc:sldLayoutMkLst>
          <pc:spChg chg="mod">
            <ac:chgData name="Sládeček David" userId="S::sladecek@hradebni.cz::474d93f0-3a32-49cc-b837-47806091b590" providerId="AD" clId="Web-{E56766DF-16ED-4F65-AC9C-916C7A3DE579}" dt="2025-11-23T18:55:40.415" v="258"/>
            <ac:spMkLst>
              <pc:docMk/>
              <pc:sldMasterMk cId="3000897896" sldId="2147483712"/>
              <pc:sldLayoutMk cId="490017585" sldId="2147483756"/>
              <ac:spMk id="2" creationId="{00000000-0000-0000-0000-000000000000}"/>
            </ac:spMkLst>
          </pc:spChg>
          <pc:spChg chg="mod">
            <ac:chgData name="Sládeček David" userId="S::sladecek@hradebni.cz::474d93f0-3a32-49cc-b837-47806091b590" providerId="AD" clId="Web-{E56766DF-16ED-4F65-AC9C-916C7A3DE579}" dt="2025-11-23T18:55:40.415" v="258"/>
            <ac:spMkLst>
              <pc:docMk/>
              <pc:sldMasterMk cId="3000897896" sldId="2147483712"/>
              <pc:sldLayoutMk cId="490017585" sldId="2147483756"/>
              <ac:spMk id="3" creationId="{00000000-0000-0000-0000-000000000000}"/>
            </ac:spMkLst>
          </pc:spChg>
          <pc:spChg chg="mod">
            <ac:chgData name="Sládeček David" userId="S::sladecek@hradebni.cz::474d93f0-3a32-49cc-b837-47806091b590" providerId="AD" clId="Web-{E56766DF-16ED-4F65-AC9C-916C7A3DE579}" dt="2025-11-23T18:55:40.415" v="258"/>
            <ac:spMkLst>
              <pc:docMk/>
              <pc:sldMasterMk cId="3000897896" sldId="2147483712"/>
              <pc:sldLayoutMk cId="490017585" sldId="2147483756"/>
              <ac:spMk id="7" creationId="{00000000-0000-0000-0000-000000000000}"/>
            </ac:spMkLst>
          </pc:spChg>
        </pc:sldLayoutChg>
        <pc:sldLayoutChg chg="modSp">
          <pc:chgData name="Sládeček David" userId="S::sladecek@hradebni.cz::474d93f0-3a32-49cc-b837-47806091b590" providerId="AD" clId="Web-{E56766DF-16ED-4F65-AC9C-916C7A3DE579}" dt="2025-11-23T18:55:40.415" v="258"/>
          <pc:sldLayoutMkLst>
            <pc:docMk/>
            <pc:sldMasterMk cId="3000897896" sldId="2147483712"/>
            <pc:sldLayoutMk cId="852443411" sldId="2147483757"/>
          </pc:sldLayoutMkLst>
          <pc:spChg chg="mod">
            <ac:chgData name="Sládeček David" userId="S::sladecek@hradebni.cz::474d93f0-3a32-49cc-b837-47806091b590" providerId="AD" clId="Web-{E56766DF-16ED-4F65-AC9C-916C7A3DE579}" dt="2025-11-23T18:55:40.415" v="258"/>
            <ac:spMkLst>
              <pc:docMk/>
              <pc:sldMasterMk cId="3000897896" sldId="2147483712"/>
              <pc:sldLayoutMk cId="852443411" sldId="2147483757"/>
              <ac:spMk id="2" creationId="{00000000-0000-0000-0000-000000000000}"/>
            </ac:spMkLst>
          </pc:spChg>
          <pc:spChg chg="mod">
            <ac:chgData name="Sládeček David" userId="S::sladecek@hradebni.cz::474d93f0-3a32-49cc-b837-47806091b590" providerId="AD" clId="Web-{E56766DF-16ED-4F65-AC9C-916C7A3DE579}" dt="2025-11-23T18:55:40.415" v="258"/>
            <ac:spMkLst>
              <pc:docMk/>
              <pc:sldMasterMk cId="3000897896" sldId="2147483712"/>
              <pc:sldLayoutMk cId="852443411" sldId="2147483757"/>
              <ac:spMk id="3" creationId="{00000000-0000-0000-0000-000000000000}"/>
            </ac:spMkLst>
          </pc:spChg>
        </pc:sldLayoutChg>
        <pc:sldLayoutChg chg="modSp">
          <pc:chgData name="Sládeček David" userId="S::sladecek@hradebni.cz::474d93f0-3a32-49cc-b837-47806091b590" providerId="AD" clId="Web-{E56766DF-16ED-4F65-AC9C-916C7A3DE579}" dt="2025-11-23T18:55:40.415" v="258"/>
          <pc:sldLayoutMkLst>
            <pc:docMk/>
            <pc:sldMasterMk cId="3000897896" sldId="2147483712"/>
            <pc:sldLayoutMk cId="366680978" sldId="2147483758"/>
          </pc:sldLayoutMkLst>
          <pc:spChg chg="mod">
            <ac:chgData name="Sládeček David" userId="S::sladecek@hradebni.cz::474d93f0-3a32-49cc-b837-47806091b590" providerId="AD" clId="Web-{E56766DF-16ED-4F65-AC9C-916C7A3DE579}" dt="2025-11-23T18:55:40.415" v="258"/>
            <ac:spMkLst>
              <pc:docMk/>
              <pc:sldMasterMk cId="3000897896" sldId="2147483712"/>
              <pc:sldLayoutMk cId="366680978" sldId="2147483758"/>
              <ac:spMk id="2" creationId="{00000000-0000-0000-0000-000000000000}"/>
            </ac:spMkLst>
          </pc:spChg>
          <pc:spChg chg="mod">
            <ac:chgData name="Sládeček David" userId="S::sladecek@hradebni.cz::474d93f0-3a32-49cc-b837-47806091b590" providerId="AD" clId="Web-{E56766DF-16ED-4F65-AC9C-916C7A3DE579}" dt="2025-11-23T18:55:40.415" v="258"/>
            <ac:spMkLst>
              <pc:docMk/>
              <pc:sldMasterMk cId="3000897896" sldId="2147483712"/>
              <pc:sldLayoutMk cId="366680978" sldId="2147483758"/>
              <ac:spMk id="3" creationId="{00000000-0000-0000-0000-000000000000}"/>
            </ac:spMkLst>
          </pc:spChg>
          <pc:spChg chg="mod">
            <ac:chgData name="Sládeček David" userId="S::sladecek@hradebni.cz::474d93f0-3a32-49cc-b837-47806091b590" providerId="AD" clId="Web-{E56766DF-16ED-4F65-AC9C-916C7A3DE579}" dt="2025-11-23T18:55:40.415" v="258"/>
            <ac:spMkLst>
              <pc:docMk/>
              <pc:sldMasterMk cId="3000897896" sldId="2147483712"/>
              <pc:sldLayoutMk cId="366680978" sldId="2147483758"/>
              <ac:spMk id="8" creationId="{00000000-0000-0000-0000-000000000000}"/>
            </ac:spMkLst>
          </pc:spChg>
        </pc:sldLayoutChg>
        <pc:sldLayoutChg chg="modSp">
          <pc:chgData name="Sládeček David" userId="S::sladecek@hradebni.cz::474d93f0-3a32-49cc-b837-47806091b590" providerId="AD" clId="Web-{E56766DF-16ED-4F65-AC9C-916C7A3DE579}" dt="2025-11-23T18:55:40.415" v="258"/>
          <pc:sldLayoutMkLst>
            <pc:docMk/>
            <pc:sldMasterMk cId="3000897896" sldId="2147483712"/>
            <pc:sldLayoutMk cId="2483323219" sldId="2147483759"/>
          </pc:sldLayoutMkLst>
          <pc:spChg chg="mod">
            <ac:chgData name="Sládeček David" userId="S::sladecek@hradebni.cz::474d93f0-3a32-49cc-b837-47806091b590" providerId="AD" clId="Web-{E56766DF-16ED-4F65-AC9C-916C7A3DE579}" dt="2025-11-23T18:55:40.415" v="258"/>
            <ac:spMkLst>
              <pc:docMk/>
              <pc:sldMasterMk cId="3000897896" sldId="2147483712"/>
              <pc:sldLayoutMk cId="2483323219" sldId="2147483759"/>
              <ac:spMk id="2" creationId="{00000000-0000-0000-0000-000000000000}"/>
            </ac:spMkLst>
          </pc:spChg>
          <pc:spChg chg="mod">
            <ac:chgData name="Sládeček David" userId="S::sladecek@hradebni.cz::474d93f0-3a32-49cc-b837-47806091b590" providerId="AD" clId="Web-{E56766DF-16ED-4F65-AC9C-916C7A3DE579}" dt="2025-11-23T18:55:40.415" v="258"/>
            <ac:spMkLst>
              <pc:docMk/>
              <pc:sldMasterMk cId="3000897896" sldId="2147483712"/>
              <pc:sldLayoutMk cId="2483323219" sldId="2147483759"/>
              <ac:spMk id="3" creationId="{00000000-0000-0000-0000-000000000000}"/>
            </ac:spMkLst>
          </pc:spChg>
          <pc:spChg chg="mod">
            <ac:chgData name="Sládeček David" userId="S::sladecek@hradebni.cz::474d93f0-3a32-49cc-b837-47806091b590" providerId="AD" clId="Web-{E56766DF-16ED-4F65-AC9C-916C7A3DE579}" dt="2025-11-23T18:55:40.415" v="258"/>
            <ac:spMkLst>
              <pc:docMk/>
              <pc:sldMasterMk cId="3000897896" sldId="2147483712"/>
              <pc:sldLayoutMk cId="2483323219" sldId="2147483759"/>
              <ac:spMk id="4" creationId="{00000000-0000-0000-0000-000000000000}"/>
            </ac:spMkLst>
          </pc:spChg>
        </pc:sldLayoutChg>
        <pc:sldLayoutChg chg="modSp">
          <pc:chgData name="Sládeček David" userId="S::sladecek@hradebni.cz::474d93f0-3a32-49cc-b837-47806091b590" providerId="AD" clId="Web-{E56766DF-16ED-4F65-AC9C-916C7A3DE579}" dt="2025-11-23T18:55:40.415" v="258"/>
          <pc:sldLayoutMkLst>
            <pc:docMk/>
            <pc:sldMasterMk cId="3000897896" sldId="2147483712"/>
            <pc:sldLayoutMk cId="112936382" sldId="2147483760"/>
          </pc:sldLayoutMkLst>
          <pc:spChg chg="mod">
            <ac:chgData name="Sládeček David" userId="S::sladecek@hradebni.cz::474d93f0-3a32-49cc-b837-47806091b590" providerId="AD" clId="Web-{E56766DF-16ED-4F65-AC9C-916C7A3DE579}" dt="2025-11-23T18:55:40.415" v="258"/>
            <ac:spMkLst>
              <pc:docMk/>
              <pc:sldMasterMk cId="3000897896" sldId="2147483712"/>
              <pc:sldLayoutMk cId="112936382" sldId="2147483760"/>
              <ac:spMk id="8" creationId="{00000000-0000-0000-0000-000000000000}"/>
            </ac:spMkLst>
          </pc:spChg>
        </pc:sldLayoutChg>
      </pc:sldMaster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é záhlaví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en-US"/>
          </a:p>
        </p:txBody>
      </p:sp>
      <p:sp>
        <p:nvSpPr>
          <p:cNvPr id="3" name="Zástupný symbol pro datum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927DCA4C-7825-44A0-B31A-4BAD6120D580}" type="datetime1">
              <a:rPr lang="cs-CZ" smtClean="0"/>
              <a:t>23.11.2025</a:t>
            </a:fld>
            <a:endParaRPr lang="en-US" dirty="0"/>
          </a:p>
        </p:txBody>
      </p:sp>
      <p:sp>
        <p:nvSpPr>
          <p:cNvPr id="4" name="Zástupný symbol pro zápatí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en-US"/>
          </a:p>
        </p:txBody>
      </p:sp>
      <p:sp>
        <p:nvSpPr>
          <p:cNvPr id="5" name="Zástupný symbol pro číslo snímku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A975D426-A9DD-4244-A2CE-1FB6623742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2484457"/>
      </p:ext>
    </p:extLst>
  </p:cSld>
  <p:clrMap bg1="lt1" tx1="dk1" bg2="lt2" tx2="dk2" accent1="accent1" accent2="accent2" accent3="accent3" accent4="accent4" accent5="accent5" accent6="accent6" hlink="hlink" folHlink="folHlink"/>
  <p:hf hdr="0" ftr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é záhlaví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en-US"/>
          </a:p>
        </p:txBody>
      </p:sp>
      <p:sp>
        <p:nvSpPr>
          <p:cNvPr id="3" name="Zástupný symbol pro datum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51CCFE8D-08E6-40AC-BF4B-494C67BC535C}" type="datetime1">
              <a:rPr lang="cs-CZ" smtClean="0"/>
              <a:t>23.11.2025</a:t>
            </a:fld>
            <a:endParaRPr lang="en-US"/>
          </a:p>
        </p:txBody>
      </p:sp>
      <p:sp>
        <p:nvSpPr>
          <p:cNvPr id="4" name="Zástupný symbol obrázku snímku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en-US"/>
          </a:p>
        </p:txBody>
      </p:sp>
      <p:sp>
        <p:nvSpPr>
          <p:cNvPr id="5" name="Zástupný symbol pro poznámky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cs"/>
              <a:t>Kliknutím můžete upravit styly předlohy textu.</a:t>
            </a:r>
            <a:endParaRPr lang="en-US"/>
          </a:p>
          <a:p>
            <a:pPr lvl="1" rtl="0"/>
            <a:r>
              <a:rPr lang="cs"/>
              <a:t>Druhá úroveň</a:t>
            </a:r>
          </a:p>
          <a:p>
            <a:pPr lvl="2" rtl="0"/>
            <a:r>
              <a:rPr lang="cs"/>
              <a:t>Třetí úroveň</a:t>
            </a:r>
          </a:p>
          <a:p>
            <a:pPr lvl="3" rtl="0"/>
            <a:r>
              <a:rPr lang="cs"/>
              <a:t>Čtvrtá úroveň</a:t>
            </a:r>
          </a:p>
          <a:p>
            <a:pPr lvl="4" rtl="0"/>
            <a:r>
              <a:rPr lang="cs"/>
              <a:t>Pátá úroveň</a:t>
            </a:r>
            <a:endParaRPr lang="en-US"/>
          </a:p>
        </p:txBody>
      </p:sp>
      <p:sp>
        <p:nvSpPr>
          <p:cNvPr id="6" name="Zástupné zápatí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en-US"/>
          </a:p>
        </p:txBody>
      </p:sp>
      <p:sp>
        <p:nvSpPr>
          <p:cNvPr id="7" name="Zástupný symbol pro číslo snímku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01B41D33-19C8-4450-B3C5-BE83E9C8F0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1455252"/>
      </p:ext>
    </p:extLst>
  </p:cSld>
  <p:clrMap bg1="lt1" tx1="dk1" bg2="lt2" tx2="dk2" accent1="accent1" accent2="accent2" accent3="accent3" accent4="accent4" accent5="accent5" accent6="accent6" hlink="hlink" folHlink="folHlink"/>
  <p:hf hdr="0" ftr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Úvodní sníme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bdélník 6"/>
          <p:cNvSpPr/>
          <p:nvPr/>
        </p:nvSpPr>
        <p:spPr>
          <a:xfrm>
            <a:off x="446535" y="3085766"/>
            <a:ext cx="11298932" cy="3338149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cs-CZ" sz="1350"/>
          </a:p>
        </p:txBody>
      </p:sp>
      <p:sp>
        <p:nvSpPr>
          <p:cNvPr id="2" name="Nadpis 1"/>
          <p:cNvSpPr>
            <a:spLocks noGrp="1"/>
          </p:cNvSpPr>
          <p:nvPr>
            <p:ph type="ctrTitle"/>
          </p:nvPr>
        </p:nvSpPr>
        <p:spPr>
          <a:xfrm>
            <a:off x="581192" y="1020431"/>
            <a:ext cx="10993549" cy="1475013"/>
          </a:xfrm>
          <a:effectLst/>
        </p:spPr>
        <p:txBody>
          <a:bodyPr rtlCol="0" anchor="b">
            <a:normAutofit/>
          </a:bodyPr>
          <a:lstStyle>
            <a:lvl1pPr>
              <a:defRPr sz="27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Podnadpis 2"/>
          <p:cNvSpPr>
            <a:spLocks noGrp="1"/>
          </p:cNvSpPr>
          <p:nvPr>
            <p:ph type="subTitle" idx="1"/>
          </p:nvPr>
        </p:nvSpPr>
        <p:spPr>
          <a:xfrm>
            <a:off x="581193" y="2495447"/>
            <a:ext cx="10993547" cy="590321"/>
          </a:xfrm>
        </p:spPr>
        <p:txBody>
          <a:bodyPr rtlCol="0" anchor="t">
            <a:normAutofit/>
          </a:bodyPr>
          <a:lstStyle>
            <a:lvl1pPr marL="0" indent="0" algn="l">
              <a:buNone/>
              <a:defRPr sz="1200" cap="all">
                <a:solidFill>
                  <a:schemeClr val="accent1"/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rtl="0"/>
            <a:r>
              <a:rPr lang="cs-CZ"/>
              <a:t>Kliknutím můžete upravit styl předlohy.</a:t>
            </a:r>
            <a:endParaRPr lang="en-US" dirty="0"/>
          </a:p>
        </p:txBody>
      </p:sp>
      <p:sp>
        <p:nvSpPr>
          <p:cNvPr id="8" name="Zástupný symbol pro datum 7">
            <a:extLst>
              <a:ext uri="{FF2B5EF4-FFF2-40B4-BE49-F238E27FC236}">
                <a16:creationId xmlns:a16="http://schemas.microsoft.com/office/drawing/2014/main" id="{7FA0ACE7-29A8-47D3-A7D9-257B711D80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A8EC4697-A511-4167-98D5-E240268A2670}" type="datetime1">
              <a:rPr lang="cs-CZ" smtClean="0"/>
              <a:t>23.11.2025</a:t>
            </a:fld>
            <a:endParaRPr lang="en-US" dirty="0"/>
          </a:p>
        </p:txBody>
      </p:sp>
      <p:sp>
        <p:nvSpPr>
          <p:cNvPr id="9" name="Zástupný symbol pro zápatí 8">
            <a:extLst>
              <a:ext uri="{FF2B5EF4-FFF2-40B4-BE49-F238E27FC236}">
                <a16:creationId xmlns:a16="http://schemas.microsoft.com/office/drawing/2014/main" id="{DEC604B9-52E9-4810-8359-47206518D0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10" name="Zástupný symbol pro číslo snímku 9">
            <a:extLst>
              <a:ext uri="{FF2B5EF4-FFF2-40B4-BE49-F238E27FC236}">
                <a16:creationId xmlns:a16="http://schemas.microsoft.com/office/drawing/2014/main" id="{5898A89F-CA25-400F-B05A-AECBF2517E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900175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Nadpis a obsa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188720"/>
          </a:xfrm>
        </p:spPr>
        <p:txBody>
          <a:bodyPr rtlCol="0"/>
          <a:lstStyle/>
          <a:p>
            <a:pPr rtl="0"/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>
          <a:xfrm>
            <a:off x="581194" y="2340864"/>
            <a:ext cx="11029615" cy="3634486"/>
          </a:xfrm>
        </p:spPr>
        <p:txBody>
          <a:bodyPr rtlCol="0"/>
          <a:lstStyle/>
          <a:p>
            <a:pPr lvl="0" rtl="0"/>
            <a:r>
              <a:rPr lang="cs-CZ"/>
              <a:t>Po kliknutí můžete upravovat styly textu v předloze.</a:t>
            </a:r>
          </a:p>
          <a:p>
            <a:pPr lvl="1" rtl="0"/>
            <a:r>
              <a:rPr lang="cs-CZ"/>
              <a:t>Druhá úroveň</a:t>
            </a:r>
          </a:p>
          <a:p>
            <a:pPr lvl="2" rtl="0"/>
            <a:r>
              <a:rPr lang="cs-CZ"/>
              <a:t>Třetí úroveň</a:t>
            </a:r>
          </a:p>
          <a:p>
            <a:pPr lvl="3" rtl="0"/>
            <a:r>
              <a:rPr lang="cs-CZ"/>
              <a:t>Čtvrtá úroveň</a:t>
            </a:r>
          </a:p>
          <a:p>
            <a:pPr lvl="4" rtl="0"/>
            <a:r>
              <a:rPr lang="cs-CZ"/>
              <a:t>Pátá úroveň</a:t>
            </a:r>
            <a:endParaRPr lang="en-US" dirty="0"/>
          </a:p>
        </p:txBody>
      </p:sp>
      <p:sp>
        <p:nvSpPr>
          <p:cNvPr id="8" name="Zástupný symbol pro datum 7">
            <a:extLst>
              <a:ext uri="{FF2B5EF4-FFF2-40B4-BE49-F238E27FC236}">
                <a16:creationId xmlns:a16="http://schemas.microsoft.com/office/drawing/2014/main" id="{770E6237-3456-439F-802D-3BA93FC7E3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9E25B38F-3440-48E9-8BA6-B9B0E297B628}" type="datetime1">
              <a:rPr lang="cs-CZ" smtClean="0"/>
              <a:t>23.11.2025</a:t>
            </a:fld>
            <a:endParaRPr lang="en-US" dirty="0"/>
          </a:p>
        </p:txBody>
      </p:sp>
      <p:sp>
        <p:nvSpPr>
          <p:cNvPr id="9" name="Zástupný symbol pro zápatí 8">
            <a:extLst>
              <a:ext uri="{FF2B5EF4-FFF2-40B4-BE49-F238E27FC236}">
                <a16:creationId xmlns:a16="http://schemas.microsoft.com/office/drawing/2014/main" id="{1356D3B5-6063-4A89-B88F-9D3043916F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10" name="Zástupný symbol pro číslo snímku 9">
            <a:extLst>
              <a:ext uri="{FF2B5EF4-FFF2-40B4-BE49-F238E27FC236}">
                <a16:creationId xmlns:a16="http://schemas.microsoft.com/office/drawing/2014/main" id="{02B78BF7-69D3-4CE0-A631-50EFD41EEE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524434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Záhlaví oddíl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bdélník 7"/>
          <p:cNvSpPr>
            <a:spLocks noChangeAspect="1"/>
          </p:cNvSpPr>
          <p:nvPr/>
        </p:nvSpPr>
        <p:spPr>
          <a:xfrm>
            <a:off x="447818" y="5141976"/>
            <a:ext cx="11290860" cy="125882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581194" y="2393952"/>
            <a:ext cx="11029615" cy="2147467"/>
          </a:xfrm>
        </p:spPr>
        <p:txBody>
          <a:bodyPr rtlCol="0" anchor="b">
            <a:normAutofit/>
          </a:bodyPr>
          <a:lstStyle>
            <a:lvl1pPr algn="l">
              <a:defRPr sz="2700" b="0" cap="all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Zástupný symbol pro text 2"/>
          <p:cNvSpPr>
            <a:spLocks noGrp="1"/>
          </p:cNvSpPr>
          <p:nvPr>
            <p:ph type="body" idx="1"/>
          </p:nvPr>
        </p:nvSpPr>
        <p:spPr>
          <a:xfrm>
            <a:off x="581194" y="4541417"/>
            <a:ext cx="11029615" cy="600556"/>
          </a:xfrm>
        </p:spPr>
        <p:txBody>
          <a:bodyPr rtlCol="0" anchor="t">
            <a:normAutofit/>
          </a:bodyPr>
          <a:lstStyle>
            <a:lvl1pPr marL="0" indent="0" algn="l">
              <a:buNone/>
              <a:defRPr sz="1350" cap="all">
                <a:solidFill>
                  <a:schemeClr val="accent1"/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cs-CZ"/>
              <a:t>Po kliknutí můžete upravovat styly textu v předloze.</a:t>
            </a:r>
          </a:p>
        </p:txBody>
      </p:sp>
      <p:sp>
        <p:nvSpPr>
          <p:cNvPr id="7" name="Zástupný symbol pro datum 6">
            <a:extLst>
              <a:ext uri="{FF2B5EF4-FFF2-40B4-BE49-F238E27FC236}">
                <a16:creationId xmlns:a16="http://schemas.microsoft.com/office/drawing/2014/main" id="{61582016-5696-4A93-887F-BBB3B9002F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BACB43DD-355E-4ACB-AF6B-F0A0D93B1FF7}" type="datetime1">
              <a:rPr lang="cs-CZ" smtClean="0"/>
              <a:t>23.11.2025</a:t>
            </a:fld>
            <a:endParaRPr lang="en-US" dirty="0"/>
          </a:p>
        </p:txBody>
      </p:sp>
      <p:sp>
        <p:nvSpPr>
          <p:cNvPr id="9" name="Zástupný symbol pro zápatí 8">
            <a:extLst>
              <a:ext uri="{FF2B5EF4-FFF2-40B4-BE49-F238E27FC236}">
                <a16:creationId xmlns:a16="http://schemas.microsoft.com/office/drawing/2014/main" id="{857CFCD5-1192-4E18-8A8F-29E153B44D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10" name="Zástupný symbol pro číslo snímku 9">
            <a:extLst>
              <a:ext uri="{FF2B5EF4-FFF2-40B4-BE49-F238E27FC236}">
                <a16:creationId xmlns:a16="http://schemas.microsoft.com/office/drawing/2014/main" id="{E39A109E-5018-4794-92B3-FD5E5BCD95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66809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va obsah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 rtlCol="0"/>
          <a:lstStyle/>
          <a:p>
            <a:pPr rtl="0"/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Zástupný symbol pro obsah 2"/>
          <p:cNvSpPr>
            <a:spLocks noGrp="1"/>
          </p:cNvSpPr>
          <p:nvPr>
            <p:ph sz="half" idx="1"/>
          </p:nvPr>
        </p:nvSpPr>
        <p:spPr>
          <a:xfrm>
            <a:off x="581194" y="2228004"/>
            <a:ext cx="5194767" cy="3633047"/>
          </a:xfrm>
        </p:spPr>
        <p:txBody>
          <a:bodyPr rtlCol="0">
            <a:normAutofit/>
          </a:bodyPr>
          <a:lstStyle/>
          <a:p>
            <a:pPr lvl="0" rtl="0"/>
            <a:r>
              <a:rPr lang="cs-CZ"/>
              <a:t>Po kliknutí můžete upravovat styly textu v předloze.</a:t>
            </a:r>
          </a:p>
          <a:p>
            <a:pPr lvl="1" rtl="0"/>
            <a:r>
              <a:rPr lang="cs-CZ"/>
              <a:t>Druhá úroveň</a:t>
            </a:r>
          </a:p>
          <a:p>
            <a:pPr lvl="2" rtl="0"/>
            <a:r>
              <a:rPr lang="cs-CZ"/>
              <a:t>Třetí úroveň</a:t>
            </a:r>
          </a:p>
          <a:p>
            <a:pPr lvl="3" rtl="0"/>
            <a:r>
              <a:rPr lang="cs-CZ"/>
              <a:t>Čtvrtá úroveň</a:t>
            </a:r>
          </a:p>
          <a:p>
            <a:pPr lvl="4" rtl="0"/>
            <a:r>
              <a:rPr lang="cs-CZ"/>
              <a:t>Pátá úroveň</a:t>
            </a:r>
            <a:endParaRPr lang="en-US" dirty="0"/>
          </a:p>
        </p:txBody>
      </p:sp>
      <p:sp>
        <p:nvSpPr>
          <p:cNvPr id="4" name="Zástupný symbol pro obsah 3"/>
          <p:cNvSpPr>
            <a:spLocks noGrp="1"/>
          </p:cNvSpPr>
          <p:nvPr>
            <p:ph sz="half" idx="2"/>
          </p:nvPr>
        </p:nvSpPr>
        <p:spPr>
          <a:xfrm>
            <a:off x="6416041" y="2228004"/>
            <a:ext cx="5194769" cy="3633047"/>
          </a:xfrm>
        </p:spPr>
        <p:txBody>
          <a:bodyPr rtlCol="0">
            <a:normAutofit/>
          </a:bodyPr>
          <a:lstStyle/>
          <a:p>
            <a:pPr lvl="0" rtl="0"/>
            <a:r>
              <a:rPr lang="cs-CZ"/>
              <a:t>Po kliknutí můžete upravovat styly textu v předloze.</a:t>
            </a:r>
          </a:p>
          <a:p>
            <a:pPr lvl="1" rtl="0"/>
            <a:r>
              <a:rPr lang="cs-CZ"/>
              <a:t>Druhá úroveň</a:t>
            </a:r>
          </a:p>
          <a:p>
            <a:pPr lvl="2" rtl="0"/>
            <a:r>
              <a:rPr lang="cs-CZ"/>
              <a:t>Třetí úroveň</a:t>
            </a:r>
          </a:p>
          <a:p>
            <a:pPr lvl="3" rtl="0"/>
            <a:r>
              <a:rPr lang="cs-CZ"/>
              <a:t>Čtvrtá úroveň</a:t>
            </a:r>
          </a:p>
          <a:p>
            <a:pPr lvl="4" rtl="0"/>
            <a:r>
              <a:rPr lang="cs-CZ"/>
              <a:t>Pátá úroveň</a:t>
            </a:r>
            <a:endParaRPr lang="en-US" dirty="0"/>
          </a:p>
        </p:txBody>
      </p:sp>
      <p:sp>
        <p:nvSpPr>
          <p:cNvPr id="5" name="Zástupný symbol pro datum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ED0DC0DA-1C84-4CFB-A589-758D033EC754}" type="datetime1">
              <a:rPr lang="cs-CZ" smtClean="0"/>
              <a:t>23.11.2025</a:t>
            </a:fld>
            <a:endParaRPr lang="en-US" dirty="0"/>
          </a:p>
        </p:txBody>
      </p:sp>
      <p:sp>
        <p:nvSpPr>
          <p:cNvPr id="6" name="Zástupný symbol pro zápatí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7" name="Zástupný symbol pro číslo snímku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33232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orovnání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Nadpis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 rtlCol="0"/>
          <a:lstStyle/>
          <a:p>
            <a:pPr rtl="0"/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Zástupný symbol pro text 2"/>
          <p:cNvSpPr>
            <a:spLocks noGrp="1"/>
          </p:cNvSpPr>
          <p:nvPr>
            <p:ph type="body" idx="1"/>
          </p:nvPr>
        </p:nvSpPr>
        <p:spPr>
          <a:xfrm>
            <a:off x="581193" y="2250891"/>
            <a:ext cx="5194769" cy="557784"/>
          </a:xfrm>
        </p:spPr>
        <p:txBody>
          <a:bodyPr rtlCol="0" anchor="ctr">
            <a:noAutofit/>
          </a:bodyPr>
          <a:lstStyle>
            <a:lvl1pPr marL="0" indent="0">
              <a:buNone/>
              <a:defRPr sz="15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 rtl="0"/>
            <a:r>
              <a:rPr lang="cs-CZ"/>
              <a:t>Po kliknutí můžete upravovat styly textu v předloze.</a:t>
            </a:r>
          </a:p>
        </p:txBody>
      </p:sp>
      <p:sp>
        <p:nvSpPr>
          <p:cNvPr id="4" name="Zástupný symbol pro obsah 3"/>
          <p:cNvSpPr>
            <a:spLocks noGrp="1"/>
          </p:cNvSpPr>
          <p:nvPr>
            <p:ph sz="half" idx="2"/>
          </p:nvPr>
        </p:nvSpPr>
        <p:spPr>
          <a:xfrm>
            <a:off x="581194" y="2926054"/>
            <a:ext cx="5194767" cy="2934999"/>
          </a:xfrm>
        </p:spPr>
        <p:txBody>
          <a:bodyPr rtlCol="0" anchor="t">
            <a:normAutofit/>
          </a:bodyPr>
          <a:lstStyle/>
          <a:p>
            <a:pPr lvl="0" rtl="0"/>
            <a:r>
              <a:rPr lang="cs-CZ"/>
              <a:t>Po kliknutí můžete upravovat styly textu v předloze.</a:t>
            </a:r>
          </a:p>
          <a:p>
            <a:pPr lvl="1" rtl="0"/>
            <a:r>
              <a:rPr lang="cs-CZ"/>
              <a:t>Druhá úroveň</a:t>
            </a:r>
          </a:p>
          <a:p>
            <a:pPr lvl="2" rtl="0"/>
            <a:r>
              <a:rPr lang="cs-CZ"/>
              <a:t>Třetí úroveň</a:t>
            </a:r>
          </a:p>
          <a:p>
            <a:pPr lvl="3" rtl="0"/>
            <a:r>
              <a:rPr lang="cs-CZ"/>
              <a:t>Čtvrtá úroveň</a:t>
            </a:r>
          </a:p>
          <a:p>
            <a:pPr lvl="4" rtl="0"/>
            <a:r>
              <a:rPr lang="cs-CZ"/>
              <a:t>Pátá úroveň</a:t>
            </a:r>
            <a:endParaRPr lang="en-US" dirty="0"/>
          </a:p>
        </p:txBody>
      </p:sp>
      <p:sp>
        <p:nvSpPr>
          <p:cNvPr id="5" name="Zástupný symbol pro text 4"/>
          <p:cNvSpPr>
            <a:spLocks noGrp="1"/>
          </p:cNvSpPr>
          <p:nvPr>
            <p:ph type="body" sz="quarter" idx="3"/>
          </p:nvPr>
        </p:nvSpPr>
        <p:spPr>
          <a:xfrm>
            <a:off x="6416039" y="2250894"/>
            <a:ext cx="5194771" cy="553373"/>
          </a:xfrm>
        </p:spPr>
        <p:txBody>
          <a:bodyPr rtlCol="0" anchor="ctr">
            <a:noAutofit/>
          </a:bodyPr>
          <a:lstStyle>
            <a:lvl1pPr marL="0" marR="0" indent="0" algn="l" defTabSz="3429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45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None/>
              <a:tabLst/>
              <a:defRPr sz="15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marL="0" marR="0" lvl="0" indent="0" algn="l" defTabSz="3429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45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None/>
              <a:tabLst/>
              <a:defRPr/>
            </a:pPr>
            <a:r>
              <a:rPr lang="cs-CZ"/>
              <a:t>Po kliknutí můžete upravovat styly textu v předloze.</a:t>
            </a:r>
          </a:p>
        </p:txBody>
      </p:sp>
      <p:sp>
        <p:nvSpPr>
          <p:cNvPr id="6" name="Zástupný symbol pro obsah 5"/>
          <p:cNvSpPr>
            <a:spLocks noGrp="1"/>
          </p:cNvSpPr>
          <p:nvPr>
            <p:ph sz="quarter" idx="4"/>
          </p:nvPr>
        </p:nvSpPr>
        <p:spPr>
          <a:xfrm>
            <a:off x="6416037" y="2926054"/>
            <a:ext cx="5194771" cy="2934999"/>
          </a:xfrm>
        </p:spPr>
        <p:txBody>
          <a:bodyPr rtlCol="0" anchor="t">
            <a:normAutofit/>
          </a:bodyPr>
          <a:lstStyle/>
          <a:p>
            <a:pPr lvl="0" rtl="0"/>
            <a:r>
              <a:rPr lang="cs-CZ"/>
              <a:t>Po kliknutí můžete upravovat styly textu v předloze.</a:t>
            </a:r>
          </a:p>
          <a:p>
            <a:pPr lvl="1" rtl="0"/>
            <a:r>
              <a:rPr lang="cs-CZ"/>
              <a:t>Druhá úroveň</a:t>
            </a:r>
          </a:p>
          <a:p>
            <a:pPr lvl="2" rtl="0"/>
            <a:r>
              <a:rPr lang="cs-CZ"/>
              <a:t>Třetí úroveň</a:t>
            </a:r>
          </a:p>
          <a:p>
            <a:pPr lvl="3" rtl="0"/>
            <a:r>
              <a:rPr lang="cs-CZ"/>
              <a:t>Čtvrtá úroveň</a:t>
            </a:r>
          </a:p>
          <a:p>
            <a:pPr lvl="4" rtl="0"/>
            <a:r>
              <a:rPr lang="cs-CZ"/>
              <a:t>Pátá úroveň</a:t>
            </a:r>
            <a:endParaRPr lang="en-US" dirty="0"/>
          </a:p>
        </p:txBody>
      </p:sp>
      <p:sp>
        <p:nvSpPr>
          <p:cNvPr id="7" name="Zástupný symbol pro datum 6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4E68CB40-5E53-430A-BC80-66A7330A3E11}" type="datetime1">
              <a:rPr lang="cs-CZ" smtClean="0"/>
              <a:t>23.11.2025</a:t>
            </a:fld>
            <a:endParaRPr lang="en-US" dirty="0"/>
          </a:p>
        </p:txBody>
      </p:sp>
      <p:sp>
        <p:nvSpPr>
          <p:cNvPr id="8" name="Zástupný symbol pro zápatí 7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9" name="Zástupný symbol pro číslo snímku 8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480465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Jenom nadp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Nadpis 1"/>
          <p:cNvSpPr>
            <a:spLocks noGrp="1"/>
          </p:cNvSpPr>
          <p:nvPr>
            <p:ph type="title"/>
          </p:nvPr>
        </p:nvSpPr>
        <p:spPr>
          <a:xfrm>
            <a:off x="575895" y="729658"/>
            <a:ext cx="11029616" cy="988332"/>
          </a:xfrm>
        </p:spPr>
        <p:txBody>
          <a:bodyPr rtlCol="0"/>
          <a:lstStyle/>
          <a:p>
            <a:pPr rtl="0"/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Zástupný symbol pro datum 2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AD030092-A1C2-46B4-B050-3676FFA9CD44}" type="datetime1">
              <a:rPr lang="cs-CZ" smtClean="0"/>
              <a:t>23.11.2025</a:t>
            </a:fld>
            <a:endParaRPr lang="en-US" dirty="0"/>
          </a:p>
        </p:txBody>
      </p:sp>
      <p:sp>
        <p:nvSpPr>
          <p:cNvPr id="4" name="Zástupný symbol pro zápatí 3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5" name="Zástupný symbol pro číslo snímku 4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29363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rázdn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datum 1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FECD7C02-7CC9-44AF-9768-6A6F42347937}" type="datetime1">
              <a:rPr lang="cs-CZ" smtClean="0"/>
              <a:t>23.11.2025</a:t>
            </a:fld>
            <a:endParaRPr lang="en-US" dirty="0"/>
          </a:p>
        </p:txBody>
      </p:sp>
      <p:sp>
        <p:nvSpPr>
          <p:cNvPr id="3" name="Zástupný symbol pro zápatí 2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294949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Obsah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bdélník 8"/>
          <p:cNvSpPr>
            <a:spLocks noChangeAspect="1"/>
          </p:cNvSpPr>
          <p:nvPr/>
        </p:nvSpPr>
        <p:spPr>
          <a:xfrm>
            <a:off x="447817" y="601201"/>
            <a:ext cx="3682723" cy="5815475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767858" y="933452"/>
            <a:ext cx="3031852" cy="1722419"/>
          </a:xfrm>
        </p:spPr>
        <p:txBody>
          <a:bodyPr rtlCol="0" anchor="b">
            <a:normAutofit/>
          </a:bodyPr>
          <a:lstStyle>
            <a:lvl1pPr algn="l">
              <a:defRPr sz="1800" b="0">
                <a:solidFill>
                  <a:srgbClr val="FFFFFF"/>
                </a:solidFill>
              </a:defRPr>
            </a:lvl1pPr>
          </a:lstStyle>
          <a:p>
            <a:pPr rtl="0"/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>
          <a:xfrm>
            <a:off x="4900930" y="1179829"/>
            <a:ext cx="6650991" cy="4658216"/>
          </a:xfrm>
        </p:spPr>
        <p:txBody>
          <a:bodyPr rtlCol="0" anchor="ctr">
            <a:normAutofit/>
          </a:bodyPr>
          <a:lstStyle>
            <a:lvl1pPr>
              <a:defRPr sz="1500">
                <a:solidFill>
                  <a:schemeClr val="tx2"/>
                </a:solidFill>
              </a:defRPr>
            </a:lvl1pPr>
            <a:lvl2pPr>
              <a:defRPr sz="1350">
                <a:solidFill>
                  <a:schemeClr val="tx2"/>
                </a:solidFill>
              </a:defRPr>
            </a:lvl2pPr>
            <a:lvl3pPr>
              <a:defRPr sz="1200">
                <a:solidFill>
                  <a:schemeClr val="tx2"/>
                </a:solidFill>
              </a:defRPr>
            </a:lvl3pPr>
            <a:lvl4pPr>
              <a:defRPr sz="1050">
                <a:solidFill>
                  <a:schemeClr val="tx2"/>
                </a:solidFill>
              </a:defRPr>
            </a:lvl4pPr>
            <a:lvl5pPr>
              <a:defRPr sz="1050">
                <a:solidFill>
                  <a:schemeClr val="tx2"/>
                </a:solidFill>
              </a:defRPr>
            </a:lvl5pPr>
            <a:lvl6pPr>
              <a:defRPr sz="1050">
                <a:solidFill>
                  <a:schemeClr val="tx2"/>
                </a:solidFill>
              </a:defRPr>
            </a:lvl6pPr>
            <a:lvl7pPr>
              <a:defRPr sz="1050">
                <a:solidFill>
                  <a:schemeClr val="tx2"/>
                </a:solidFill>
              </a:defRPr>
            </a:lvl7pPr>
            <a:lvl8pPr>
              <a:defRPr sz="1050">
                <a:solidFill>
                  <a:schemeClr val="tx2"/>
                </a:solidFill>
              </a:defRPr>
            </a:lvl8pPr>
            <a:lvl9pPr>
              <a:defRPr sz="1050">
                <a:solidFill>
                  <a:schemeClr val="tx2"/>
                </a:solidFill>
              </a:defRPr>
            </a:lvl9pPr>
          </a:lstStyle>
          <a:p>
            <a:pPr lvl="0" rtl="0"/>
            <a:r>
              <a:rPr lang="cs-CZ"/>
              <a:t>Po kliknutí můžete upravovat styly textu v předloze.</a:t>
            </a:r>
          </a:p>
          <a:p>
            <a:pPr lvl="1" rtl="0"/>
            <a:r>
              <a:rPr lang="cs-CZ"/>
              <a:t>Druhá úroveň</a:t>
            </a:r>
          </a:p>
          <a:p>
            <a:pPr lvl="2" rtl="0"/>
            <a:r>
              <a:rPr lang="cs-CZ"/>
              <a:t>Třetí úroveň</a:t>
            </a:r>
          </a:p>
          <a:p>
            <a:pPr lvl="3" rtl="0"/>
            <a:r>
              <a:rPr lang="cs-CZ"/>
              <a:t>Čtvrtá úroveň</a:t>
            </a:r>
          </a:p>
          <a:p>
            <a:pPr lvl="4" rtl="0"/>
            <a:r>
              <a:rPr lang="cs-CZ"/>
              <a:t>Pátá úroveň</a:t>
            </a:r>
            <a:endParaRPr lang="en-US" dirty="0"/>
          </a:p>
        </p:txBody>
      </p:sp>
      <p:sp>
        <p:nvSpPr>
          <p:cNvPr id="4" name="Zástupný symbol pro text 3"/>
          <p:cNvSpPr>
            <a:spLocks noGrp="1"/>
          </p:cNvSpPr>
          <p:nvPr>
            <p:ph type="body" sz="half" idx="2"/>
          </p:nvPr>
        </p:nvSpPr>
        <p:spPr>
          <a:xfrm>
            <a:off x="767858" y="2836654"/>
            <a:ext cx="3031852" cy="3001392"/>
          </a:xfrm>
        </p:spPr>
        <p:txBody>
          <a:bodyPr rtlCol="0" anchor="t">
            <a:normAutofit/>
          </a:bodyPr>
          <a:lstStyle>
            <a:lvl1pPr marL="0" indent="0" algn="l">
              <a:buNone/>
              <a:defRPr sz="1200">
                <a:solidFill>
                  <a:srgbClr val="FFFFFF"/>
                </a:solidFill>
              </a:defRPr>
            </a:lvl1pPr>
            <a:lvl2pPr marL="342900" indent="0">
              <a:buNone/>
              <a:defRPr sz="825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 rtl="0"/>
            <a:r>
              <a:rPr lang="cs-CZ"/>
              <a:t>Po kliknutí můžete upravovat styly textu v předloze.</a:t>
            </a:r>
          </a:p>
        </p:txBody>
      </p:sp>
      <p:sp>
        <p:nvSpPr>
          <p:cNvPr id="8" name="Zástupný symbol pro datum 7">
            <a:extLst>
              <a:ext uri="{FF2B5EF4-FFF2-40B4-BE49-F238E27FC236}">
                <a16:creationId xmlns:a16="http://schemas.microsoft.com/office/drawing/2014/main" id="{0B919CC2-2A65-446F-B538-9E624903544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05953" y="6456918"/>
            <a:ext cx="2844799" cy="365125"/>
          </a:xfrm>
        </p:spPr>
        <p:txBody>
          <a:bodyPr rtlCol="0"/>
          <a:lstStyle/>
          <a:p>
            <a:pPr rtl="0"/>
            <a:fld id="{4E756D9B-B1BA-4BAF-99A5-DC08EF34F207}" type="datetime1">
              <a:rPr lang="cs-CZ" smtClean="0"/>
              <a:t>23.11.2025</a:t>
            </a:fld>
            <a:endParaRPr lang="en-US" dirty="0"/>
          </a:p>
        </p:txBody>
      </p:sp>
      <p:sp>
        <p:nvSpPr>
          <p:cNvPr id="10" name="Zástupný symbol pro zápatí 9">
            <a:extLst>
              <a:ext uri="{FF2B5EF4-FFF2-40B4-BE49-F238E27FC236}">
                <a16:creationId xmlns:a16="http://schemas.microsoft.com/office/drawing/2014/main" id="{B72412AE-119E-4982-8B24-63365EFCA7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81192" y="6452592"/>
            <a:ext cx="6917211" cy="365125"/>
          </a:xfrm>
        </p:spPr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11" name="Zástupný symbol pro číslo snímku 10">
            <a:extLst>
              <a:ext uri="{FF2B5EF4-FFF2-40B4-BE49-F238E27FC236}">
                <a16:creationId xmlns:a16="http://schemas.microsoft.com/office/drawing/2014/main" id="{7FC4BB19-6AD1-45CF-9F99-00B109890F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58301" y="6456918"/>
            <a:ext cx="1052511" cy="365125"/>
          </a:xfrm>
        </p:spPr>
        <p:txBody>
          <a:bodyPr rtlCol="0"/>
          <a:lstStyle/>
          <a:p>
            <a:pPr rtl="0"/>
            <a:fld id="{3A98EE3D-8CD1-4C3F-BD1C-C98C9596463C}" type="slidenum">
              <a:rPr lang="en-US" smtClean="0"/>
              <a:pPr rtl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617666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ázek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581193" y="4693389"/>
            <a:ext cx="11029616" cy="566738"/>
          </a:xfrm>
        </p:spPr>
        <p:txBody>
          <a:bodyPr rtlCol="0" anchor="b">
            <a:normAutofit/>
          </a:bodyPr>
          <a:lstStyle>
            <a:lvl1pPr algn="l">
              <a:defRPr sz="18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Zástupný symbol obrázku 2"/>
          <p:cNvSpPr>
            <a:spLocks noGrp="1" noChangeAspect="1"/>
          </p:cNvSpPr>
          <p:nvPr>
            <p:ph type="pic" idx="1"/>
          </p:nvPr>
        </p:nvSpPr>
        <p:spPr>
          <a:xfrm>
            <a:off x="447817" y="641352"/>
            <a:ext cx="11290859" cy="3651249"/>
          </a:xfrm>
        </p:spPr>
        <p:txBody>
          <a:bodyPr rtlCol="0" anchor="t"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1200"/>
            </a:lvl2pPr>
            <a:lvl3pPr marL="685800" indent="0">
              <a:buNone/>
              <a:defRPr sz="1200"/>
            </a:lvl3pPr>
            <a:lvl4pPr marL="1028700" indent="0">
              <a:buNone/>
              <a:defRPr sz="1200"/>
            </a:lvl4pPr>
            <a:lvl5pPr marL="1371600" indent="0">
              <a:buNone/>
              <a:defRPr sz="1200"/>
            </a:lvl5pPr>
            <a:lvl6pPr marL="1714500" indent="0">
              <a:buNone/>
              <a:defRPr sz="1200"/>
            </a:lvl6pPr>
            <a:lvl7pPr marL="2057400" indent="0">
              <a:buNone/>
              <a:defRPr sz="1200"/>
            </a:lvl7pPr>
            <a:lvl8pPr marL="2400300" indent="0">
              <a:buNone/>
              <a:defRPr sz="1200"/>
            </a:lvl8pPr>
            <a:lvl9pPr marL="2743200" indent="0">
              <a:buNone/>
              <a:defRPr sz="1200"/>
            </a:lvl9pPr>
          </a:lstStyle>
          <a:p>
            <a:pPr rtl="0"/>
            <a:r>
              <a:rPr lang="cs-CZ"/>
              <a:t>Kliknutím na ikonu přidáte obrázek.</a:t>
            </a:r>
            <a:endParaRPr lang="en-US" dirty="0"/>
          </a:p>
        </p:txBody>
      </p:sp>
      <p:sp>
        <p:nvSpPr>
          <p:cNvPr id="4" name="Zástupný symbol pro text 3"/>
          <p:cNvSpPr>
            <a:spLocks noGrp="1"/>
          </p:cNvSpPr>
          <p:nvPr>
            <p:ph type="body" sz="half" idx="2"/>
          </p:nvPr>
        </p:nvSpPr>
        <p:spPr>
          <a:xfrm>
            <a:off x="581193" y="5260127"/>
            <a:ext cx="11029617" cy="998148"/>
          </a:xfrm>
        </p:spPr>
        <p:txBody>
          <a:bodyPr rtlCol="0" anchor="t">
            <a:normAutofit/>
          </a:bodyPr>
          <a:lstStyle>
            <a:lvl1pPr marL="0" indent="0">
              <a:buNone/>
              <a:defRPr sz="120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 rtl="0"/>
            <a:r>
              <a:rPr lang="cs-CZ"/>
              <a:t>Po kliknutí můžete upravovat styly textu v předloze.</a:t>
            </a:r>
          </a:p>
        </p:txBody>
      </p:sp>
      <p:sp>
        <p:nvSpPr>
          <p:cNvPr id="5" name="Zástupný symbol pro datum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48E295CD-EF07-4568-A35E-D8DFD54CCEB6}" type="datetime1">
              <a:rPr lang="cs-CZ" smtClean="0"/>
              <a:t>23.11.2025</a:t>
            </a:fld>
            <a:endParaRPr lang="en-US" dirty="0"/>
          </a:p>
        </p:txBody>
      </p:sp>
      <p:sp>
        <p:nvSpPr>
          <p:cNvPr id="6" name="Zástupný symbol pro zápatí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algn="l" rtl="0"/>
            <a:endParaRPr lang="en-US" dirty="0"/>
          </a:p>
        </p:txBody>
      </p:sp>
      <p:sp>
        <p:nvSpPr>
          <p:cNvPr id="7" name="Zástupný symbol pro číslo snímku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732895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Nadpis a svislý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Nadpis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 rtlCol="0"/>
          <a:lstStyle/>
          <a:p>
            <a:pPr rtl="0"/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Zástupný symbol pro svislý text 2"/>
          <p:cNvSpPr>
            <a:spLocks noGrp="1"/>
          </p:cNvSpPr>
          <p:nvPr>
            <p:ph type="body" orient="vert" idx="1"/>
          </p:nvPr>
        </p:nvSpPr>
        <p:spPr/>
        <p:txBody>
          <a:bodyPr vert="eaVert" rtlCol="0" anchor="t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 rtl="0"/>
            <a:r>
              <a:rPr lang="cs-CZ"/>
              <a:t>Po kliknutí můžete upravovat styly textu v předloze.</a:t>
            </a:r>
          </a:p>
          <a:p>
            <a:pPr lvl="1" rtl="0"/>
            <a:r>
              <a:rPr lang="cs-CZ"/>
              <a:t>Druhá úroveň</a:t>
            </a:r>
          </a:p>
          <a:p>
            <a:pPr lvl="2" rtl="0"/>
            <a:r>
              <a:rPr lang="cs-CZ"/>
              <a:t>Třetí úroveň</a:t>
            </a:r>
          </a:p>
          <a:p>
            <a:pPr lvl="3" rtl="0"/>
            <a:r>
              <a:rPr lang="cs-CZ"/>
              <a:t>Čtvrtá úroveň</a:t>
            </a:r>
          </a:p>
          <a:p>
            <a:pPr lvl="4" rtl="0"/>
            <a:r>
              <a:rPr lang="cs-CZ"/>
              <a:t>Pátá úroveň</a:t>
            </a:r>
            <a:endParaRPr lang="en-US" dirty="0"/>
          </a:p>
        </p:txBody>
      </p:sp>
      <p:sp>
        <p:nvSpPr>
          <p:cNvPr id="4" name="Zástupný symbol pro datum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75C2422F-D08F-49D0-98CD-DC7D2F2607DE}" type="datetime1">
              <a:rPr lang="cs-CZ" smtClean="0"/>
              <a:t>23.11.2025</a:t>
            </a:fld>
            <a:endParaRPr lang="en-US" dirty="0"/>
          </a:p>
        </p:txBody>
      </p:sp>
      <p:sp>
        <p:nvSpPr>
          <p:cNvPr id="5" name="Zástupný symbol pro zápatí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6" name="Zástupný symbol pro číslo snímku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835911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Svislý nadpis a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bdélník 6"/>
          <p:cNvSpPr>
            <a:spLocks noChangeAspect="1"/>
          </p:cNvSpPr>
          <p:nvPr/>
        </p:nvSpPr>
        <p:spPr>
          <a:xfrm>
            <a:off x="8058151" y="599725"/>
            <a:ext cx="3687316" cy="5816950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Svislý nadpis 1"/>
          <p:cNvSpPr>
            <a:spLocks noGrp="1"/>
          </p:cNvSpPr>
          <p:nvPr>
            <p:ph type="title" orient="vert"/>
          </p:nvPr>
        </p:nvSpPr>
        <p:spPr>
          <a:xfrm>
            <a:off x="8204200" y="863600"/>
            <a:ext cx="3124200" cy="4807326"/>
          </a:xfrm>
        </p:spPr>
        <p:txBody>
          <a:bodyPr vert="eaVert" rtlCol="0" anchor="ctr"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 rtl="0"/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Zástupný symbol pro svislý text 2"/>
          <p:cNvSpPr>
            <a:spLocks noGrp="1"/>
          </p:cNvSpPr>
          <p:nvPr>
            <p:ph type="body" orient="vert" idx="1"/>
          </p:nvPr>
        </p:nvSpPr>
        <p:spPr>
          <a:xfrm>
            <a:off x="774925" y="863600"/>
            <a:ext cx="7161625" cy="4807326"/>
          </a:xfrm>
        </p:spPr>
        <p:txBody>
          <a:bodyPr vert="eaVert" rtlCol="0" anchor="t"/>
          <a:lstStyle/>
          <a:p>
            <a:pPr lvl="0" rtl="0"/>
            <a:r>
              <a:rPr lang="cs-CZ"/>
              <a:t>Po kliknutí můžete upravovat styly textu v předloze.</a:t>
            </a:r>
          </a:p>
          <a:p>
            <a:pPr lvl="1" rtl="0"/>
            <a:r>
              <a:rPr lang="cs-CZ"/>
              <a:t>Druhá úroveň</a:t>
            </a:r>
          </a:p>
          <a:p>
            <a:pPr lvl="2" rtl="0"/>
            <a:r>
              <a:rPr lang="cs-CZ"/>
              <a:t>Třetí úroveň</a:t>
            </a:r>
          </a:p>
          <a:p>
            <a:pPr lvl="3" rtl="0"/>
            <a:r>
              <a:rPr lang="cs-CZ"/>
              <a:t>Čtvrtá úroveň</a:t>
            </a:r>
          </a:p>
          <a:p>
            <a:pPr lvl="4" rtl="0"/>
            <a:r>
              <a:rPr lang="cs-CZ"/>
              <a:t>Pátá úroveň</a:t>
            </a:r>
            <a:endParaRPr lang="en-US" dirty="0"/>
          </a:p>
        </p:txBody>
      </p:sp>
      <p:sp>
        <p:nvSpPr>
          <p:cNvPr id="8" name="Obdélník 7">
            <a:extLst>
              <a:ext uri="{FF2B5EF4-FFF2-40B4-BE49-F238E27FC236}">
                <a16:creationId xmlns:a16="http://schemas.microsoft.com/office/drawing/2014/main" id="{F6423B97-A5D4-47B9-8861-73B3707A04CF}"/>
              </a:ext>
            </a:extLst>
          </p:cNvPr>
          <p:cNvSpPr/>
          <p:nvPr/>
        </p:nvSpPr>
        <p:spPr>
          <a:xfrm>
            <a:off x="446535" y="457200"/>
            <a:ext cx="3703320" cy="94997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9" name="Obdélník 8">
            <a:extLst>
              <a:ext uri="{FF2B5EF4-FFF2-40B4-BE49-F238E27FC236}">
                <a16:creationId xmlns:a16="http://schemas.microsoft.com/office/drawing/2014/main" id="{1AEC0421-37B4-4481-A10D-69FDF5EC7909}"/>
              </a:ext>
            </a:extLst>
          </p:cNvPr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Obdélník 9">
            <a:extLst>
              <a:ext uri="{FF2B5EF4-FFF2-40B4-BE49-F238E27FC236}">
                <a16:creationId xmlns:a16="http://schemas.microsoft.com/office/drawing/2014/main" id="{5F7265B5-9F97-4F1E-99E9-74F7B7E62337}"/>
              </a:ext>
            </a:extLst>
          </p:cNvPr>
          <p:cNvSpPr/>
          <p:nvPr/>
        </p:nvSpPr>
        <p:spPr>
          <a:xfrm>
            <a:off x="4241831" y="457200"/>
            <a:ext cx="370332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Zástupný symbol pro datum 10">
            <a:extLst>
              <a:ext uri="{FF2B5EF4-FFF2-40B4-BE49-F238E27FC236}">
                <a16:creationId xmlns:a16="http://schemas.microsoft.com/office/drawing/2014/main" id="{5C74A470-3BD3-4F33-80E5-67E6E87FCB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9472C44F-B7A3-4350-988C-CFC166A0AA82}" type="datetime1">
              <a:rPr lang="cs-CZ" smtClean="0"/>
              <a:t>23.11.2025</a:t>
            </a:fld>
            <a:endParaRPr lang="en-US" dirty="0"/>
          </a:p>
        </p:txBody>
      </p:sp>
      <p:sp>
        <p:nvSpPr>
          <p:cNvPr id="12" name="Zástupný symbol pro zápatí 11">
            <a:extLst>
              <a:ext uri="{FF2B5EF4-FFF2-40B4-BE49-F238E27FC236}">
                <a16:creationId xmlns:a16="http://schemas.microsoft.com/office/drawing/2014/main" id="{9A3A30BA-DB50-4D7D-BCDE-17D20FB354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13" name="Zástupný symbol pro číslo snímku 12">
            <a:extLst>
              <a:ext uri="{FF2B5EF4-FFF2-40B4-BE49-F238E27FC236}">
                <a16:creationId xmlns:a16="http://schemas.microsoft.com/office/drawing/2014/main" id="{76FF9E58-C0B2-436B-A21C-DB45A00D65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888496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nadpis 1"/>
          <p:cNvSpPr>
            <a:spLocks noGrp="1"/>
          </p:cNvSpPr>
          <p:nvPr>
            <p:ph type="title"/>
          </p:nvPr>
        </p:nvSpPr>
        <p:spPr>
          <a:xfrm>
            <a:off x="581192" y="705124"/>
            <a:ext cx="11029616" cy="118955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rtl="0"/>
            <a:r>
              <a:rPr lang="cs"/>
              <a:t>Kliknutím můžete upravit styl předlohy nadpisů.</a:t>
            </a:r>
            <a:endParaRPr lang="en-US" dirty="0"/>
          </a:p>
        </p:txBody>
      </p:sp>
      <p:sp>
        <p:nvSpPr>
          <p:cNvPr id="3" name="Zástupný symbol pro text 2"/>
          <p:cNvSpPr>
            <a:spLocks noGrp="1"/>
          </p:cNvSpPr>
          <p:nvPr>
            <p:ph type="body" idx="1"/>
          </p:nvPr>
        </p:nvSpPr>
        <p:spPr>
          <a:xfrm>
            <a:off x="581192" y="2336004"/>
            <a:ext cx="11029616" cy="365204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 rtl="0"/>
            <a:r>
              <a:rPr lang="cs"/>
              <a:t>Kliknutím můžete upravit styly předlohy textu.</a:t>
            </a:r>
          </a:p>
          <a:p>
            <a:pPr lvl="1" rtl="0"/>
            <a:r>
              <a:rPr lang="cs"/>
              <a:t>Druhá úroveň</a:t>
            </a:r>
          </a:p>
          <a:p>
            <a:pPr lvl="2" rtl="0"/>
            <a:r>
              <a:rPr lang="cs"/>
              <a:t>Třetí úroveň</a:t>
            </a:r>
          </a:p>
          <a:p>
            <a:pPr lvl="3" rtl="0"/>
            <a:r>
              <a:rPr lang="cs"/>
              <a:t>Čtvrtá úroveň</a:t>
            </a:r>
          </a:p>
          <a:p>
            <a:pPr lvl="4" rtl="0"/>
            <a:r>
              <a:rPr lang="cs"/>
              <a:t>Pátá úroveň</a:t>
            </a:r>
            <a:endParaRPr lang="en-US" dirty="0"/>
          </a:p>
        </p:txBody>
      </p:sp>
      <p:sp>
        <p:nvSpPr>
          <p:cNvPr id="4" name="Zástupný symbol pro datum 3"/>
          <p:cNvSpPr>
            <a:spLocks noGrp="1"/>
          </p:cNvSpPr>
          <p:nvPr>
            <p:ph type="dt" sz="half" idx="2"/>
          </p:nvPr>
        </p:nvSpPr>
        <p:spPr>
          <a:xfrm>
            <a:off x="7605953" y="6423916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75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fld id="{1900C9E6-3834-4C30-AC74-37ACA7F99694}" type="datetime1">
              <a:rPr lang="cs-CZ" smtClean="0"/>
              <a:t>23.11.2025</a:t>
            </a:fld>
            <a:endParaRPr lang="en-US" dirty="0"/>
          </a:p>
        </p:txBody>
      </p:sp>
      <p:sp>
        <p:nvSpPr>
          <p:cNvPr id="5" name="Zástupné zápatí 4"/>
          <p:cNvSpPr>
            <a:spLocks noGrp="1"/>
          </p:cNvSpPr>
          <p:nvPr>
            <p:ph type="ftr" sz="quarter" idx="3"/>
          </p:nvPr>
        </p:nvSpPr>
        <p:spPr>
          <a:xfrm>
            <a:off x="581192" y="6423916"/>
            <a:ext cx="691721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75" cap="all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endParaRPr lang="en-US" dirty="0"/>
          </a:p>
        </p:txBody>
      </p:sp>
      <p:sp>
        <p:nvSpPr>
          <p:cNvPr id="6" name="Zástupný symbol pro číslo snímku 5"/>
          <p:cNvSpPr>
            <a:spLocks noGrp="1"/>
          </p:cNvSpPr>
          <p:nvPr>
            <p:ph type="sldNum" sz="quarter" idx="4"/>
          </p:nvPr>
        </p:nvSpPr>
        <p:spPr>
          <a:xfrm>
            <a:off x="10558301" y="6423916"/>
            <a:ext cx="105251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75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9" name="Obdélník 8"/>
          <p:cNvSpPr/>
          <p:nvPr/>
        </p:nvSpPr>
        <p:spPr>
          <a:xfrm>
            <a:off x="446535" y="457200"/>
            <a:ext cx="3703320" cy="9499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cs-CZ" sz="1350"/>
          </a:p>
        </p:txBody>
      </p:sp>
      <p:sp>
        <p:nvSpPr>
          <p:cNvPr id="10" name="Obdélník 9"/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cs-CZ" sz="1350"/>
          </a:p>
        </p:txBody>
      </p:sp>
      <p:sp>
        <p:nvSpPr>
          <p:cNvPr id="11" name="Obdélník 10"/>
          <p:cNvSpPr/>
          <p:nvPr/>
        </p:nvSpPr>
        <p:spPr>
          <a:xfrm>
            <a:off x="4241831" y="457200"/>
            <a:ext cx="370332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cs-CZ" sz="1350"/>
          </a:p>
        </p:txBody>
      </p:sp>
    </p:spTree>
    <p:extLst>
      <p:ext uri="{BB962C8B-B14F-4D97-AF65-F5344CB8AC3E}">
        <p14:creationId xmlns:p14="http://schemas.microsoft.com/office/powerpoint/2010/main" val="30008978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6" r:id="rId1"/>
    <p:sldLayoutId id="2147483757" r:id="rId2"/>
    <p:sldLayoutId id="2147483758" r:id="rId3"/>
    <p:sldLayoutId id="2147483759" r:id="rId4"/>
    <p:sldLayoutId id="2147483711" r:id="rId5"/>
    <p:sldLayoutId id="2147483760" r:id="rId6"/>
    <p:sldLayoutId id="2147483762" r:id="rId7"/>
    <p:sldLayoutId id="2147483706" r:id="rId8"/>
    <p:sldLayoutId id="2147483709" r:id="rId9"/>
    <p:sldLayoutId id="2147483707" r:id="rId10"/>
    <p:sldLayoutId id="2147483708" r:id="rId11"/>
  </p:sldLayoutIdLst>
  <p:hf sldNum="0" hdr="0" ftr="0"/>
  <p:txStyles>
    <p:titleStyle>
      <a:lvl1pPr algn="l" defTabSz="457200" rtl="0" eaLnBrk="1" latinLnBrk="0" hangingPunct="1">
        <a:lnSpc>
          <a:spcPct val="100000"/>
        </a:lnSpc>
        <a:spcBef>
          <a:spcPct val="0"/>
        </a:spcBef>
        <a:buNone/>
        <a:defRPr sz="2800" b="0" kern="1200" cap="all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06000" indent="-306000" algn="l" defTabSz="457200" rtl="0" eaLnBrk="1" latinLnBrk="0" hangingPunct="1">
        <a:lnSpc>
          <a:spcPct val="110000"/>
        </a:lnSpc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7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630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90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3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24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1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60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1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9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6pPr>
      <a:lvl7pPr marL="2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7pPr>
      <a:lvl8pPr marL="25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8pPr>
      <a:lvl9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Obdélník 17">
            <a:extLst>
              <a:ext uri="{FF2B5EF4-FFF2-40B4-BE49-F238E27FC236}">
                <a16:creationId xmlns:a16="http://schemas.microsoft.com/office/drawing/2014/main" id="{D6D7A0BC-0046-4CAA-8E7F-DCAFE511EA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857250"/>
            <a:ext cx="9144000" cy="51435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 sz="1350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1C21E816-31F5-48BB-BD02-D15F2F18B48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959894" y="1622574"/>
            <a:ext cx="8245162" cy="1106260"/>
          </a:xfrm>
        </p:spPr>
        <p:txBody>
          <a:bodyPr rtlCol="0">
            <a:normAutofit/>
          </a:bodyPr>
          <a:lstStyle/>
          <a:p>
            <a:pPr rtl="0"/>
            <a:r>
              <a:rPr lang="cs" dirty="0"/>
              <a:t>Programování</a:t>
            </a:r>
          </a:p>
        </p:txBody>
      </p:sp>
      <p:sp>
        <p:nvSpPr>
          <p:cNvPr id="3" name="Podnadpis 2">
            <a:extLst>
              <a:ext uri="{FF2B5EF4-FFF2-40B4-BE49-F238E27FC236}">
                <a16:creationId xmlns:a16="http://schemas.microsoft.com/office/drawing/2014/main" id="{835D6E6B-3353-491C-A3C6-F278D6CED8B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959895" y="2728835"/>
            <a:ext cx="8245160" cy="351175"/>
          </a:xfrm>
        </p:spPr>
        <p:txBody>
          <a:bodyPr rtlCol="0">
            <a:normAutofit/>
          </a:bodyPr>
          <a:lstStyle/>
          <a:p>
            <a:r>
              <a:rPr lang="cs" dirty="0"/>
              <a:t>Soubory</a:t>
            </a:r>
            <a:endParaRPr lang="cs-CZ" dirty="0"/>
          </a:p>
        </p:txBody>
      </p:sp>
      <p:sp>
        <p:nvSpPr>
          <p:cNvPr id="20" name="Obdélník 19">
            <a:extLst>
              <a:ext uri="{FF2B5EF4-FFF2-40B4-BE49-F238E27FC236}">
                <a16:creationId xmlns:a16="http://schemas.microsoft.com/office/drawing/2014/main" id="{E7C6334F-6411-41EC-AD7D-179EDD8B58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858901" y="1200150"/>
            <a:ext cx="2777490" cy="71248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cs-CZ" sz="1350"/>
          </a:p>
        </p:txBody>
      </p:sp>
      <p:sp>
        <p:nvSpPr>
          <p:cNvPr id="22" name="Obdélník 21">
            <a:extLst>
              <a:ext uri="{FF2B5EF4-FFF2-40B4-BE49-F238E27FC236}">
                <a16:creationId xmlns:a16="http://schemas.microsoft.com/office/drawing/2014/main" id="{E6B02CEE-3AF8-4349-9B3E-8970E6DF62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05373" y="1200150"/>
            <a:ext cx="2777490" cy="6858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cs-CZ" sz="1350"/>
          </a:p>
        </p:txBody>
      </p:sp>
      <p:sp>
        <p:nvSpPr>
          <p:cNvPr id="24" name="Obdélník 23">
            <a:extLst>
              <a:ext uri="{FF2B5EF4-FFF2-40B4-BE49-F238E27FC236}">
                <a16:creationId xmlns:a16="http://schemas.microsoft.com/office/drawing/2014/main" id="{AAA01CF0-3FB5-44EB-B7DE-F2E86374C2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555610" y="1197482"/>
            <a:ext cx="2777490" cy="73916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cs-CZ" sz="1350"/>
          </a:p>
        </p:txBody>
      </p:sp>
      <p:pic>
        <p:nvPicPr>
          <p:cNvPr id="6" name="Obrázek 5" descr="Logo v detailu&#10;&#10;Automaticky generovaný popis">
            <a:extLst>
              <a:ext uri="{FF2B5EF4-FFF2-40B4-BE49-F238E27FC236}">
                <a16:creationId xmlns:a16="http://schemas.microsoft.com/office/drawing/2014/main" id="{F1A8C364-94D4-4630-BAD0-78722F347055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860550" y="3168650"/>
            <a:ext cx="8445500" cy="2482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580555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ADDBDC9E-86EB-8F9B-E0A2-21F97F00F7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Vstupní a výstupní proudy doposud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202A71CB-244C-674F-8403-EB4EF7520D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ctr">
            <a:noAutofit/>
          </a:bodyPr>
          <a:lstStyle/>
          <a:p>
            <a:pPr marL="228600" indent="-228600"/>
            <a:r>
              <a:rPr lang="cs-CZ" sz="2000" b="1" dirty="0">
                <a:ea typeface="+mn-lt"/>
                <a:cs typeface="+mn-lt"/>
              </a:rPr>
              <a:t>Konzolové aplikace</a:t>
            </a:r>
            <a:endParaRPr lang="cs-CZ" sz="2000" b="1"/>
          </a:p>
          <a:p>
            <a:pPr marL="472440" lvl="1" indent="-228600">
              <a:lnSpc>
                <a:spcPct val="110000"/>
              </a:lnSpc>
              <a:buFont typeface="Courier New" panose="05020102010507070707" pitchFamily="18" charset="2"/>
              <a:buChar char="o"/>
            </a:pPr>
            <a:r>
              <a:rPr lang="cs-CZ" sz="1800" err="1">
                <a:ea typeface="+mn-lt"/>
                <a:cs typeface="+mn-lt"/>
              </a:rPr>
              <a:t>Console.ReadLine</a:t>
            </a:r>
            <a:r>
              <a:rPr lang="cs-CZ" sz="1800" dirty="0">
                <a:ea typeface="+mn-lt"/>
                <a:cs typeface="+mn-lt"/>
              </a:rPr>
              <a:t>()</a:t>
            </a:r>
            <a:endParaRPr lang="cs-CZ" sz="1800"/>
          </a:p>
          <a:p>
            <a:pPr marL="472440" lvl="1" indent="-228600">
              <a:lnSpc>
                <a:spcPct val="110000"/>
              </a:lnSpc>
              <a:buFont typeface="Courier New" panose="05020102010507070707" pitchFamily="18" charset="2"/>
              <a:buChar char="o"/>
            </a:pPr>
            <a:r>
              <a:rPr lang="cs-CZ" sz="1800" err="1">
                <a:ea typeface="+mn-lt"/>
                <a:cs typeface="+mn-lt"/>
              </a:rPr>
              <a:t>Console.WriteLine</a:t>
            </a:r>
            <a:r>
              <a:rPr lang="cs-CZ" sz="1800" dirty="0">
                <a:ea typeface="+mn-lt"/>
                <a:cs typeface="+mn-lt"/>
              </a:rPr>
              <a:t>()</a:t>
            </a:r>
            <a:endParaRPr lang="cs-CZ" sz="1800"/>
          </a:p>
          <a:p>
            <a:pPr marL="472440" lvl="1" indent="-228600">
              <a:lnSpc>
                <a:spcPct val="110000"/>
              </a:lnSpc>
              <a:buFont typeface="Courier New" panose="05020102010507070707" pitchFamily="18" charset="2"/>
              <a:buChar char="o"/>
            </a:pPr>
            <a:r>
              <a:rPr lang="cs-CZ" sz="1800" dirty="0">
                <a:ea typeface="+mn-lt"/>
                <a:cs typeface="+mn-lt"/>
              </a:rPr>
              <a:t>Vstup je vždy v podobě řetězce a je nutné jej zpracovat</a:t>
            </a:r>
            <a:endParaRPr lang="cs-CZ" sz="1800"/>
          </a:p>
          <a:p>
            <a:pPr marL="472440" lvl="1" indent="-228600">
              <a:lnSpc>
                <a:spcPct val="110000"/>
              </a:lnSpc>
              <a:buFont typeface="Courier New" panose="05020102010507070707" pitchFamily="18" charset="2"/>
              <a:buChar char="o"/>
            </a:pPr>
            <a:r>
              <a:rPr lang="cs-CZ" sz="1800" dirty="0">
                <a:ea typeface="+mn-lt"/>
                <a:cs typeface="+mn-lt"/>
              </a:rPr>
              <a:t>Pokud je očekáván vstup, aplikace bez vložení vstupu nepokračuje</a:t>
            </a:r>
            <a:endParaRPr lang="cs-CZ" sz="1800"/>
          </a:p>
          <a:p>
            <a:pPr marL="228600" indent="-228600"/>
            <a:r>
              <a:rPr lang="cs-CZ" sz="2000" b="1" dirty="0">
                <a:ea typeface="+mn-lt"/>
                <a:cs typeface="+mn-lt"/>
              </a:rPr>
              <a:t>Formulářové aplikace</a:t>
            </a:r>
            <a:endParaRPr lang="cs-CZ" sz="2000" b="1"/>
          </a:p>
          <a:p>
            <a:pPr marL="472440" lvl="1" indent="-228600">
              <a:lnSpc>
                <a:spcPct val="110000"/>
              </a:lnSpc>
              <a:buFont typeface="Courier New" panose="05020102010507070707" pitchFamily="18" charset="2"/>
              <a:buChar char="o"/>
            </a:pPr>
            <a:r>
              <a:rPr lang="cs-CZ" sz="1800" dirty="0">
                <a:ea typeface="+mn-lt"/>
                <a:cs typeface="+mn-lt"/>
              </a:rPr>
              <a:t>Jednotlivé komponenty mají své vlastnosti (text, </a:t>
            </a:r>
            <a:r>
              <a:rPr lang="cs-CZ" sz="1800" err="1">
                <a:ea typeface="+mn-lt"/>
                <a:cs typeface="+mn-lt"/>
              </a:rPr>
              <a:t>value</a:t>
            </a:r>
            <a:r>
              <a:rPr lang="cs-CZ" sz="1800" dirty="0">
                <a:ea typeface="+mn-lt"/>
                <a:cs typeface="+mn-lt"/>
              </a:rPr>
              <a:t>, </a:t>
            </a:r>
            <a:r>
              <a:rPr lang="cs-CZ" sz="1800" err="1">
                <a:ea typeface="+mn-lt"/>
                <a:cs typeface="+mn-lt"/>
              </a:rPr>
              <a:t>colection</a:t>
            </a:r>
            <a:r>
              <a:rPr lang="cs-CZ" sz="1800" dirty="0">
                <a:ea typeface="+mn-lt"/>
                <a:cs typeface="+mn-lt"/>
              </a:rPr>
              <a:t>,…)</a:t>
            </a:r>
            <a:endParaRPr lang="cs-CZ" sz="1800"/>
          </a:p>
          <a:p>
            <a:pPr marL="472440" lvl="1" indent="-228600">
              <a:lnSpc>
                <a:spcPct val="110000"/>
              </a:lnSpc>
              <a:buFont typeface="Courier New" panose="05020102010507070707" pitchFamily="18" charset="2"/>
              <a:buChar char="o"/>
            </a:pPr>
            <a:r>
              <a:rPr lang="cs-CZ" sz="1800" dirty="0">
                <a:ea typeface="+mn-lt"/>
                <a:cs typeface="+mn-lt"/>
              </a:rPr>
              <a:t>Datové typy vstupů a výstupů se odvíjí od použité komponenty</a:t>
            </a:r>
            <a:endParaRPr lang="cs-CZ" sz="1800"/>
          </a:p>
          <a:p>
            <a:pPr marL="472440" lvl="1" indent="-228600">
              <a:lnSpc>
                <a:spcPct val="110000"/>
              </a:lnSpc>
              <a:buFont typeface="Courier New" panose="05020102010507070707" pitchFamily="18" charset="2"/>
              <a:buChar char="o"/>
            </a:pPr>
            <a:r>
              <a:rPr lang="cs-CZ" sz="1800" dirty="0">
                <a:ea typeface="+mn-lt"/>
                <a:cs typeface="+mn-lt"/>
              </a:rPr>
              <a:t>Aplikace může skončit v chybovém stavu, protože nemusí být uveden vstup</a:t>
            </a:r>
            <a:endParaRPr lang="cs-CZ" sz="1800"/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B0AD11A9-3963-FE26-2152-FDBBD95BFA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9E25B38F-3440-48E9-8BA6-B9B0E297B628}" type="datetime1">
              <a:rPr lang="cs-CZ" smtClean="0"/>
              <a:t>23.11.2025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2328428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5CDE6A62-A12C-68AF-644A-10EE5845F3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Práce se souborem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50D6F24F-BD70-A7FF-6A50-4E0E205A7D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28600" indent="-228600"/>
            <a:r>
              <a:rPr lang="cs-CZ" sz="2000" dirty="0"/>
              <a:t>Knihovna </a:t>
            </a:r>
            <a:r>
              <a:rPr lang="cs-CZ" sz="2000" b="1" dirty="0"/>
              <a:t>System.IO</a:t>
            </a:r>
            <a:endParaRPr lang="cs-CZ" sz="2000" dirty="0"/>
          </a:p>
          <a:p>
            <a:pPr marL="228600" indent="-228600"/>
            <a:r>
              <a:rPr lang="cs-CZ" sz="2000" dirty="0">
                <a:ea typeface="+mn-lt"/>
                <a:cs typeface="+mn-lt"/>
              </a:rPr>
              <a:t>Pro čtení a zápis do souboru je nutné aktivovat a inicializovat datové proudy </a:t>
            </a:r>
            <a:r>
              <a:rPr lang="cs-CZ" sz="2000" b="1" dirty="0">
                <a:ea typeface="+mn-lt"/>
                <a:cs typeface="+mn-lt"/>
              </a:rPr>
              <a:t>stream</a:t>
            </a:r>
            <a:endParaRPr lang="cs-CZ" sz="2000" b="1" dirty="0"/>
          </a:p>
          <a:p>
            <a:pPr marL="228600" indent="-228600"/>
            <a:r>
              <a:rPr lang="cs-CZ" sz="2000" dirty="0">
                <a:ea typeface="+mn-lt"/>
                <a:cs typeface="+mn-lt"/>
              </a:rPr>
              <a:t>Pro práci se souborem využíváme třídy:</a:t>
            </a:r>
            <a:endParaRPr lang="cs-CZ" sz="2000" dirty="0"/>
          </a:p>
          <a:p>
            <a:pPr marL="472440" lvl="1" indent="-228600">
              <a:lnSpc>
                <a:spcPct val="110000"/>
              </a:lnSpc>
              <a:buFont typeface="Courier New" panose="05020102010507070707" pitchFamily="18" charset="2"/>
              <a:buChar char="o"/>
            </a:pPr>
            <a:r>
              <a:rPr lang="cs-CZ" sz="1800" dirty="0" err="1">
                <a:ea typeface="+mn-lt"/>
                <a:cs typeface="+mn-lt"/>
              </a:rPr>
              <a:t>File</a:t>
            </a:r>
            <a:endParaRPr lang="cs-CZ" sz="1800"/>
          </a:p>
          <a:p>
            <a:pPr marL="472440" lvl="1" indent="-228600">
              <a:lnSpc>
                <a:spcPct val="110000"/>
              </a:lnSpc>
              <a:buFont typeface="Courier New" panose="05020102010507070707" pitchFamily="18" charset="2"/>
              <a:buChar char="o"/>
            </a:pPr>
            <a:r>
              <a:rPr lang="cs-CZ" sz="1800" dirty="0" err="1">
                <a:ea typeface="+mn-lt"/>
                <a:cs typeface="+mn-lt"/>
              </a:rPr>
              <a:t>FileStream</a:t>
            </a:r>
            <a:endParaRPr lang="cs-CZ" sz="1800"/>
          </a:p>
          <a:p>
            <a:pPr marL="472440" lvl="1" indent="-228600">
              <a:lnSpc>
                <a:spcPct val="110000"/>
              </a:lnSpc>
              <a:buFont typeface="Courier New" panose="05020102010507070707" pitchFamily="18" charset="2"/>
              <a:buChar char="o"/>
            </a:pPr>
            <a:r>
              <a:rPr lang="cs-CZ" sz="1800" dirty="0" err="1">
                <a:ea typeface="+mn-lt"/>
                <a:cs typeface="+mn-lt"/>
              </a:rPr>
              <a:t>StreamWriter</a:t>
            </a:r>
            <a:endParaRPr lang="cs-CZ" sz="1800"/>
          </a:p>
          <a:p>
            <a:pPr marL="472440" lvl="1" indent="-228600">
              <a:lnSpc>
                <a:spcPct val="110000"/>
              </a:lnSpc>
              <a:buFont typeface="Courier New" panose="05020102010507070707" pitchFamily="18" charset="2"/>
              <a:buChar char="o"/>
            </a:pPr>
            <a:r>
              <a:rPr lang="cs-CZ" sz="1800" dirty="0" err="1">
                <a:ea typeface="+mn-lt"/>
                <a:cs typeface="+mn-lt"/>
              </a:rPr>
              <a:t>StreamReader</a:t>
            </a:r>
            <a:endParaRPr lang="cs-CZ" sz="1800"/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2DE28CBE-4912-D7A0-0F64-6446FF6AE0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9E25B38F-3440-48E9-8BA6-B9B0E297B628}" type="datetime1">
              <a:rPr lang="cs-CZ" smtClean="0"/>
              <a:t>23.11.2025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2431826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E04FA6C7-DCEA-F147-D657-580BC81179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Typy souborů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957B6E87-FD24-FD2A-F7D2-6F4906E6D3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ctr">
            <a:noAutofit/>
          </a:bodyPr>
          <a:lstStyle/>
          <a:p>
            <a:pPr marL="228600" indent="-228600"/>
            <a:r>
              <a:rPr lang="cs-CZ" sz="2000" dirty="0">
                <a:ea typeface="+mn-lt"/>
                <a:cs typeface="+mn-lt"/>
              </a:rPr>
              <a:t>Na soubory můžeme koukat dvěma způsoby:</a:t>
            </a:r>
            <a:endParaRPr lang="cs-CZ" sz="2000"/>
          </a:p>
          <a:p>
            <a:pPr marL="228600" indent="-228600"/>
            <a:r>
              <a:rPr lang="cs-CZ" sz="2000" b="1" dirty="0">
                <a:ea typeface="+mn-lt"/>
                <a:cs typeface="+mn-lt"/>
              </a:rPr>
              <a:t>Binární</a:t>
            </a:r>
            <a:endParaRPr lang="cs-CZ" sz="2000" b="1"/>
          </a:p>
          <a:p>
            <a:pPr marL="472440" lvl="1" indent="-228600">
              <a:lnSpc>
                <a:spcPct val="110000"/>
              </a:lnSpc>
              <a:buFont typeface="Courier New" panose="05020102010507070707" pitchFamily="18" charset="2"/>
              <a:buChar char="o"/>
            </a:pPr>
            <a:r>
              <a:rPr lang="cs-CZ" sz="1800" dirty="0">
                <a:ea typeface="+mn-lt"/>
                <a:cs typeface="+mn-lt"/>
              </a:rPr>
              <a:t>Veřejné (.</a:t>
            </a:r>
            <a:r>
              <a:rPr lang="cs-CZ" sz="1800" err="1">
                <a:ea typeface="+mn-lt"/>
                <a:cs typeface="+mn-lt"/>
              </a:rPr>
              <a:t>png</a:t>
            </a:r>
            <a:r>
              <a:rPr lang="cs-CZ" sz="1800" dirty="0">
                <a:ea typeface="+mn-lt"/>
                <a:cs typeface="+mn-lt"/>
              </a:rPr>
              <a:t>, .</a:t>
            </a:r>
            <a:r>
              <a:rPr lang="cs-CZ" sz="1800" err="1">
                <a:ea typeface="+mn-lt"/>
                <a:cs typeface="+mn-lt"/>
              </a:rPr>
              <a:t>jpg</a:t>
            </a:r>
            <a:r>
              <a:rPr lang="cs-CZ" sz="1800" dirty="0">
                <a:ea typeface="+mn-lt"/>
                <a:cs typeface="+mn-lt"/>
              </a:rPr>
              <a:t>, …)</a:t>
            </a:r>
            <a:endParaRPr lang="cs-CZ" sz="1800"/>
          </a:p>
          <a:p>
            <a:pPr marL="472440" lvl="1" indent="-228600">
              <a:lnSpc>
                <a:spcPct val="110000"/>
              </a:lnSpc>
              <a:buFont typeface="Courier New" panose="05020102010507070707" pitchFamily="18" charset="2"/>
              <a:buChar char="o"/>
            </a:pPr>
            <a:r>
              <a:rPr lang="cs-CZ" sz="1800" dirty="0">
                <a:ea typeface="+mn-lt"/>
                <a:cs typeface="+mn-lt"/>
              </a:rPr>
              <a:t>Proprietární ( .</a:t>
            </a:r>
            <a:r>
              <a:rPr lang="cs-CZ" sz="1800" err="1">
                <a:ea typeface="+mn-lt"/>
                <a:cs typeface="+mn-lt"/>
              </a:rPr>
              <a:t>docx</a:t>
            </a:r>
            <a:r>
              <a:rPr lang="cs-CZ" sz="1800" dirty="0">
                <a:ea typeface="+mn-lt"/>
                <a:cs typeface="+mn-lt"/>
              </a:rPr>
              <a:t>, …)</a:t>
            </a:r>
            <a:endParaRPr lang="cs-CZ" sz="1800"/>
          </a:p>
          <a:p>
            <a:pPr marL="228600" indent="-228600"/>
            <a:r>
              <a:rPr lang="cs-CZ" sz="2000" b="1" dirty="0">
                <a:ea typeface="+mn-lt"/>
                <a:cs typeface="+mn-lt"/>
              </a:rPr>
              <a:t>Textové</a:t>
            </a:r>
            <a:endParaRPr lang="cs-CZ" sz="2000" b="1"/>
          </a:p>
          <a:p>
            <a:pPr marL="472440" lvl="1" indent="-228600">
              <a:lnSpc>
                <a:spcPct val="110000"/>
              </a:lnSpc>
              <a:buFont typeface="Courier New" panose="05020102010507070707" pitchFamily="18" charset="2"/>
              <a:buChar char="o"/>
            </a:pPr>
            <a:r>
              <a:rPr lang="cs-CZ" sz="1800" dirty="0">
                <a:ea typeface="+mn-lt"/>
                <a:cs typeface="+mn-lt"/>
              </a:rPr>
              <a:t>Strukturované (.</a:t>
            </a:r>
            <a:r>
              <a:rPr lang="cs-CZ" sz="1800" err="1">
                <a:ea typeface="+mn-lt"/>
                <a:cs typeface="+mn-lt"/>
              </a:rPr>
              <a:t>csv</a:t>
            </a:r>
            <a:r>
              <a:rPr lang="cs-CZ" sz="1800" dirty="0">
                <a:ea typeface="+mn-lt"/>
                <a:cs typeface="+mn-lt"/>
              </a:rPr>
              <a:t>, .</a:t>
            </a:r>
            <a:r>
              <a:rPr lang="cs-CZ" sz="1800" err="1">
                <a:ea typeface="+mn-lt"/>
                <a:cs typeface="+mn-lt"/>
              </a:rPr>
              <a:t>xml</a:t>
            </a:r>
            <a:r>
              <a:rPr lang="cs-CZ" sz="1800" dirty="0">
                <a:ea typeface="+mn-lt"/>
                <a:cs typeface="+mn-lt"/>
              </a:rPr>
              <a:t>, …)</a:t>
            </a:r>
            <a:endParaRPr lang="cs-CZ" sz="1800"/>
          </a:p>
          <a:p>
            <a:pPr marL="472440" lvl="1" indent="-228600">
              <a:buFont typeface="Courier New" panose="05020102010507070707" pitchFamily="18" charset="2"/>
              <a:buChar char="o"/>
            </a:pPr>
            <a:r>
              <a:rPr lang="cs-CZ" sz="1800" dirty="0">
                <a:ea typeface="+mn-lt"/>
                <a:cs typeface="+mn-lt"/>
              </a:rPr>
              <a:t>Nestrukturované (.</a:t>
            </a:r>
            <a:r>
              <a:rPr lang="cs-CZ" sz="1800" err="1">
                <a:ea typeface="+mn-lt"/>
                <a:cs typeface="+mn-lt"/>
              </a:rPr>
              <a:t>txt</a:t>
            </a:r>
            <a:r>
              <a:rPr lang="cs-CZ" sz="1800" dirty="0">
                <a:ea typeface="+mn-lt"/>
                <a:cs typeface="+mn-lt"/>
              </a:rPr>
              <a:t>)</a:t>
            </a:r>
            <a:endParaRPr lang="cs-CZ" sz="1800"/>
          </a:p>
          <a:p>
            <a:pPr marL="228600" indent="-228600"/>
            <a:r>
              <a:rPr lang="cs-CZ" sz="2000" dirty="0">
                <a:ea typeface="+mn-lt"/>
                <a:cs typeface="+mn-lt"/>
              </a:rPr>
              <a:t>Název souboru </a:t>
            </a:r>
            <a:r>
              <a:rPr lang="cs-CZ" sz="2000" b="1" err="1">
                <a:ea typeface="+mn-lt"/>
                <a:cs typeface="+mn-lt"/>
              </a:rPr>
              <a:t>path</a:t>
            </a:r>
            <a:r>
              <a:rPr lang="cs-CZ" sz="2000" b="1" dirty="0">
                <a:ea typeface="+mn-lt"/>
                <a:cs typeface="+mn-lt"/>
              </a:rPr>
              <a:t> </a:t>
            </a:r>
            <a:r>
              <a:rPr lang="cs-CZ" sz="2000" dirty="0">
                <a:ea typeface="+mn-lt"/>
                <a:cs typeface="+mn-lt"/>
              </a:rPr>
              <a:t>se skládá nejen pojmenování souboru, ale rovněž cesty k souboru včetně disku, kde je soubor uložen</a:t>
            </a:r>
            <a:endParaRPr lang="cs-CZ" sz="2000"/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3B20A779-20BF-B572-0753-353798036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9E25B38F-3440-48E9-8BA6-B9B0E297B628}" type="datetime1">
              <a:rPr lang="cs-CZ" smtClean="0"/>
              <a:t>23.11.2025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0352946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AE725425-5127-E0B4-9938-B2F48DBFDF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Postup práce se souborem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99BBCDFF-B212-2909-1CB3-7C83EC7A29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28600" indent="-228600"/>
            <a:r>
              <a:rPr lang="cs-CZ" sz="2400" dirty="0"/>
              <a:t>Práce se souborem se sestává ze tří kroků</a:t>
            </a:r>
          </a:p>
          <a:p>
            <a:pPr marL="472440" lvl="1" indent="-228600">
              <a:lnSpc>
                <a:spcPct val="110000"/>
              </a:lnSpc>
              <a:buFont typeface="Courier New" panose="05020102010507070707" pitchFamily="18" charset="2"/>
              <a:buChar char="o"/>
            </a:pPr>
            <a:r>
              <a:rPr lang="cs-CZ" sz="2000" dirty="0"/>
              <a:t>Vytvoření proudu pro čtení/zápis</a:t>
            </a:r>
          </a:p>
          <a:p>
            <a:pPr marL="472440" lvl="1" indent="-228600">
              <a:lnSpc>
                <a:spcPct val="110000"/>
              </a:lnSpc>
              <a:buFont typeface="Courier New" panose="05020102010507070707" pitchFamily="18" charset="2"/>
              <a:buChar char="o"/>
            </a:pPr>
            <a:r>
              <a:rPr lang="cs-CZ" sz="2000" dirty="0"/>
              <a:t>Práce se samostatným souborem</a:t>
            </a:r>
          </a:p>
          <a:p>
            <a:pPr marL="472440" lvl="1" indent="-228600">
              <a:lnSpc>
                <a:spcPct val="110000"/>
              </a:lnSpc>
              <a:buFont typeface="Courier New" panose="05020102010507070707" pitchFamily="18" charset="2"/>
              <a:buChar char="o"/>
            </a:pPr>
            <a:r>
              <a:rPr lang="cs-CZ" sz="2000" dirty="0"/>
              <a:t>Uzavření proudu </a:t>
            </a:r>
          </a:p>
          <a:p>
            <a:pPr marL="472440" lvl="1" indent="-228600">
              <a:lnSpc>
                <a:spcPct val="110000"/>
              </a:lnSpc>
              <a:buFont typeface="Courier New" panose="05020102010507070707" pitchFamily="18" charset="2"/>
              <a:buChar char="o"/>
            </a:pPr>
            <a:endParaRPr lang="cs-CZ" sz="2000" dirty="0"/>
          </a:p>
          <a:p>
            <a:pPr marL="243205" lvl="1" indent="0">
              <a:lnSpc>
                <a:spcPct val="110000"/>
              </a:lnSpc>
              <a:buNone/>
            </a:pPr>
            <a:r>
              <a:rPr lang="cs-CZ" sz="2000" dirty="0"/>
              <a:t>Uzavření proudu je nutné pro uvolnění zdrojů, které si proud nárokuje V případě vyšších programovacích jazyků jsou neuvolněné zdroje po ukončení likvidovány pomocí </a:t>
            </a:r>
            <a:r>
              <a:rPr lang="cs-CZ" sz="2000" b="1" dirty="0"/>
              <a:t>GARBAGE COLLECTOR</a:t>
            </a:r>
            <a:r>
              <a:rPr lang="cs-CZ" sz="2000" dirty="0"/>
              <a:t> v nižších způsobuje úniky paměti – </a:t>
            </a:r>
            <a:r>
              <a:rPr lang="cs-CZ" sz="2000" b="1" dirty="0"/>
              <a:t>MEMORY LEAKS 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D1E71073-BFB6-2CD4-5FF5-44570162A6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9E25B38F-3440-48E9-8BA6-B9B0E297B628}" type="datetime1">
              <a:rPr lang="cs-CZ" smtClean="0"/>
              <a:t>23.11.2025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3606045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58ADC4E1-0D68-1AB8-7C86-7E6277719D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ČTENÍ TEXTOVÉHO SOUBORU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316573A3-6EC4-8002-05BD-003072FB4E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4" y="2668606"/>
            <a:ext cx="6318326" cy="3634486"/>
          </a:xfrm>
        </p:spPr>
        <p:txBody>
          <a:bodyPr>
            <a:normAutofit fontScale="92500" lnSpcReduction="10000"/>
          </a:bodyPr>
          <a:lstStyle/>
          <a:p>
            <a:pPr marL="228600" indent="-228600"/>
            <a:r>
              <a:rPr lang="cs-CZ" sz="2000" dirty="0">
                <a:ea typeface="+mn-lt"/>
                <a:cs typeface="+mn-lt"/>
              </a:rPr>
              <a:t>Proměnná </a:t>
            </a:r>
            <a:r>
              <a:rPr lang="cs-CZ" sz="2000" err="1">
                <a:ea typeface="+mn-lt"/>
                <a:cs typeface="+mn-lt"/>
              </a:rPr>
              <a:t>path</a:t>
            </a:r>
            <a:r>
              <a:rPr lang="cs-CZ" sz="2000" dirty="0">
                <a:ea typeface="+mn-lt"/>
                <a:cs typeface="+mn-lt"/>
              </a:rPr>
              <a:t> obsahuje cestu ke konkrétnímu souboru</a:t>
            </a:r>
            <a:endParaRPr lang="cs-CZ" sz="2000" dirty="0"/>
          </a:p>
          <a:p>
            <a:pPr marL="228600" indent="-228600"/>
            <a:r>
              <a:rPr lang="cs-CZ" sz="2000" dirty="0">
                <a:ea typeface="+mn-lt"/>
                <a:cs typeface="+mn-lt"/>
              </a:rPr>
              <a:t>Klíčovým slovem </a:t>
            </a:r>
            <a:r>
              <a:rPr lang="cs-CZ" sz="2000" b="1" err="1">
                <a:ea typeface="+mn-lt"/>
                <a:cs typeface="+mn-lt"/>
              </a:rPr>
              <a:t>using</a:t>
            </a:r>
            <a:r>
              <a:rPr lang="cs-CZ" sz="2000" b="1" dirty="0">
                <a:ea typeface="+mn-lt"/>
                <a:cs typeface="+mn-lt"/>
              </a:rPr>
              <a:t> </a:t>
            </a:r>
            <a:r>
              <a:rPr lang="cs-CZ" sz="2000" dirty="0">
                <a:ea typeface="+mn-lt"/>
                <a:cs typeface="+mn-lt"/>
              </a:rPr>
              <a:t>uvozujeme založení proudu, který budeme využívat</a:t>
            </a:r>
          </a:p>
          <a:p>
            <a:pPr marL="228600" indent="-228600"/>
            <a:r>
              <a:rPr lang="cs-CZ" sz="2000" dirty="0">
                <a:ea typeface="+mn-lt"/>
                <a:cs typeface="+mn-lt"/>
              </a:rPr>
              <a:t>Moment, kdy používáme proud je ohraničen blokem kódu</a:t>
            </a:r>
          </a:p>
          <a:p>
            <a:pPr marL="228600" indent="-228600"/>
            <a:r>
              <a:rPr lang="cs-CZ" sz="2000" err="1">
                <a:ea typeface="+mn-lt"/>
                <a:cs typeface="+mn-lt"/>
              </a:rPr>
              <a:t>Použítím</a:t>
            </a:r>
            <a:r>
              <a:rPr lang="cs-CZ" sz="2000" dirty="0">
                <a:ea typeface="+mn-lt"/>
                <a:cs typeface="+mn-lt"/>
              </a:rPr>
              <a:t> </a:t>
            </a:r>
            <a:r>
              <a:rPr lang="cs-CZ" sz="2000" err="1">
                <a:ea typeface="+mn-lt"/>
                <a:cs typeface="+mn-lt"/>
              </a:rPr>
              <a:t>using</a:t>
            </a:r>
            <a:r>
              <a:rPr lang="cs-CZ" sz="2000" dirty="0">
                <a:ea typeface="+mn-lt"/>
                <a:cs typeface="+mn-lt"/>
              </a:rPr>
              <a:t> zajistíme automatické zavolání funkce </a:t>
            </a:r>
            <a:r>
              <a:rPr lang="cs-CZ" sz="2000" b="1" dirty="0">
                <a:ea typeface="+mn-lt"/>
                <a:cs typeface="+mn-lt"/>
              </a:rPr>
              <a:t>Dispose()</a:t>
            </a:r>
            <a:endParaRPr lang="cs-CZ" sz="2000" b="1"/>
          </a:p>
          <a:p>
            <a:pPr marL="228600" indent="-228600"/>
            <a:r>
              <a:rPr lang="cs-CZ" sz="2000" dirty="0">
                <a:ea typeface="+mn-lt"/>
                <a:cs typeface="+mn-lt"/>
              </a:rPr>
              <a:t>Na konzoli vypisujeme řádek po řádku dokud nenarazíme na konec souboru</a:t>
            </a:r>
            <a:endParaRPr lang="cs-CZ" sz="2000" dirty="0"/>
          </a:p>
          <a:p>
            <a:pPr marL="228600" indent="-228600"/>
            <a:r>
              <a:rPr lang="cs-CZ" sz="2000" dirty="0">
                <a:ea typeface="+mn-lt"/>
                <a:cs typeface="+mn-lt"/>
              </a:rPr>
              <a:t>Po ukončení práce proud uzavíráme</a:t>
            </a:r>
            <a:endParaRPr lang="cs-CZ" sz="2000" dirty="0"/>
          </a:p>
          <a:p>
            <a:pPr marL="228600" indent="-228600"/>
            <a:endParaRPr lang="cs-CZ" sz="2000" dirty="0"/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9067333A-D364-8A06-5D1C-DAD85AEB50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9E25B38F-3440-48E9-8BA6-B9B0E297B628}" type="datetime1">
              <a:rPr lang="cs-CZ" smtClean="0"/>
              <a:t>23.11.2025</a:t>
            </a:fld>
            <a:endParaRPr lang="en-US" dirty="0"/>
          </a:p>
        </p:txBody>
      </p:sp>
      <p:pic>
        <p:nvPicPr>
          <p:cNvPr id="5" name="Obrázek 4" descr="Obsah obrázku text, snímek obrazovky, Písmo, řada/pruh&#10;&#10;Obsah generovaný pomocí AI může být nesprávný.">
            <a:extLst>
              <a:ext uri="{FF2B5EF4-FFF2-40B4-BE49-F238E27FC236}">
                <a16:creationId xmlns:a16="http://schemas.microsoft.com/office/drawing/2014/main" id="{FEEE89A7-BB25-A8D2-F6DE-9053AAEFCF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97202" y="2251450"/>
            <a:ext cx="5199267" cy="25281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254033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50AC17EA-64AC-031E-5F16-DC3265FC9F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UZAVÍRÁNÍ SOUBOROVÝCH PROUDŮ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756FC20A-5D3B-880A-C7EA-BDA78BF365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28600" indent="-228600"/>
            <a:r>
              <a:rPr lang="cs-CZ" sz="2000" dirty="0">
                <a:ea typeface="+mn-lt"/>
                <a:cs typeface="+mn-lt"/>
              </a:rPr>
              <a:t>Pro uzavření využíváme funkcí </a:t>
            </a:r>
            <a:r>
              <a:rPr lang="cs-CZ" sz="2000" dirty="0" err="1">
                <a:ea typeface="+mn-lt"/>
                <a:cs typeface="+mn-lt"/>
              </a:rPr>
              <a:t>Close</a:t>
            </a:r>
            <a:r>
              <a:rPr lang="cs-CZ" sz="2000" dirty="0">
                <a:ea typeface="+mn-lt"/>
                <a:cs typeface="+mn-lt"/>
              </a:rPr>
              <a:t>() a </a:t>
            </a:r>
            <a:r>
              <a:rPr lang="cs-CZ" sz="2000" dirty="0" err="1">
                <a:ea typeface="+mn-lt"/>
                <a:cs typeface="+mn-lt"/>
              </a:rPr>
              <a:t>Dispose</a:t>
            </a:r>
            <a:r>
              <a:rPr lang="cs-CZ" sz="2000" dirty="0">
                <a:ea typeface="+mn-lt"/>
                <a:cs typeface="+mn-lt"/>
              </a:rPr>
              <a:t>()</a:t>
            </a:r>
            <a:endParaRPr lang="cs-CZ" sz="2000" dirty="0"/>
          </a:p>
          <a:p>
            <a:pPr marL="228600" indent="-228600"/>
            <a:r>
              <a:rPr lang="cs-CZ" sz="2000" dirty="0">
                <a:ea typeface="+mn-lt"/>
                <a:cs typeface="+mn-lt"/>
              </a:rPr>
              <a:t>Funkce </a:t>
            </a:r>
            <a:r>
              <a:rPr lang="cs-CZ" sz="2000" dirty="0" err="1">
                <a:ea typeface="+mn-lt"/>
                <a:cs typeface="+mn-lt"/>
              </a:rPr>
              <a:t>Close</a:t>
            </a:r>
            <a:r>
              <a:rPr lang="cs-CZ" sz="2000" dirty="0">
                <a:ea typeface="+mn-lt"/>
                <a:cs typeface="+mn-lt"/>
              </a:rPr>
              <a:t>()</a:t>
            </a:r>
            <a:endParaRPr lang="cs-CZ" sz="2000" dirty="0"/>
          </a:p>
          <a:p>
            <a:pPr marL="472440" lvl="1" indent="-228600">
              <a:lnSpc>
                <a:spcPct val="110000"/>
              </a:lnSpc>
              <a:buFont typeface="Courier New" panose="05020102010507070707" pitchFamily="18" charset="2"/>
              <a:buChar char="o"/>
            </a:pPr>
            <a:r>
              <a:rPr lang="cs-CZ" sz="1800" dirty="0">
                <a:ea typeface="+mn-lt"/>
                <a:cs typeface="+mn-lt"/>
              </a:rPr>
              <a:t>Uzavírá konkrétní souborový proud, ale ponechává jej alokovaný pro jeho opětovné použití</a:t>
            </a:r>
            <a:endParaRPr lang="cs-CZ" sz="1800"/>
          </a:p>
          <a:p>
            <a:pPr marL="472440" lvl="1" indent="-228600">
              <a:lnSpc>
                <a:spcPct val="110000"/>
              </a:lnSpc>
              <a:buFont typeface="Courier New" panose="05020102010507070707" pitchFamily="18" charset="2"/>
              <a:buChar char="o"/>
            </a:pPr>
            <a:r>
              <a:rPr lang="cs-CZ" sz="1800" dirty="0">
                <a:ea typeface="+mn-lt"/>
                <a:cs typeface="+mn-lt"/>
              </a:rPr>
              <a:t>V případě, že se při práci s proudem objeví výjimka, proud může zůstat neuzavřen</a:t>
            </a:r>
            <a:endParaRPr lang="cs-CZ" sz="1800"/>
          </a:p>
          <a:p>
            <a:pPr marL="228600" indent="-228600"/>
            <a:r>
              <a:rPr lang="cs-CZ" sz="2000" dirty="0">
                <a:ea typeface="+mn-lt"/>
                <a:cs typeface="+mn-lt"/>
              </a:rPr>
              <a:t>Funkce </a:t>
            </a:r>
            <a:r>
              <a:rPr lang="cs-CZ" sz="2000" dirty="0" err="1">
                <a:ea typeface="+mn-lt"/>
                <a:cs typeface="+mn-lt"/>
              </a:rPr>
              <a:t>Dispose</a:t>
            </a:r>
            <a:r>
              <a:rPr lang="cs-CZ" sz="2000" dirty="0">
                <a:ea typeface="+mn-lt"/>
                <a:cs typeface="+mn-lt"/>
              </a:rPr>
              <a:t>()</a:t>
            </a:r>
            <a:endParaRPr lang="cs-CZ" sz="2000" dirty="0"/>
          </a:p>
          <a:p>
            <a:pPr marL="472440" lvl="1" indent="-228600">
              <a:lnSpc>
                <a:spcPct val="110000"/>
              </a:lnSpc>
              <a:buFont typeface="Courier New" panose="05020102010507070707" pitchFamily="18" charset="2"/>
              <a:buChar char="o"/>
            </a:pPr>
            <a:r>
              <a:rPr lang="cs-CZ" sz="1800" dirty="0">
                <a:ea typeface="+mn-lt"/>
                <a:cs typeface="+mn-lt"/>
              </a:rPr>
              <a:t>Uzavírá všechny momentálně nepoužívané proudy</a:t>
            </a:r>
            <a:endParaRPr lang="cs-CZ" sz="1800"/>
          </a:p>
          <a:p>
            <a:pPr marL="472440" lvl="1" indent="-228600">
              <a:lnSpc>
                <a:spcPct val="110000"/>
              </a:lnSpc>
              <a:buFont typeface="Courier New" panose="05020102010507070707" pitchFamily="18" charset="2"/>
              <a:buChar char="o"/>
            </a:pPr>
            <a:r>
              <a:rPr lang="cs-CZ" sz="1800" dirty="0">
                <a:ea typeface="+mn-lt"/>
                <a:cs typeface="+mn-lt"/>
              </a:rPr>
              <a:t>V kombinaci s využitím bloku uvozeným </a:t>
            </a:r>
            <a:r>
              <a:rPr lang="cs-CZ" sz="1800" dirty="0" err="1">
                <a:ea typeface="+mn-lt"/>
                <a:cs typeface="+mn-lt"/>
              </a:rPr>
              <a:t>using</a:t>
            </a:r>
            <a:r>
              <a:rPr lang="cs-CZ" sz="1800" dirty="0">
                <a:ea typeface="+mn-lt"/>
                <a:cs typeface="+mn-lt"/>
              </a:rPr>
              <a:t> zajistí uzavření proudů i v případě výjimky</a:t>
            </a:r>
            <a:endParaRPr lang="cs-CZ" sz="1800"/>
          </a:p>
          <a:p>
            <a:pPr marL="228600" indent="-228600"/>
            <a:endParaRPr lang="cs-CZ" sz="2000" dirty="0"/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BDB00C42-5D36-45DF-5275-6E3E0BEF7D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9E25B38F-3440-48E9-8BA6-B9B0E297B628}" type="datetime1">
              <a:rPr lang="cs-CZ" smtClean="0"/>
              <a:t>23.11.2025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8122433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A3A972F9-FD58-61A1-75D8-7DEFAC76B2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PROBLÉM S NEEXISTUJÍCÍM SOUBOREM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0C88916D-75AF-1F1A-D49B-C701211D2A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28600" indent="-228600"/>
            <a:r>
              <a:rPr lang="cs-CZ" sz="2000" dirty="0">
                <a:ea typeface="+mn-lt"/>
                <a:cs typeface="+mn-lt"/>
              </a:rPr>
              <a:t>V ukázce čtení ze souboru může vzniknout výjimka v případě, že daný soubor nebude existovat</a:t>
            </a:r>
            <a:endParaRPr lang="cs-CZ" sz="2000" dirty="0"/>
          </a:p>
          <a:p>
            <a:pPr marL="228600" indent="-228600"/>
            <a:r>
              <a:rPr lang="cs-CZ" sz="2000" b="1" err="1">
                <a:ea typeface="+mn-lt"/>
                <a:cs typeface="+mn-lt"/>
              </a:rPr>
              <a:t>FileNotFoundException</a:t>
            </a:r>
            <a:endParaRPr lang="cs-CZ" sz="2000" b="1"/>
          </a:p>
          <a:p>
            <a:pPr marL="228600" indent="-228600"/>
            <a:r>
              <a:rPr lang="cs-CZ" sz="2000" dirty="0">
                <a:ea typeface="+mn-lt"/>
                <a:cs typeface="+mn-lt"/>
              </a:rPr>
              <a:t>Práce se souborem je jedna z nejkritičtějších částí libovolného programu</a:t>
            </a:r>
            <a:endParaRPr lang="cs-CZ" sz="2000" dirty="0"/>
          </a:p>
          <a:p>
            <a:pPr marL="228600" indent="-228600"/>
            <a:r>
              <a:rPr lang="cs-CZ" sz="2000" dirty="0">
                <a:ea typeface="+mn-lt"/>
                <a:cs typeface="+mn-lt"/>
              </a:rPr>
              <a:t>Možná řešení:</a:t>
            </a:r>
            <a:endParaRPr lang="cs-CZ" sz="2000" dirty="0"/>
          </a:p>
          <a:p>
            <a:pPr marL="472440" lvl="1" indent="-228600">
              <a:lnSpc>
                <a:spcPct val="110000"/>
              </a:lnSpc>
              <a:buFont typeface="Courier New" panose="05020102010507070707" pitchFamily="18" charset="2"/>
              <a:buChar char="o"/>
            </a:pPr>
            <a:r>
              <a:rPr lang="cs-CZ" sz="1800" dirty="0">
                <a:ea typeface="+mn-lt"/>
                <a:cs typeface="+mn-lt"/>
              </a:rPr>
              <a:t>Využití již známe konstrukce </a:t>
            </a:r>
            <a:r>
              <a:rPr lang="cs-CZ" sz="1800" err="1">
                <a:ea typeface="+mn-lt"/>
                <a:cs typeface="+mn-lt"/>
              </a:rPr>
              <a:t>try-catch</a:t>
            </a:r>
            <a:endParaRPr lang="cs-CZ" sz="1800"/>
          </a:p>
          <a:p>
            <a:pPr marL="472440" lvl="1" indent="-228600">
              <a:lnSpc>
                <a:spcPct val="110000"/>
              </a:lnSpc>
              <a:buFont typeface="Courier New" panose="05020102010507070707" pitchFamily="18" charset="2"/>
              <a:buChar char="o"/>
            </a:pPr>
            <a:r>
              <a:rPr lang="cs-CZ" sz="1800" dirty="0">
                <a:ea typeface="+mn-lt"/>
                <a:cs typeface="+mn-lt"/>
              </a:rPr>
              <a:t>Využití funkce ze třídy </a:t>
            </a:r>
            <a:r>
              <a:rPr lang="cs-CZ" sz="1800" err="1">
                <a:ea typeface="+mn-lt"/>
                <a:cs typeface="+mn-lt"/>
              </a:rPr>
              <a:t>File</a:t>
            </a:r>
            <a:r>
              <a:rPr lang="cs-CZ" sz="1800" dirty="0">
                <a:ea typeface="+mn-lt"/>
                <a:cs typeface="+mn-lt"/>
              </a:rPr>
              <a:t> – </a:t>
            </a:r>
            <a:r>
              <a:rPr lang="cs-CZ" sz="1800" err="1">
                <a:ea typeface="+mn-lt"/>
                <a:cs typeface="+mn-lt"/>
              </a:rPr>
              <a:t>Exists</a:t>
            </a:r>
            <a:r>
              <a:rPr lang="cs-CZ" sz="1800" dirty="0">
                <a:ea typeface="+mn-lt"/>
                <a:cs typeface="+mn-lt"/>
              </a:rPr>
              <a:t>()</a:t>
            </a:r>
            <a:endParaRPr lang="cs-CZ" sz="1800"/>
          </a:p>
          <a:p>
            <a:pPr marL="228600" indent="-228600"/>
            <a:r>
              <a:rPr lang="cs-CZ" sz="2000" dirty="0">
                <a:ea typeface="+mn-lt"/>
                <a:cs typeface="+mn-lt"/>
              </a:rPr>
              <a:t>Obě varianty vytváří validní řešení, ale efektivnější je </a:t>
            </a:r>
            <a:r>
              <a:rPr lang="cs-CZ" sz="2000" err="1">
                <a:ea typeface="+mn-lt"/>
                <a:cs typeface="+mn-lt"/>
              </a:rPr>
              <a:t>použiTí</a:t>
            </a:r>
            <a:r>
              <a:rPr lang="cs-CZ" sz="2000" dirty="0">
                <a:ea typeface="+mn-lt"/>
                <a:cs typeface="+mn-lt"/>
              </a:rPr>
              <a:t> metody než pomalejšího </a:t>
            </a:r>
            <a:r>
              <a:rPr lang="cs-CZ" sz="2000" err="1">
                <a:ea typeface="+mn-lt"/>
                <a:cs typeface="+mn-lt"/>
              </a:rPr>
              <a:t>try-catch</a:t>
            </a:r>
            <a:endParaRPr lang="cs-CZ" sz="2000" dirty="0"/>
          </a:p>
          <a:p>
            <a:pPr marL="228600" indent="-228600"/>
            <a:endParaRPr lang="cs-CZ" sz="2000" dirty="0"/>
          </a:p>
          <a:p>
            <a:pPr marL="228600" indent="-228600"/>
            <a:endParaRPr lang="cs-CZ" sz="2000" dirty="0"/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C9DE3F69-46EA-6A75-EB58-5FA7A786DB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9E25B38F-3440-48E9-8BA6-B9B0E297B628}" type="datetime1">
              <a:rPr lang="cs-CZ" smtClean="0"/>
              <a:t>23.11.2025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690418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D03C6C12-D96B-51D7-2B94-753009F2D8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ZÁPIS DO TEXTOVÉHO SOUBORU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CC502087-3EFE-F2BB-0827-5408BFB5ED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4" y="2340864"/>
            <a:ext cx="6064325" cy="3634486"/>
          </a:xfrm>
        </p:spPr>
        <p:txBody>
          <a:bodyPr/>
          <a:lstStyle/>
          <a:p>
            <a:pPr marL="228600" indent="-228600"/>
            <a:r>
              <a:rPr lang="cs-CZ" sz="2000" dirty="0">
                <a:ea typeface="+mn-lt"/>
                <a:cs typeface="+mn-lt"/>
              </a:rPr>
              <a:t>Postup pro zápis do souboru je obdobný jako čtení ze souboru</a:t>
            </a:r>
            <a:endParaRPr lang="cs-CZ" sz="2000"/>
          </a:p>
          <a:p>
            <a:pPr marL="228600" indent="-228600"/>
            <a:r>
              <a:rPr lang="cs-CZ" sz="2000" dirty="0">
                <a:ea typeface="+mn-lt"/>
                <a:cs typeface="+mn-lt"/>
              </a:rPr>
              <a:t>Před zápisem je nutné prvně ustanovit vstupní proud </a:t>
            </a:r>
            <a:r>
              <a:rPr lang="cs-CZ" sz="2000" b="1" err="1">
                <a:ea typeface="+mn-lt"/>
                <a:cs typeface="+mn-lt"/>
              </a:rPr>
              <a:t>StreamWriter</a:t>
            </a:r>
            <a:endParaRPr lang="cs-CZ" sz="2000" b="1"/>
          </a:p>
          <a:p>
            <a:pPr marL="228600" indent="-228600"/>
            <a:r>
              <a:rPr lang="cs-CZ" sz="2000" dirty="0">
                <a:ea typeface="+mn-lt"/>
                <a:cs typeface="+mn-lt"/>
              </a:rPr>
              <a:t>Při konstrukci vstupního proudu se můžeme rozhodnout, zda budeme přidávat na konec souboru nebo soubor přepíšeme (</a:t>
            </a:r>
            <a:r>
              <a:rPr lang="cs-CZ" sz="2000" err="1">
                <a:ea typeface="+mn-lt"/>
                <a:cs typeface="+mn-lt"/>
              </a:rPr>
              <a:t>appedn</a:t>
            </a:r>
            <a:r>
              <a:rPr lang="cs-CZ" sz="2000" dirty="0">
                <a:ea typeface="+mn-lt"/>
                <a:cs typeface="+mn-lt"/>
              </a:rPr>
              <a:t> parametr)</a:t>
            </a:r>
            <a:endParaRPr lang="cs-CZ" sz="2000"/>
          </a:p>
          <a:p>
            <a:pPr marL="228600" indent="-228600"/>
            <a:r>
              <a:rPr lang="cs-CZ" sz="2000" dirty="0">
                <a:ea typeface="+mn-lt"/>
                <a:cs typeface="+mn-lt"/>
              </a:rPr>
              <a:t>V případě, že soubor neexistuje, je automaticky vytvořen</a:t>
            </a:r>
            <a:endParaRPr lang="cs-CZ" sz="2000"/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8C0629E7-A988-19E7-A417-C4BF40433C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9E25B38F-3440-48E9-8BA6-B9B0E297B628}" type="datetime1">
              <a:rPr lang="cs-CZ" smtClean="0"/>
              <a:t>23.11.2025</a:t>
            </a:fld>
            <a:endParaRPr lang="en-US" dirty="0"/>
          </a:p>
        </p:txBody>
      </p:sp>
      <p:pic>
        <p:nvPicPr>
          <p:cNvPr id="5" name="Obrázek 4" descr="Obsah obrázku text, snímek obrazovky, Písmo, řada/pruh&#10;&#10;Obsah generovaný pomocí AI může být nesprávný.">
            <a:extLst>
              <a:ext uri="{FF2B5EF4-FFF2-40B4-BE49-F238E27FC236}">
                <a16:creationId xmlns:a16="http://schemas.microsoft.com/office/drawing/2014/main" id="{1988A290-02D1-7AD6-F923-43D5FA1574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26469" y="3824994"/>
            <a:ext cx="5368386" cy="2146427"/>
          </a:xfrm>
          <a:prstGeom prst="rect">
            <a:avLst/>
          </a:prstGeom>
        </p:spPr>
      </p:pic>
      <p:pic>
        <p:nvPicPr>
          <p:cNvPr id="6" name="Obrázek 5" descr="Obsah obrázku text, snímek obrazovky, Písmo, řada/pruh&#10;&#10;Obsah generovaný pomocí AI může být nesprávný.">
            <a:extLst>
              <a:ext uri="{FF2B5EF4-FFF2-40B4-BE49-F238E27FC236}">
                <a16:creationId xmlns:a16="http://schemas.microsoft.com/office/drawing/2014/main" id="{DE8D84F2-28A0-1D53-2A8F-604E1C71E2F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27634" y="1499562"/>
            <a:ext cx="5364008" cy="19252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7847065"/>
      </p:ext>
    </p:extLst>
  </p:cSld>
  <p:clrMapOvr>
    <a:masterClrMapping/>
  </p:clrMapOvr>
</p:sld>
</file>

<file path=ppt/theme/theme1.xml><?xml version="1.0" encoding="utf-8"?>
<a:theme xmlns:a="http://schemas.openxmlformats.org/drawingml/2006/main" name="DividendVTI">
  <a:themeElements>
    <a:clrScheme name="Blue II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Dividend">
      <a:majorFont>
        <a:latin typeface="Franklin Gothic Demi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Franklin Gothic Book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Dividend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41798698_TF33552983" id="{76B99DA1-8F4B-4CDD-AF17-E230D0ABAD07}" vid="{3FF160E1-38F3-4E00-BD3B-0B3A46B66420}"/>
    </a:ext>
  </a:extLst>
</a:theme>
</file>

<file path=ppt/theme/theme2.xml><?xml version="1.0" encoding="utf-8"?>
<a:theme xmlns:a="http://schemas.openxmlformats.org/drawingml/2006/main" name="Motiv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Motiv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835861FD81B3EE45AAC4C81C5640ECE7" ma:contentTypeVersion="4" ma:contentTypeDescription="Vytvoří nový dokument" ma:contentTypeScope="" ma:versionID="21fa4c386deca7c7aab8d7d13eb8f814">
  <xsd:schema xmlns:xsd="http://www.w3.org/2001/XMLSchema" xmlns:xs="http://www.w3.org/2001/XMLSchema" xmlns:p="http://schemas.microsoft.com/office/2006/metadata/properties" xmlns:ns2="c8cc7701-65b3-4efe-89ae-c871b5b7820b" targetNamespace="http://schemas.microsoft.com/office/2006/metadata/properties" ma:root="true" ma:fieldsID="409195400939cd53ac6c0f0275b4eac9" ns2:_="">
    <xsd:import namespace="c8cc7701-65b3-4efe-89ae-c871b5b7820b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8cc7701-65b3-4efe-89ae-c871b5b7820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 obsahu"/>
        <xsd:element ref="dc:title" minOccurs="0" maxOccurs="1" ma:index="4" ma:displayName="Nadpis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5ADA65AE-BB47-4353-9756-CEC17E071E4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c8cc7701-65b3-4efe-89ae-c871b5b7820b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5E49B5DC-8932-455E-8A8D-F16FDACEC9B1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DF3CDFA7-8B23-4853-8EB8-EE6E351B90A2}">
  <ds:schemaRefs>
    <ds:schemaRef ds:uri="http://schemas.microsoft.com/office/2006/metadata/properties"/>
    <ds:schemaRef ds:uri="http://schemas.microsoft.com/office/infopath/2007/PartnerControl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{057ABDF0-0FF1-49A1-B0D8-3ACA9F4F8DB4}TF201209c3-d067-44f9-a26f-c8f216c44313d714db88_win32-5cc965dfc2a9</Template>
  <TotalTime>61</TotalTime>
  <Words>793</Words>
  <Application>Microsoft Office PowerPoint</Application>
  <PresentationFormat>Širokoúhlá obrazovka</PresentationFormat>
  <Paragraphs>103</Paragraphs>
  <Slides>9</Slides>
  <Notes>0</Notes>
  <HiddenSlides>0</HiddenSlides>
  <MMClips>0</MMClips>
  <ScaleCrop>false</ScaleCrop>
  <HeadingPairs>
    <vt:vector size="4" baseType="variant">
      <vt:variant>
        <vt:lpstr>Motiv</vt:lpstr>
      </vt:variant>
      <vt:variant>
        <vt:i4>1</vt:i4>
      </vt:variant>
      <vt:variant>
        <vt:lpstr>Nadpisy snímků</vt:lpstr>
      </vt:variant>
      <vt:variant>
        <vt:i4>9</vt:i4>
      </vt:variant>
    </vt:vector>
  </HeadingPairs>
  <TitlesOfParts>
    <vt:vector size="10" baseType="lpstr">
      <vt:lpstr>DividendVTI</vt:lpstr>
      <vt:lpstr>Programování</vt:lpstr>
      <vt:lpstr>Vstupní a výstupní proudy doposud</vt:lpstr>
      <vt:lpstr>Práce se souborem</vt:lpstr>
      <vt:lpstr>Typy souborů</vt:lpstr>
      <vt:lpstr>Postup práce se souborem</vt:lpstr>
      <vt:lpstr>ČTENÍ TEXTOVÉHO SOUBORU</vt:lpstr>
      <vt:lpstr>UZAVÍRÁNÍ SOUBOROVÝCH PROUDŮ</vt:lpstr>
      <vt:lpstr>PROBLÉM S NEEXISTUJÍCÍM SOUBOREM</vt:lpstr>
      <vt:lpstr>ZÁPIS DO TEXTOVÉHO SOUBORU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Programování</dc:title>
  <dc:creator>Sládeček David</dc:creator>
  <cp:lastModifiedBy>Sládeček David</cp:lastModifiedBy>
  <cp:revision>392</cp:revision>
  <dcterms:created xsi:type="dcterms:W3CDTF">2025-09-08T04:51:09Z</dcterms:created>
  <dcterms:modified xsi:type="dcterms:W3CDTF">2025-11-23T18:58:50Z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0x010100835861FD81B3EE45AAC4C81C5640ECE7</vt:lpwstr>
  </property>
</Properties>
</file>