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800" r:id="rId4"/>
    <p:sldMasterId id="2147483686" r:id="rId5"/>
  </p:sldMasterIdLst>
  <p:notesMasterIdLst>
    <p:notesMasterId r:id="rId12"/>
  </p:notesMasterIdLst>
  <p:handoutMasterIdLst>
    <p:handoutMasterId r:id="rId13"/>
  </p:handoutMasterIdLst>
  <p:sldIdLst>
    <p:sldId id="256" r:id="rId6"/>
    <p:sldId id="260" r:id="rId7"/>
    <p:sldId id="261" r:id="rId8"/>
    <p:sldId id="262" r:id="rId9"/>
    <p:sldId id="264" r:id="rId10"/>
    <p:sldId id="267" r:id="rId11"/>
  </p:sldIdLst>
  <p:sldSz cx="12192000" cy="6858000"/>
  <p:notesSz cx="6858000" cy="9144000"/>
  <p:defaultTextStyle>
    <a:defPPr>
      <a:defRPr lang="cs-CZ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44529"/>
    <a:srgbClr val="2B3922"/>
    <a:srgbClr val="2E3722"/>
    <a:srgbClr val="FCF7F1"/>
    <a:srgbClr val="B8D233"/>
    <a:srgbClr val="5CC6D6"/>
    <a:srgbClr val="F8D22F"/>
    <a:srgbClr val="F03F2B"/>
    <a:srgbClr val="3488A0"/>
    <a:srgbClr val="57903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DD1616E-8CA4-82B9-3644-4053A808A805}" v="4" dt="2026-09-07T05:34:28.549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6283" autoAdjust="0"/>
  </p:normalViewPr>
  <p:slideViewPr>
    <p:cSldViewPr snapToGrid="0">
      <p:cViewPr varScale="1">
        <p:scale>
          <a:sx n="106" d="100"/>
          <a:sy n="106" d="100"/>
        </p:scale>
        <p:origin x="792" y="114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120" d="100"/>
          <a:sy n="120" d="100"/>
        </p:scale>
        <p:origin x="5040" y="10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3.xml"/><Relationship Id="rId13" Type="http://schemas.openxmlformats.org/officeDocument/2006/relationships/handoutMaster" Target="handoutMasters/handoutMaster1.xml"/><Relationship Id="rId18" Type="http://schemas.microsoft.com/office/2016/11/relationships/changesInfo" Target="changesInfos/changesInfo1.xml"/><Relationship Id="rId3" Type="http://schemas.openxmlformats.org/officeDocument/2006/relationships/customXml" Target="../customXml/item3.xml"/><Relationship Id="rId7" Type="http://schemas.openxmlformats.org/officeDocument/2006/relationships/slide" Target="slides/slide2.xml"/><Relationship Id="rId12" Type="http://schemas.openxmlformats.org/officeDocument/2006/relationships/notesMaster" Target="notesMasters/notesMaster1.xml"/><Relationship Id="rId17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1.xml"/><Relationship Id="rId11" Type="http://schemas.openxmlformats.org/officeDocument/2006/relationships/slide" Target="slides/slide6.xml"/><Relationship Id="rId5" Type="http://schemas.openxmlformats.org/officeDocument/2006/relationships/slideMaster" Target="slideMasters/slideMaster2.xml"/><Relationship Id="rId15" Type="http://schemas.openxmlformats.org/officeDocument/2006/relationships/viewProps" Target="viewProps.xml"/><Relationship Id="rId10" Type="http://schemas.openxmlformats.org/officeDocument/2006/relationships/slide" Target="slides/slide5.xml"/><Relationship Id="rId19" Type="http://schemas.microsoft.com/office/2015/10/relationships/revisionInfo" Target="revisionInfo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4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ládeček David" userId="S::sladecek@hradebni.cz::474d93f0-3a32-49cc-b837-47806091b590" providerId="AD" clId="Web-{2635E962-6ABC-4C52-5B74-5EF522DE684E}"/>
    <pc:docChg chg="mod addSld delSld modSld addMainMaster delMainMaster">
      <pc:chgData name="Sládeček David" userId="S::sladecek@hradebni.cz::474d93f0-3a32-49cc-b837-47806091b590" providerId="AD" clId="Web-{2635E962-6ABC-4C52-5B74-5EF522DE684E}" dt="2026-08-20T17:08:58.779" v="1287" actId="1076"/>
      <pc:docMkLst>
        <pc:docMk/>
      </pc:docMkLst>
      <pc:sldChg chg="modSp new">
        <pc:chgData name="Sládeček David" userId="S::sladecek@hradebni.cz::474d93f0-3a32-49cc-b837-47806091b590" providerId="AD" clId="Web-{2635E962-6ABC-4C52-5B74-5EF522DE684E}" dt="2026-08-20T16:12:28.446" v="88" actId="20577"/>
        <pc:sldMkLst>
          <pc:docMk/>
          <pc:sldMk cId="3378076745" sldId="256"/>
        </pc:sldMkLst>
        <pc:spChg chg="mod">
          <ac:chgData name="Sládeček David" userId="S::sladecek@hradebni.cz::474d93f0-3a32-49cc-b837-47806091b590" providerId="AD" clId="Web-{2635E962-6ABC-4C52-5B74-5EF522DE684E}" dt="2026-08-20T16:12:24.446" v="78" actId="20577"/>
          <ac:spMkLst>
            <pc:docMk/>
            <pc:sldMk cId="3378076745" sldId="256"/>
            <ac:spMk id="2" creationId="{2093369C-77B0-C115-AB94-0307230DF8B3}"/>
          </ac:spMkLst>
        </pc:spChg>
        <pc:spChg chg="mod">
          <ac:chgData name="Sládeček David" userId="S::sladecek@hradebni.cz::474d93f0-3a32-49cc-b837-47806091b590" providerId="AD" clId="Web-{2635E962-6ABC-4C52-5B74-5EF522DE684E}" dt="2026-08-20T16:12:28.446" v="88" actId="20577"/>
          <ac:spMkLst>
            <pc:docMk/>
            <pc:sldMk cId="3378076745" sldId="256"/>
            <ac:spMk id="3" creationId="{8185B028-52E3-A6E7-5FC1-7AC57CC934A2}"/>
          </ac:spMkLst>
        </pc:spChg>
      </pc:sldChg>
      <pc:sldChg chg="modSp new">
        <pc:chgData name="Sládeček David" userId="S::sladecek@hradebni.cz::474d93f0-3a32-49cc-b837-47806091b590" providerId="AD" clId="Web-{2635E962-6ABC-4C52-5B74-5EF522DE684E}" dt="2026-08-20T16:47:18.610" v="719" actId="20577"/>
        <pc:sldMkLst>
          <pc:docMk/>
          <pc:sldMk cId="2847142166" sldId="260"/>
        </pc:sldMkLst>
        <pc:spChg chg="mod">
          <ac:chgData name="Sládeček David" userId="S::sladecek@hradebni.cz::474d93f0-3a32-49cc-b837-47806091b590" providerId="AD" clId="Web-{2635E962-6ABC-4C52-5B74-5EF522DE684E}" dt="2026-08-20T16:43:58.915" v="608" actId="20577"/>
          <ac:spMkLst>
            <pc:docMk/>
            <pc:sldMk cId="2847142166" sldId="260"/>
            <ac:spMk id="2" creationId="{66876ECA-6B04-0E95-8412-96330D4C080C}"/>
          </ac:spMkLst>
        </pc:spChg>
        <pc:spChg chg="mod">
          <ac:chgData name="Sládeček David" userId="S::sladecek@hradebni.cz::474d93f0-3a32-49cc-b837-47806091b590" providerId="AD" clId="Web-{2635E962-6ABC-4C52-5B74-5EF522DE684E}" dt="2026-08-20T16:47:18.610" v="719" actId="20577"/>
          <ac:spMkLst>
            <pc:docMk/>
            <pc:sldMk cId="2847142166" sldId="260"/>
            <ac:spMk id="3" creationId="{4F2B67D3-B33A-473A-5A92-A0388EB9D6E1}"/>
          </ac:spMkLst>
        </pc:spChg>
      </pc:sldChg>
      <pc:sldChg chg="modSp new">
        <pc:chgData name="Sládeček David" userId="S::sladecek@hradebni.cz::474d93f0-3a32-49cc-b837-47806091b590" providerId="AD" clId="Web-{2635E962-6ABC-4C52-5B74-5EF522DE684E}" dt="2026-08-20T17:08:11.152" v="1270" actId="20577"/>
        <pc:sldMkLst>
          <pc:docMk/>
          <pc:sldMk cId="592013679" sldId="261"/>
        </pc:sldMkLst>
        <pc:spChg chg="mod">
          <ac:chgData name="Sládeček David" userId="S::sladecek@hradebni.cz::474d93f0-3a32-49cc-b837-47806091b590" providerId="AD" clId="Web-{2635E962-6ABC-4C52-5B74-5EF522DE684E}" dt="2026-08-20T17:08:11.152" v="1270" actId="20577"/>
          <ac:spMkLst>
            <pc:docMk/>
            <pc:sldMk cId="592013679" sldId="261"/>
            <ac:spMk id="2" creationId="{CC8311E3-3B63-EA42-A977-1A1AAC64402D}"/>
          </ac:spMkLst>
        </pc:spChg>
        <pc:spChg chg="mod">
          <ac:chgData name="Sládeček David" userId="S::sladecek@hradebni.cz::474d93f0-3a32-49cc-b837-47806091b590" providerId="AD" clId="Web-{2635E962-6ABC-4C52-5B74-5EF522DE684E}" dt="2026-08-20T16:55:48.616" v="912" actId="20577"/>
          <ac:spMkLst>
            <pc:docMk/>
            <pc:sldMk cId="592013679" sldId="261"/>
            <ac:spMk id="3" creationId="{A258D01A-A246-1BC1-270B-FF167B54E9C2}"/>
          </ac:spMkLst>
        </pc:spChg>
      </pc:sldChg>
      <pc:sldChg chg="modSp new">
        <pc:chgData name="Sládeček David" userId="S::sladecek@hradebni.cz::474d93f0-3a32-49cc-b837-47806091b590" providerId="AD" clId="Web-{2635E962-6ABC-4C52-5B74-5EF522DE684E}" dt="2026-08-20T17:08:21.184" v="1278" actId="20577"/>
        <pc:sldMkLst>
          <pc:docMk/>
          <pc:sldMk cId="1935822843" sldId="262"/>
        </pc:sldMkLst>
        <pc:spChg chg="mod">
          <ac:chgData name="Sládeček David" userId="S::sladecek@hradebni.cz::474d93f0-3a32-49cc-b837-47806091b590" providerId="AD" clId="Web-{2635E962-6ABC-4C52-5B74-5EF522DE684E}" dt="2026-08-20T17:08:21.184" v="1278" actId="20577"/>
          <ac:spMkLst>
            <pc:docMk/>
            <pc:sldMk cId="1935822843" sldId="262"/>
            <ac:spMk id="2" creationId="{3D14B5EB-6DE6-5EC8-0727-F80CACB86749}"/>
          </ac:spMkLst>
        </pc:spChg>
        <pc:spChg chg="mod">
          <ac:chgData name="Sládeček David" userId="S::sladecek@hradebni.cz::474d93f0-3a32-49cc-b837-47806091b590" providerId="AD" clId="Web-{2635E962-6ABC-4C52-5B74-5EF522DE684E}" dt="2026-08-20T16:54:32.519" v="868" actId="20577"/>
          <ac:spMkLst>
            <pc:docMk/>
            <pc:sldMk cId="1935822843" sldId="262"/>
            <ac:spMk id="3" creationId="{F8A2B135-5EB0-03DE-C377-1953EC42DEB1}"/>
          </ac:spMkLst>
        </pc:spChg>
      </pc:sldChg>
      <pc:sldChg chg="addSp delSp modSp new">
        <pc:chgData name="Sládeček David" userId="S::sladecek@hradebni.cz::474d93f0-3a32-49cc-b837-47806091b590" providerId="AD" clId="Web-{2635E962-6ABC-4C52-5B74-5EF522DE684E}" dt="2026-08-20T17:03:55.651" v="1265"/>
        <pc:sldMkLst>
          <pc:docMk/>
          <pc:sldMk cId="4286134430" sldId="264"/>
        </pc:sldMkLst>
        <pc:spChg chg="mod">
          <ac:chgData name="Sládeček David" userId="S::sladecek@hradebni.cz::474d93f0-3a32-49cc-b837-47806091b590" providerId="AD" clId="Web-{2635E962-6ABC-4C52-5B74-5EF522DE684E}" dt="2026-08-20T17:03:55.651" v="1265"/>
          <ac:spMkLst>
            <pc:docMk/>
            <pc:sldMk cId="4286134430" sldId="264"/>
            <ac:spMk id="2" creationId="{7E757261-4884-A517-6771-0F433B93B0F0}"/>
          </ac:spMkLst>
        </pc:spChg>
        <pc:spChg chg="add del mod">
          <ac:chgData name="Sládeček David" userId="S::sladecek@hradebni.cz::474d93f0-3a32-49cc-b837-47806091b590" providerId="AD" clId="Web-{2635E962-6ABC-4C52-5B74-5EF522DE684E}" dt="2026-08-20T17:03:55.651" v="1265"/>
          <ac:spMkLst>
            <pc:docMk/>
            <pc:sldMk cId="4286134430" sldId="264"/>
            <ac:spMk id="3" creationId="{E08090A8-E7E1-1495-875B-BB9A7EDAEDC3}"/>
          </ac:spMkLst>
        </pc:spChg>
        <pc:spChg chg="mod">
          <ac:chgData name="Sládeček David" userId="S::sladecek@hradebni.cz::474d93f0-3a32-49cc-b837-47806091b590" providerId="AD" clId="Web-{2635E962-6ABC-4C52-5B74-5EF522DE684E}" dt="2026-08-20T17:03:55.651" v="1265"/>
          <ac:spMkLst>
            <pc:docMk/>
            <pc:sldMk cId="4286134430" sldId="264"/>
            <ac:spMk id="4" creationId="{2C95DE08-DE68-2422-E202-B4A0CE825C72}"/>
          </ac:spMkLst>
        </pc:spChg>
        <pc:spChg chg="mod">
          <ac:chgData name="Sládeček David" userId="S::sladecek@hradebni.cz::474d93f0-3a32-49cc-b837-47806091b590" providerId="AD" clId="Web-{2635E962-6ABC-4C52-5B74-5EF522DE684E}" dt="2026-08-20T17:03:55.651" v="1265"/>
          <ac:spMkLst>
            <pc:docMk/>
            <pc:sldMk cId="4286134430" sldId="264"/>
            <ac:spMk id="5" creationId="{546CD005-6305-C8C6-CC2B-4379CB654A0B}"/>
          </ac:spMkLst>
        </pc:spChg>
        <pc:spChg chg="mod">
          <ac:chgData name="Sládeček David" userId="S::sladecek@hradebni.cz::474d93f0-3a32-49cc-b837-47806091b590" providerId="AD" clId="Web-{2635E962-6ABC-4C52-5B74-5EF522DE684E}" dt="2026-08-20T17:03:55.651" v="1265"/>
          <ac:spMkLst>
            <pc:docMk/>
            <pc:sldMk cId="4286134430" sldId="264"/>
            <ac:spMk id="6" creationId="{EA5C0404-5797-F7E4-D789-A7DBD9F79358}"/>
          </ac:spMkLst>
        </pc:spChg>
      </pc:sldChg>
      <pc:sldChg chg="addSp delSp modSp new">
        <pc:chgData name="Sládeček David" userId="S::sladecek@hradebni.cz::474d93f0-3a32-49cc-b837-47806091b590" providerId="AD" clId="Web-{2635E962-6ABC-4C52-5B74-5EF522DE684E}" dt="2026-08-20T17:02:45.836" v="1259"/>
        <pc:sldMkLst>
          <pc:docMk/>
          <pc:sldMk cId="3739402399" sldId="267"/>
        </pc:sldMkLst>
        <pc:spChg chg="mod">
          <ac:chgData name="Sládeček David" userId="S::sladecek@hradebni.cz::474d93f0-3a32-49cc-b837-47806091b590" providerId="AD" clId="Web-{2635E962-6ABC-4C52-5B74-5EF522DE684E}" dt="2026-08-20T17:02:45.836" v="1259"/>
          <ac:spMkLst>
            <pc:docMk/>
            <pc:sldMk cId="3739402399" sldId="267"/>
            <ac:spMk id="2" creationId="{2C46694E-150D-725C-FD96-9556972FC515}"/>
          </ac:spMkLst>
        </pc:spChg>
        <pc:spChg chg="mod">
          <ac:chgData name="Sládeček David" userId="S::sladecek@hradebni.cz::474d93f0-3a32-49cc-b837-47806091b590" providerId="AD" clId="Web-{2635E962-6ABC-4C52-5B74-5EF522DE684E}" dt="2026-08-20T17:02:45.836" v="1259"/>
          <ac:spMkLst>
            <pc:docMk/>
            <pc:sldMk cId="3739402399" sldId="267"/>
            <ac:spMk id="4" creationId="{00C46594-FD3B-C62A-32E0-3BAEEF1D0383}"/>
          </ac:spMkLst>
        </pc:spChg>
        <pc:spChg chg="mod">
          <ac:chgData name="Sládeček David" userId="S::sladecek@hradebni.cz::474d93f0-3a32-49cc-b837-47806091b590" providerId="AD" clId="Web-{2635E962-6ABC-4C52-5B74-5EF522DE684E}" dt="2026-08-20T17:02:45.836" v="1259"/>
          <ac:spMkLst>
            <pc:docMk/>
            <pc:sldMk cId="3739402399" sldId="267"/>
            <ac:spMk id="5" creationId="{228F88B9-7206-016B-D580-FC53B80435DA}"/>
          </ac:spMkLst>
        </pc:spChg>
        <pc:spChg chg="mod">
          <ac:chgData name="Sládeček David" userId="S::sladecek@hradebni.cz::474d93f0-3a32-49cc-b837-47806091b590" providerId="AD" clId="Web-{2635E962-6ABC-4C52-5B74-5EF522DE684E}" dt="2026-08-20T17:02:45.836" v="1259"/>
          <ac:spMkLst>
            <pc:docMk/>
            <pc:sldMk cId="3739402399" sldId="267"/>
            <ac:spMk id="6" creationId="{4A967298-A579-A2FE-1258-77F4FC14C53C}"/>
          </ac:spMkLst>
        </pc:spChg>
        <pc:picChg chg="add">
          <ac:chgData name="Sládeček David" userId="S::sladecek@hradebni.cz::474d93f0-3a32-49cc-b837-47806091b590" providerId="AD" clId="Web-{2635E962-6ABC-4C52-5B74-5EF522DE684E}" dt="2026-08-20T17:02:45.836" v="1259"/>
          <ac:picMkLst>
            <pc:docMk/>
            <pc:sldMk cId="3739402399" sldId="267"/>
            <ac:picMk id="8" creationId="{C3CC5A7C-3D34-08C0-2AAF-92F6CCBACCDE}"/>
          </ac:picMkLst>
        </pc:picChg>
      </pc:sldChg>
    </pc:docChg>
  </pc:docChgLst>
  <pc:docChgLst>
    <pc:chgData name="Sládeček David" userId="S::sladecek@hradebni.cz::474d93f0-3a32-49cc-b837-47806091b590" providerId="AD" clId="Web-{9DD1616E-8CA4-82B9-3644-4053A808A805}"/>
    <pc:docChg chg="modSld">
      <pc:chgData name="Sládeček David" userId="S::sladecek@hradebni.cz::474d93f0-3a32-49cc-b837-47806091b590" providerId="AD" clId="Web-{9DD1616E-8CA4-82B9-3644-4053A808A805}" dt="2026-09-07T05:34:28.549" v="3" actId="20577"/>
      <pc:docMkLst>
        <pc:docMk/>
      </pc:docMkLst>
      <pc:sldChg chg="modSp">
        <pc:chgData name="Sládeček David" userId="S::sladecek@hradebni.cz::474d93f0-3a32-49cc-b837-47806091b590" providerId="AD" clId="Web-{9DD1616E-8CA4-82B9-3644-4053A808A805}" dt="2026-09-07T05:34:12.595" v="1" actId="20577"/>
        <pc:sldMkLst>
          <pc:docMk/>
          <pc:sldMk cId="2847142166" sldId="260"/>
        </pc:sldMkLst>
        <pc:spChg chg="mod">
          <ac:chgData name="Sládeček David" userId="S::sladecek@hradebni.cz::474d93f0-3a32-49cc-b837-47806091b590" providerId="AD" clId="Web-{9DD1616E-8CA4-82B9-3644-4053A808A805}" dt="2026-09-07T05:34:12.595" v="1" actId="20577"/>
          <ac:spMkLst>
            <pc:docMk/>
            <pc:sldMk cId="2847142166" sldId="260"/>
            <ac:spMk id="3" creationId="{4F2B67D3-B33A-473A-5A92-A0388EB9D6E1}"/>
          </ac:spMkLst>
        </pc:spChg>
      </pc:sldChg>
      <pc:sldChg chg="modSp">
        <pc:chgData name="Sládeček David" userId="S::sladecek@hradebni.cz::474d93f0-3a32-49cc-b837-47806091b590" providerId="AD" clId="Web-{9DD1616E-8CA4-82B9-3644-4053A808A805}" dt="2026-09-07T05:34:28.549" v="3" actId="20577"/>
        <pc:sldMkLst>
          <pc:docMk/>
          <pc:sldMk cId="1935822843" sldId="262"/>
        </pc:sldMkLst>
        <pc:spChg chg="mod">
          <ac:chgData name="Sládeček David" userId="S::sladecek@hradebni.cz::474d93f0-3a32-49cc-b837-47806091b590" providerId="AD" clId="Web-{9DD1616E-8CA4-82B9-3644-4053A808A805}" dt="2026-09-07T05:34:28.549" v="3" actId="20577"/>
          <ac:spMkLst>
            <pc:docMk/>
            <pc:sldMk cId="1935822843" sldId="262"/>
            <ac:spMk id="3" creationId="{F8A2B135-5EB0-03DE-C377-1953EC42DEB1}"/>
          </ac:spMkLst>
        </pc:spChg>
      </pc:sldChg>
    </pc:docChg>
  </pc:docChgLst>
  <pc:docChgLst>
    <pc:chgData name="Sládeček David" userId="S::sladecek@hradebni.cz::474d93f0-3a32-49cc-b837-47806091b590" providerId="AD" clId="Web-{00000000-0000-0000-0000-000000000000}"/>
    <pc:docChg chg="mod delSld modSld addMainMaster delMainMaster">
      <pc:chgData name="Sládeček David" userId="S::sladecek@hradebni.cz::474d93f0-3a32-49cc-b837-47806091b590" providerId="AD" clId="Web-{00000000-0000-0000-0000-000000000000}" dt="2026-09-03T05:23:10.937" v="43" actId="20577"/>
      <pc:docMkLst>
        <pc:docMk/>
      </pc:docMkLst>
      <pc:sldChg chg="modSp mod modClrScheme chgLayout">
        <pc:chgData name="Sládeček David" userId="S::sladecek@hradebni.cz::474d93f0-3a32-49cc-b837-47806091b590" providerId="AD" clId="Web-{00000000-0000-0000-0000-000000000000}" dt="2026-09-03T05:23:10.937" v="43" actId="20577"/>
        <pc:sldMkLst>
          <pc:docMk/>
          <pc:sldMk cId="3378076745" sldId="256"/>
        </pc:sldMkLst>
        <pc:spChg chg="mod ord">
          <ac:chgData name="Sládeček David" userId="S::sladecek@hradebni.cz::474d93f0-3a32-49cc-b837-47806091b590" providerId="AD" clId="Web-{00000000-0000-0000-0000-000000000000}" dt="2026-09-03T05:23:03.999" v="38" actId="20577"/>
          <ac:spMkLst>
            <pc:docMk/>
            <pc:sldMk cId="3378076745" sldId="256"/>
            <ac:spMk id="2" creationId="{2093369C-77B0-C115-AB94-0307230DF8B3}"/>
          </ac:spMkLst>
        </pc:spChg>
        <pc:spChg chg="mod ord">
          <ac:chgData name="Sládeček David" userId="S::sladecek@hradebni.cz::474d93f0-3a32-49cc-b837-47806091b590" providerId="AD" clId="Web-{00000000-0000-0000-0000-000000000000}" dt="2026-09-03T05:23:10.937" v="43" actId="20577"/>
          <ac:spMkLst>
            <pc:docMk/>
            <pc:sldMk cId="3378076745" sldId="256"/>
            <ac:spMk id="3" creationId="{8185B028-52E3-A6E7-5FC1-7AC57CC934A2}"/>
          </ac:spMkLst>
        </pc:spChg>
      </pc:sldChg>
      <pc:sldChg chg="modSp mod modClrScheme chgLayout">
        <pc:chgData name="Sládeček David" userId="S::sladecek@hradebni.cz::474d93f0-3a32-49cc-b837-47806091b590" providerId="AD" clId="Web-{00000000-0000-0000-0000-000000000000}" dt="2026-09-03T05:21:38.043" v="4" actId="20577"/>
        <pc:sldMkLst>
          <pc:docMk/>
          <pc:sldMk cId="2847142166" sldId="260"/>
        </pc:sldMkLst>
        <pc:spChg chg="mod ord">
          <ac:chgData name="Sládeček David" userId="S::sladecek@hradebni.cz::474d93f0-3a32-49cc-b837-47806091b590" providerId="AD" clId="Web-{00000000-0000-0000-0000-000000000000}" dt="2026-09-03T05:21:12.371" v="0"/>
          <ac:spMkLst>
            <pc:docMk/>
            <pc:sldMk cId="2847142166" sldId="260"/>
            <ac:spMk id="2" creationId="{66876ECA-6B04-0E95-8412-96330D4C080C}"/>
          </ac:spMkLst>
        </pc:spChg>
        <pc:spChg chg="mod ord">
          <ac:chgData name="Sládeček David" userId="S::sladecek@hradebni.cz::474d93f0-3a32-49cc-b837-47806091b590" providerId="AD" clId="Web-{00000000-0000-0000-0000-000000000000}" dt="2026-09-03T05:21:38.043" v="4" actId="20577"/>
          <ac:spMkLst>
            <pc:docMk/>
            <pc:sldMk cId="2847142166" sldId="260"/>
            <ac:spMk id="3" creationId="{4F2B67D3-B33A-473A-5A92-A0388EB9D6E1}"/>
          </ac:spMkLst>
        </pc:spChg>
        <pc:spChg chg="mod ord">
          <ac:chgData name="Sládeček David" userId="S::sladecek@hradebni.cz::474d93f0-3a32-49cc-b837-47806091b590" providerId="AD" clId="Web-{00000000-0000-0000-0000-000000000000}" dt="2026-09-03T05:21:12.371" v="0"/>
          <ac:spMkLst>
            <pc:docMk/>
            <pc:sldMk cId="2847142166" sldId="260"/>
            <ac:spMk id="4" creationId="{261AA4D9-A898-93BB-31F7-1C210D6AD553}"/>
          </ac:spMkLst>
        </pc:spChg>
        <pc:spChg chg="mod ord">
          <ac:chgData name="Sládeček David" userId="S::sladecek@hradebni.cz::474d93f0-3a32-49cc-b837-47806091b590" providerId="AD" clId="Web-{00000000-0000-0000-0000-000000000000}" dt="2026-09-03T05:21:12.371" v="0"/>
          <ac:spMkLst>
            <pc:docMk/>
            <pc:sldMk cId="2847142166" sldId="260"/>
            <ac:spMk id="5" creationId="{A8548BC8-3447-5C4F-93CC-315B2E8C7EEC}"/>
          </ac:spMkLst>
        </pc:spChg>
        <pc:spChg chg="mod ord">
          <ac:chgData name="Sládeček David" userId="S::sladecek@hradebni.cz::474d93f0-3a32-49cc-b837-47806091b590" providerId="AD" clId="Web-{00000000-0000-0000-0000-000000000000}" dt="2026-09-03T05:21:12.371" v="0"/>
          <ac:spMkLst>
            <pc:docMk/>
            <pc:sldMk cId="2847142166" sldId="260"/>
            <ac:spMk id="6" creationId="{BE7DC7ED-0DC2-4059-E1E1-7859D9BE3676}"/>
          </ac:spMkLst>
        </pc:spChg>
      </pc:sldChg>
      <pc:sldChg chg="modSp mod modClrScheme chgLayout">
        <pc:chgData name="Sládeček David" userId="S::sladecek@hradebni.cz::474d93f0-3a32-49cc-b837-47806091b590" providerId="AD" clId="Web-{00000000-0000-0000-0000-000000000000}" dt="2026-09-03T05:22:50.733" v="28" actId="20577"/>
        <pc:sldMkLst>
          <pc:docMk/>
          <pc:sldMk cId="592013679" sldId="261"/>
        </pc:sldMkLst>
        <pc:spChg chg="mod ord">
          <ac:chgData name="Sládeček David" userId="S::sladecek@hradebni.cz::474d93f0-3a32-49cc-b837-47806091b590" providerId="AD" clId="Web-{00000000-0000-0000-0000-000000000000}" dt="2026-09-03T05:22:50.733" v="28" actId="20577"/>
          <ac:spMkLst>
            <pc:docMk/>
            <pc:sldMk cId="592013679" sldId="261"/>
            <ac:spMk id="2" creationId="{CC8311E3-3B63-EA42-A977-1A1AAC64402D}"/>
          </ac:spMkLst>
        </pc:spChg>
        <pc:spChg chg="mod ord">
          <ac:chgData name="Sládeček David" userId="S::sladecek@hradebni.cz::474d93f0-3a32-49cc-b837-47806091b590" providerId="AD" clId="Web-{00000000-0000-0000-0000-000000000000}" dt="2026-09-03T05:22:42.186" v="27" actId="20577"/>
          <ac:spMkLst>
            <pc:docMk/>
            <pc:sldMk cId="592013679" sldId="261"/>
            <ac:spMk id="3" creationId="{A258D01A-A246-1BC1-270B-FF167B54E9C2}"/>
          </ac:spMkLst>
        </pc:spChg>
        <pc:spChg chg="mod ord">
          <ac:chgData name="Sládeček David" userId="S::sladecek@hradebni.cz::474d93f0-3a32-49cc-b837-47806091b590" providerId="AD" clId="Web-{00000000-0000-0000-0000-000000000000}" dt="2026-09-03T05:21:12.371" v="0"/>
          <ac:spMkLst>
            <pc:docMk/>
            <pc:sldMk cId="592013679" sldId="261"/>
            <ac:spMk id="4" creationId="{35AA4527-A322-4732-2832-1B990D9D15E8}"/>
          </ac:spMkLst>
        </pc:spChg>
        <pc:spChg chg="mod ord">
          <ac:chgData name="Sládeček David" userId="S::sladecek@hradebni.cz::474d93f0-3a32-49cc-b837-47806091b590" providerId="AD" clId="Web-{00000000-0000-0000-0000-000000000000}" dt="2026-09-03T05:21:12.371" v="0"/>
          <ac:spMkLst>
            <pc:docMk/>
            <pc:sldMk cId="592013679" sldId="261"/>
            <ac:spMk id="5" creationId="{F0FD53FF-8E6B-749F-2EA9-13CDAB0B0219}"/>
          </ac:spMkLst>
        </pc:spChg>
        <pc:spChg chg="mod ord">
          <ac:chgData name="Sládeček David" userId="S::sladecek@hradebni.cz::474d93f0-3a32-49cc-b837-47806091b590" providerId="AD" clId="Web-{00000000-0000-0000-0000-000000000000}" dt="2026-09-03T05:21:12.371" v="0"/>
          <ac:spMkLst>
            <pc:docMk/>
            <pc:sldMk cId="592013679" sldId="261"/>
            <ac:spMk id="6" creationId="{CF628C65-BF79-B6CF-4659-375A3151CBAA}"/>
          </ac:spMkLst>
        </pc:spChg>
      </pc:sldChg>
      <pc:sldChg chg="modSp mod modClrScheme chgLayout">
        <pc:chgData name="Sládeček David" userId="S::sladecek@hradebni.cz::474d93f0-3a32-49cc-b837-47806091b590" providerId="AD" clId="Web-{00000000-0000-0000-0000-000000000000}" dt="2026-09-03T05:21:12.371" v="0"/>
        <pc:sldMkLst>
          <pc:docMk/>
          <pc:sldMk cId="1935822843" sldId="262"/>
        </pc:sldMkLst>
        <pc:spChg chg="mod ord">
          <ac:chgData name="Sládeček David" userId="S::sladecek@hradebni.cz::474d93f0-3a32-49cc-b837-47806091b590" providerId="AD" clId="Web-{00000000-0000-0000-0000-000000000000}" dt="2026-09-03T05:21:12.371" v="0"/>
          <ac:spMkLst>
            <pc:docMk/>
            <pc:sldMk cId="1935822843" sldId="262"/>
            <ac:spMk id="2" creationId="{3D14B5EB-6DE6-5EC8-0727-F80CACB86749}"/>
          </ac:spMkLst>
        </pc:spChg>
        <pc:spChg chg="mod ord">
          <ac:chgData name="Sládeček David" userId="S::sladecek@hradebni.cz::474d93f0-3a32-49cc-b837-47806091b590" providerId="AD" clId="Web-{00000000-0000-0000-0000-000000000000}" dt="2026-09-03T05:21:12.371" v="0"/>
          <ac:spMkLst>
            <pc:docMk/>
            <pc:sldMk cId="1935822843" sldId="262"/>
            <ac:spMk id="3" creationId="{F8A2B135-5EB0-03DE-C377-1953EC42DEB1}"/>
          </ac:spMkLst>
        </pc:spChg>
        <pc:spChg chg="mod ord">
          <ac:chgData name="Sládeček David" userId="S::sladecek@hradebni.cz::474d93f0-3a32-49cc-b837-47806091b590" providerId="AD" clId="Web-{00000000-0000-0000-0000-000000000000}" dt="2026-09-03T05:21:12.371" v="0"/>
          <ac:spMkLst>
            <pc:docMk/>
            <pc:sldMk cId="1935822843" sldId="262"/>
            <ac:spMk id="4" creationId="{24F8C6BE-4923-ACB9-AFAE-E4A712D9EE02}"/>
          </ac:spMkLst>
        </pc:spChg>
        <pc:spChg chg="mod ord">
          <ac:chgData name="Sládeček David" userId="S::sladecek@hradebni.cz::474d93f0-3a32-49cc-b837-47806091b590" providerId="AD" clId="Web-{00000000-0000-0000-0000-000000000000}" dt="2026-09-03T05:21:12.371" v="0"/>
          <ac:spMkLst>
            <pc:docMk/>
            <pc:sldMk cId="1935822843" sldId="262"/>
            <ac:spMk id="5" creationId="{66039704-D70D-7204-520F-6C4EE1759C8C}"/>
          </ac:spMkLst>
        </pc:spChg>
        <pc:spChg chg="mod ord">
          <ac:chgData name="Sládeček David" userId="S::sladecek@hradebni.cz::474d93f0-3a32-49cc-b837-47806091b590" providerId="AD" clId="Web-{00000000-0000-0000-0000-000000000000}" dt="2026-09-03T05:21:12.371" v="0"/>
          <ac:spMkLst>
            <pc:docMk/>
            <pc:sldMk cId="1935822843" sldId="262"/>
            <ac:spMk id="6" creationId="{967514C8-7342-6873-A047-C38F4F6B0838}"/>
          </ac:spMkLst>
        </pc:spChg>
      </pc:sldChg>
      <pc:sldChg chg="modSp mod modClrScheme chgLayout">
        <pc:chgData name="Sládeček David" userId="S::sladecek@hradebni.cz::474d93f0-3a32-49cc-b837-47806091b590" providerId="AD" clId="Web-{00000000-0000-0000-0000-000000000000}" dt="2026-09-03T05:21:12.371" v="0"/>
        <pc:sldMkLst>
          <pc:docMk/>
          <pc:sldMk cId="4286134430" sldId="264"/>
        </pc:sldMkLst>
        <pc:spChg chg="mod ord">
          <ac:chgData name="Sládeček David" userId="S::sladecek@hradebni.cz::474d93f0-3a32-49cc-b837-47806091b590" providerId="AD" clId="Web-{00000000-0000-0000-0000-000000000000}" dt="2026-09-03T05:21:12.371" v="0"/>
          <ac:spMkLst>
            <pc:docMk/>
            <pc:sldMk cId="4286134430" sldId="264"/>
            <ac:spMk id="2" creationId="{7E757261-4884-A517-6771-0F433B93B0F0}"/>
          </ac:spMkLst>
        </pc:spChg>
        <pc:spChg chg="mod ord">
          <ac:chgData name="Sládeček David" userId="S::sladecek@hradebni.cz::474d93f0-3a32-49cc-b837-47806091b590" providerId="AD" clId="Web-{00000000-0000-0000-0000-000000000000}" dt="2026-09-03T05:21:12.371" v="0"/>
          <ac:spMkLst>
            <pc:docMk/>
            <pc:sldMk cId="4286134430" sldId="264"/>
            <ac:spMk id="3" creationId="{E08090A8-E7E1-1495-875B-BB9A7EDAEDC3}"/>
          </ac:spMkLst>
        </pc:spChg>
        <pc:spChg chg="mod ord">
          <ac:chgData name="Sládeček David" userId="S::sladecek@hradebni.cz::474d93f0-3a32-49cc-b837-47806091b590" providerId="AD" clId="Web-{00000000-0000-0000-0000-000000000000}" dt="2026-09-03T05:21:12.371" v="0"/>
          <ac:spMkLst>
            <pc:docMk/>
            <pc:sldMk cId="4286134430" sldId="264"/>
            <ac:spMk id="4" creationId="{2C95DE08-DE68-2422-E202-B4A0CE825C72}"/>
          </ac:spMkLst>
        </pc:spChg>
        <pc:spChg chg="mod ord">
          <ac:chgData name="Sládeček David" userId="S::sladecek@hradebni.cz::474d93f0-3a32-49cc-b837-47806091b590" providerId="AD" clId="Web-{00000000-0000-0000-0000-000000000000}" dt="2026-09-03T05:21:12.371" v="0"/>
          <ac:spMkLst>
            <pc:docMk/>
            <pc:sldMk cId="4286134430" sldId="264"/>
            <ac:spMk id="5" creationId="{546CD005-6305-C8C6-CC2B-4379CB654A0B}"/>
          </ac:spMkLst>
        </pc:spChg>
        <pc:spChg chg="mod ord">
          <ac:chgData name="Sládeček David" userId="S::sladecek@hradebni.cz::474d93f0-3a32-49cc-b837-47806091b590" providerId="AD" clId="Web-{00000000-0000-0000-0000-000000000000}" dt="2026-09-03T05:21:12.371" v="0"/>
          <ac:spMkLst>
            <pc:docMk/>
            <pc:sldMk cId="4286134430" sldId="264"/>
            <ac:spMk id="6" creationId="{EA5C0404-5797-F7E4-D789-A7DBD9F79358}"/>
          </ac:spMkLst>
        </pc:spChg>
      </pc:sldChg>
      <pc:sldChg chg="modSp mod modClrScheme chgLayout">
        <pc:chgData name="Sládeček David" userId="S::sladecek@hradebni.cz::474d93f0-3a32-49cc-b837-47806091b590" providerId="AD" clId="Web-{00000000-0000-0000-0000-000000000000}" dt="2026-09-03T05:22:15.123" v="11" actId="14100"/>
        <pc:sldMkLst>
          <pc:docMk/>
          <pc:sldMk cId="3739402399" sldId="267"/>
        </pc:sldMkLst>
        <pc:spChg chg="mod ord">
          <ac:chgData name="Sládeček David" userId="S::sladecek@hradebni.cz::474d93f0-3a32-49cc-b837-47806091b590" providerId="AD" clId="Web-{00000000-0000-0000-0000-000000000000}" dt="2026-09-03T05:22:15.123" v="11" actId="14100"/>
          <ac:spMkLst>
            <pc:docMk/>
            <pc:sldMk cId="3739402399" sldId="267"/>
            <ac:spMk id="2" creationId="{2C46694E-150D-725C-FD96-9556972FC515}"/>
          </ac:spMkLst>
        </pc:spChg>
        <pc:spChg chg="mod ord">
          <ac:chgData name="Sládeček David" userId="S::sladecek@hradebni.cz::474d93f0-3a32-49cc-b837-47806091b590" providerId="AD" clId="Web-{00000000-0000-0000-0000-000000000000}" dt="2026-09-03T05:21:12.371" v="0"/>
          <ac:spMkLst>
            <pc:docMk/>
            <pc:sldMk cId="3739402399" sldId="267"/>
            <ac:spMk id="4" creationId="{00C46594-FD3B-C62A-32E0-3BAEEF1D0383}"/>
          </ac:spMkLst>
        </pc:spChg>
        <pc:spChg chg="mod ord">
          <ac:chgData name="Sládeček David" userId="S::sladecek@hradebni.cz::474d93f0-3a32-49cc-b837-47806091b590" providerId="AD" clId="Web-{00000000-0000-0000-0000-000000000000}" dt="2026-09-03T05:21:12.371" v="0"/>
          <ac:spMkLst>
            <pc:docMk/>
            <pc:sldMk cId="3739402399" sldId="267"/>
            <ac:spMk id="5" creationId="{228F88B9-7206-016B-D580-FC53B80435DA}"/>
          </ac:spMkLst>
        </pc:spChg>
        <pc:spChg chg="mod ord">
          <ac:chgData name="Sládeček David" userId="S::sladecek@hradebni.cz::474d93f0-3a32-49cc-b837-47806091b590" providerId="AD" clId="Web-{00000000-0000-0000-0000-000000000000}" dt="2026-09-03T05:21:12.371" v="0"/>
          <ac:spMkLst>
            <pc:docMk/>
            <pc:sldMk cId="3739402399" sldId="267"/>
            <ac:spMk id="6" creationId="{4A967298-A579-A2FE-1258-77F4FC14C53C}"/>
          </ac:spMkLst>
        </pc:spChg>
        <pc:picChg chg="mod">
          <ac:chgData name="Sládeček David" userId="S::sladecek@hradebni.cz::474d93f0-3a32-49cc-b837-47806091b590" providerId="AD" clId="Web-{00000000-0000-0000-0000-000000000000}" dt="2026-09-03T05:22:13.060" v="10" actId="14100"/>
          <ac:picMkLst>
            <pc:docMk/>
            <pc:sldMk cId="3739402399" sldId="267"/>
            <ac:picMk id="8" creationId="{C3CC5A7C-3D34-08C0-2AAF-92F6CCBACCDE}"/>
          </ac:picMkLst>
        </pc:picChg>
      </pc:sldChg>
      <pc:sldMasterChg chg="add addSldLayout modSldLayout">
        <pc:chgData name="Sládeček David" userId="S::sladecek@hradebni.cz::474d93f0-3a32-49cc-b837-47806091b590" providerId="AD" clId="Web-{00000000-0000-0000-0000-000000000000}" dt="2026-09-03T05:21:12.371" v="0"/>
        <pc:sldMasterMkLst>
          <pc:docMk/>
          <pc:sldMasterMk cId="2770614873" sldId="2147483800"/>
        </pc:sldMasterMkLst>
        <pc:sldLayoutChg chg="add mod replId">
          <pc:chgData name="Sládeček David" userId="S::sladecek@hradebni.cz::474d93f0-3a32-49cc-b837-47806091b590" providerId="AD" clId="Web-{00000000-0000-0000-0000-000000000000}" dt="2026-09-03T05:21:12.371" v="0"/>
          <pc:sldLayoutMkLst>
            <pc:docMk/>
            <pc:sldMasterMk cId="2770614873" sldId="2147483800"/>
            <pc:sldLayoutMk cId="1721997939" sldId="2147483801"/>
          </pc:sldLayoutMkLst>
        </pc:sldLayoutChg>
        <pc:sldLayoutChg chg="add mod replId">
          <pc:chgData name="Sládeček David" userId="S::sladecek@hradebni.cz::474d93f0-3a32-49cc-b837-47806091b590" providerId="AD" clId="Web-{00000000-0000-0000-0000-000000000000}" dt="2026-09-03T05:21:12.371" v="0"/>
          <pc:sldLayoutMkLst>
            <pc:docMk/>
            <pc:sldMasterMk cId="2770614873" sldId="2147483800"/>
            <pc:sldLayoutMk cId="468122046" sldId="2147483802"/>
          </pc:sldLayoutMkLst>
        </pc:sldLayoutChg>
        <pc:sldLayoutChg chg="add mod replId">
          <pc:chgData name="Sládeček David" userId="S::sladecek@hradebni.cz::474d93f0-3a32-49cc-b837-47806091b590" providerId="AD" clId="Web-{00000000-0000-0000-0000-000000000000}" dt="2026-09-03T05:21:12.371" v="0"/>
          <pc:sldLayoutMkLst>
            <pc:docMk/>
            <pc:sldMasterMk cId="2770614873" sldId="2147483800"/>
            <pc:sldLayoutMk cId="1790176805" sldId="2147483803"/>
          </pc:sldLayoutMkLst>
        </pc:sldLayoutChg>
        <pc:sldLayoutChg chg="add mod replId">
          <pc:chgData name="Sládeček David" userId="S::sladecek@hradebni.cz::474d93f0-3a32-49cc-b837-47806091b590" providerId="AD" clId="Web-{00000000-0000-0000-0000-000000000000}" dt="2026-09-03T05:21:12.371" v="0"/>
          <pc:sldLayoutMkLst>
            <pc:docMk/>
            <pc:sldMasterMk cId="2770614873" sldId="2147483800"/>
            <pc:sldLayoutMk cId="1285533508" sldId="2147483804"/>
          </pc:sldLayoutMkLst>
        </pc:sldLayoutChg>
        <pc:sldLayoutChg chg="add mod replId">
          <pc:chgData name="Sládeček David" userId="S::sladecek@hradebni.cz::474d93f0-3a32-49cc-b837-47806091b590" providerId="AD" clId="Web-{00000000-0000-0000-0000-000000000000}" dt="2026-09-03T05:21:12.371" v="0"/>
          <pc:sldLayoutMkLst>
            <pc:docMk/>
            <pc:sldMasterMk cId="2770614873" sldId="2147483800"/>
            <pc:sldLayoutMk cId="707388135" sldId="2147483805"/>
          </pc:sldLayoutMkLst>
        </pc:sldLayoutChg>
        <pc:sldLayoutChg chg="add mod replId">
          <pc:chgData name="Sládeček David" userId="S::sladecek@hradebni.cz::474d93f0-3a32-49cc-b837-47806091b590" providerId="AD" clId="Web-{00000000-0000-0000-0000-000000000000}" dt="2026-09-03T05:21:12.371" v="0"/>
          <pc:sldLayoutMkLst>
            <pc:docMk/>
            <pc:sldMasterMk cId="2770614873" sldId="2147483800"/>
            <pc:sldLayoutMk cId="4125988350" sldId="2147483806"/>
          </pc:sldLayoutMkLst>
        </pc:sldLayoutChg>
        <pc:sldLayoutChg chg="add mod replId">
          <pc:chgData name="Sládeček David" userId="S::sladecek@hradebni.cz::474d93f0-3a32-49cc-b837-47806091b590" providerId="AD" clId="Web-{00000000-0000-0000-0000-000000000000}" dt="2026-09-03T05:21:12.371" v="0"/>
          <pc:sldLayoutMkLst>
            <pc:docMk/>
            <pc:sldMasterMk cId="2770614873" sldId="2147483800"/>
            <pc:sldLayoutMk cId="1519521213" sldId="2147483807"/>
          </pc:sldLayoutMkLst>
        </pc:sldLayoutChg>
        <pc:sldLayoutChg chg="add mod replId">
          <pc:chgData name="Sládeček David" userId="S::sladecek@hradebni.cz::474d93f0-3a32-49cc-b837-47806091b590" providerId="AD" clId="Web-{00000000-0000-0000-0000-000000000000}" dt="2026-09-03T05:21:12.371" v="0"/>
          <pc:sldLayoutMkLst>
            <pc:docMk/>
            <pc:sldMasterMk cId="2770614873" sldId="2147483800"/>
            <pc:sldLayoutMk cId="1906232069" sldId="2147483808"/>
          </pc:sldLayoutMkLst>
        </pc:sldLayoutChg>
        <pc:sldLayoutChg chg="add mod replId">
          <pc:chgData name="Sládeček David" userId="S::sladecek@hradebni.cz::474d93f0-3a32-49cc-b837-47806091b590" providerId="AD" clId="Web-{00000000-0000-0000-0000-000000000000}" dt="2026-09-03T05:21:12.371" v="0"/>
          <pc:sldLayoutMkLst>
            <pc:docMk/>
            <pc:sldMasterMk cId="2770614873" sldId="2147483800"/>
            <pc:sldLayoutMk cId="1837688378" sldId="2147483809"/>
          </pc:sldLayoutMkLst>
        </pc:sldLayoutChg>
        <pc:sldLayoutChg chg="add mod replId">
          <pc:chgData name="Sládeček David" userId="S::sladecek@hradebni.cz::474d93f0-3a32-49cc-b837-47806091b590" providerId="AD" clId="Web-{00000000-0000-0000-0000-000000000000}" dt="2026-09-03T05:21:12.371" v="0"/>
          <pc:sldLayoutMkLst>
            <pc:docMk/>
            <pc:sldMasterMk cId="2770614873" sldId="2147483800"/>
            <pc:sldLayoutMk cId="3880218539" sldId="2147483810"/>
          </pc:sldLayoutMkLst>
        </pc:sldLayoutChg>
        <pc:sldLayoutChg chg="add mod replId">
          <pc:chgData name="Sládeček David" userId="S::sladecek@hradebni.cz::474d93f0-3a32-49cc-b837-47806091b590" providerId="AD" clId="Web-{00000000-0000-0000-0000-000000000000}" dt="2026-09-03T05:21:12.371" v="0"/>
          <pc:sldLayoutMkLst>
            <pc:docMk/>
            <pc:sldMasterMk cId="2770614873" sldId="2147483800"/>
            <pc:sldLayoutMk cId="1969759787" sldId="2147483811"/>
          </pc:sldLayoutMkLst>
        </pc:sldLayoutChg>
      </pc:sldMaster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é záhlaví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lang="en-US"/>
          </a:p>
        </p:txBody>
      </p:sp>
      <p:sp>
        <p:nvSpPr>
          <p:cNvPr id="3" name="Zástupný symbol pro datum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rtl="0"/>
            <a:fld id="{7E44473F-4E25-4C53-87B3-833F9B489831}" type="datetime1">
              <a:rPr lang="cs-CZ" smtClean="0"/>
              <a:t>06.09.2026</a:t>
            </a:fld>
            <a:endParaRPr lang="en-US" dirty="0"/>
          </a:p>
        </p:txBody>
      </p:sp>
      <p:sp>
        <p:nvSpPr>
          <p:cNvPr id="4" name="Zástupný symbol pro zápatí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 lang="en-US"/>
          </a:p>
        </p:txBody>
      </p:sp>
      <p:sp>
        <p:nvSpPr>
          <p:cNvPr id="5" name="Zástupný symbol pro číslo snímku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97ACF5E7-ACB0-497B-A8C6-F2E617B463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8533960"/>
      </p:ext>
    </p:extLst>
  </p:cSld>
  <p:clrMap bg1="lt1" tx1="dk1" bg2="lt2" tx2="dk2" accent1="accent1" accent2="accent2" accent3="accent3" accent4="accent4" accent5="accent5" accent6="accent6" hlink="hlink" folHlink="folHlink"/>
  <p:hf hdr="0" ftr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é záhlaví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lang="en-US"/>
          </a:p>
        </p:txBody>
      </p:sp>
      <p:sp>
        <p:nvSpPr>
          <p:cNvPr id="3" name="Zástupný symbol pro datum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rtl="0"/>
            <a:fld id="{F1A0DCEF-9A81-48EF-9BB5-F7EF5AA5AE11}" type="datetime1">
              <a:rPr lang="cs-CZ" smtClean="0"/>
              <a:t>06.09.2026</a:t>
            </a:fld>
            <a:endParaRPr lang="en-US"/>
          </a:p>
        </p:txBody>
      </p:sp>
      <p:sp>
        <p:nvSpPr>
          <p:cNvPr id="4" name="Zástupný symbol obrázku snímku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rtl="0"/>
            <a:endParaRPr lang="en-US"/>
          </a:p>
        </p:txBody>
      </p:sp>
      <p:sp>
        <p:nvSpPr>
          <p:cNvPr id="5" name="Zástupný symbol pro poznámky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 rtl="0"/>
            <a:r>
              <a:rPr lang="cs"/>
              <a:t>Kliknutím můžete upravit styly předlohy textu.</a:t>
            </a:r>
            <a:endParaRPr lang="en-US"/>
          </a:p>
          <a:p>
            <a:pPr lvl="1" rtl="0"/>
            <a:r>
              <a:rPr lang="cs"/>
              <a:t>Druhá úroveň</a:t>
            </a:r>
          </a:p>
          <a:p>
            <a:pPr lvl="2" rtl="0"/>
            <a:r>
              <a:rPr lang="cs"/>
              <a:t>Třetí úroveň</a:t>
            </a:r>
          </a:p>
          <a:p>
            <a:pPr lvl="3" rtl="0"/>
            <a:r>
              <a:rPr lang="cs"/>
              <a:t>Čtvrtá úroveň</a:t>
            </a:r>
          </a:p>
          <a:p>
            <a:pPr lvl="4" rtl="0"/>
            <a:r>
              <a:rPr lang="cs"/>
              <a:t>Pátá úroveň</a:t>
            </a:r>
            <a:endParaRPr lang="en-US"/>
          </a:p>
        </p:txBody>
      </p:sp>
      <p:sp>
        <p:nvSpPr>
          <p:cNvPr id="6" name="Zástupné zápatí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 lang="en-US"/>
          </a:p>
        </p:txBody>
      </p:sp>
      <p:sp>
        <p:nvSpPr>
          <p:cNvPr id="7" name="Zástupný symbol pro číslo snímku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37A705E3-E620-489D-9973-6221209A4B3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581830"/>
      </p:ext>
    </p:extLst>
  </p:cSld>
  <p:clrMap bg1="lt1" tx1="dk1" bg2="lt2" tx2="dk2" accent1="accent1" accent2="accent2" accent3="accent3" accent4="accent4" accent5="accent5" accent6="accent6" hlink="hlink" folHlink="folHlink"/>
  <p:hf hdr="0" ftr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45610A-17B4-4656-93CF-E1D9982860F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12629" y="1371600"/>
            <a:ext cx="5935540" cy="2696866"/>
          </a:xfrm>
        </p:spPr>
        <p:txBody>
          <a:bodyPr anchor="t">
            <a:normAutofit/>
          </a:bodyPr>
          <a:lstStyle>
            <a:lvl1pPr algn="l">
              <a:defRPr sz="4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451C80B-DFD6-415B-BA5B-E56E510CD12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12629" y="4584879"/>
            <a:ext cx="5935540" cy="1287887"/>
          </a:xfrm>
        </p:spPr>
        <p:txBody>
          <a:bodyPr anchor="b">
            <a:normAutofit/>
          </a:bodyPr>
          <a:lstStyle>
            <a:lvl1pPr marL="0" indent="0" algn="l">
              <a:lnSpc>
                <a:spcPct val="130000"/>
              </a:lnSpc>
              <a:buNone/>
              <a:defRPr sz="1800" b="1" cap="all" spc="300" baseline="0"/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7A2065B-06FF-4991-9F8A-4BE25457B4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5D83F1-BF6E-4A98-8153-BAC9ABDE7CE3}" type="datetimeFigureOut">
              <a:rPr lang="en-US" dirty="0"/>
              <a:t>9/6/2026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20DF2FA-C604-45D8-A633-11D3742EC1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2EE5DA9-2D04-4850-AB9F-BD35381650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2199793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08B246-6A68-46BE-9DBD-614FA8CF4E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E47706-8D18-4093-A7C1-F30D7543CED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EC7C8FC-AAEA-4AB6-9DB5-2503F58F0E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576E92-E5C8-4FF8-B2BE-A516F6A1724E}" type="datetimeFigureOut">
              <a:rPr lang="en-US" dirty="0"/>
              <a:t>9/6/2026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8B1616B-3F08-4869-A522-773C38940F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E030CE6-9124-4B3A-A912-AE16B5C340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6812204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C78885-57B2-4930-BD7D-CBF916EDF1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2629" y="1709738"/>
            <a:ext cx="9214884" cy="3159974"/>
          </a:xfrm>
        </p:spPr>
        <p:txBody>
          <a:bodyPr anchor="b">
            <a:normAutofit/>
          </a:bodyPr>
          <a:lstStyle>
            <a:lvl1pPr>
              <a:defRPr sz="48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BE495E4-2F8B-4CC7-88AC-A312067E60D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12628" y="5018567"/>
            <a:ext cx="7907079" cy="1073889"/>
          </a:xfrm>
        </p:spPr>
        <p:txBody>
          <a:bodyPr>
            <a:normAutofit/>
          </a:bodyPr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8585CC9-BAD3-4807-90BB-97DA2D6A6B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DDB232-C681-46A2-B21F-2BD21E9CA134}" type="datetimeFigureOut">
              <a:rPr lang="en-US" dirty="0"/>
              <a:t>9/6/2026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F108CEF-165F-4D7E-9666-5CD0156B49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E0EBC3D-3277-4D34-9F67-71040C21E3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9017680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B477A4-4D01-45B6-9563-0BF13BA72F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E17E00-96AC-45F0-82B2-9F601E9B93C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914400" y="2849526"/>
            <a:ext cx="5105400" cy="3210479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2BA30CD-95C0-427B-A571-A7D8A53278F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2849526"/>
            <a:ext cx="5105400" cy="3210480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6F67CAC-53E4-44AF-BEAC-8FFB96F05A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ABE26E-66F9-4E5F-9E07-CA7CDB200281}" type="datetimeFigureOut">
              <a:rPr lang="en-US" dirty="0"/>
              <a:t>9/6/2026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83D9F3A-E7F0-45E7-AFA8-0D4A669EC1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C5F008B-58BB-45FF-923F-5909DAB49D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8553350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97B549-9E51-42E0-992A-73E7759577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2628" y="1371599"/>
            <a:ext cx="10442760" cy="939753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81A5FDC-7C4B-45FB-8462-E2CE79919F3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12628" y="2311353"/>
            <a:ext cx="5084947" cy="695372"/>
          </a:xfrm>
        </p:spPr>
        <p:txBody>
          <a:bodyPr anchor="b">
            <a:normAutofit/>
          </a:bodyPr>
          <a:lstStyle>
            <a:lvl1pPr marL="0" indent="0">
              <a:buNone/>
              <a:defRPr sz="1800" b="1" cap="all" spc="300" baseline="0"/>
            </a:lvl1pPr>
            <a:lvl2pPr marL="457200" indent="0">
              <a:buNone/>
              <a:defRPr sz="18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BD8B686-2E92-45B9-A3D7-9DCAA0C50B3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912628" y="3006725"/>
            <a:ext cx="5084947" cy="3182937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6ADB526-4A44-47B6-8D14-93202E590AA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2311353"/>
            <a:ext cx="5183188" cy="695372"/>
          </a:xfrm>
        </p:spPr>
        <p:txBody>
          <a:bodyPr anchor="b">
            <a:normAutofit/>
          </a:bodyPr>
          <a:lstStyle>
            <a:lvl1pPr marL="0" indent="0">
              <a:buNone/>
              <a:defRPr sz="1800" b="1" cap="all" spc="300" baseline="0"/>
            </a:lvl1pPr>
            <a:lvl2pPr marL="457200" indent="0">
              <a:buNone/>
              <a:defRPr sz="18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74177CA-5C13-4311-BFD3-B98FBD942DA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3006725"/>
            <a:ext cx="5183188" cy="3182937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DEA255A-4CB5-40CA-B756-1AA5E27C20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A1A01C-F286-49E7-998E-3D5BB613F99A}" type="datetimeFigureOut">
              <a:rPr lang="en-US" dirty="0"/>
              <a:t>9/6/2026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F3072C4-10F1-49B8-B0BF-69204EDDCF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A5ACC97-44C1-4887-909B-E6732D3C1F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0738813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27D313-943A-47E0-8A7A-DFFBCC297A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3AC25A7-81C8-4AA1-AD9F-C78A451FDE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CC2C0A-F771-42D9-AAB0-90C3A2B0FEAD}" type="datetimeFigureOut">
              <a:rPr lang="en-US" dirty="0"/>
              <a:t>9/6/2026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EF54740-6022-46B2-9C55-B60E965168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89497C9-6B5E-46D6-8FE9-0A5E0CF7F9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259883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2740D3C-270A-401A-810C-2F86BBBB87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A2A270-409D-4410-9649-B7481576446C}" type="datetimeFigureOut">
              <a:rPr lang="en-US" dirty="0"/>
              <a:t>9/6/2026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DCBE9F8-1765-4F36-A4DE-1DB136025A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790CF9E-A6C6-4873-ADBE-7A2939319E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1952121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08CDF8-00AD-4441-A6D5-9D7A659EB6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2628" y="1463038"/>
            <a:ext cx="3859397" cy="1471548"/>
          </a:xfrm>
        </p:spPr>
        <p:txBody>
          <a:bodyPr anchor="t"/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C330AF-CB7E-420A-AE8A-E02E9032588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>
            <a:norm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43257AD-2422-4CDA-9C55-700F4B5BF25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912628" y="2934586"/>
            <a:ext cx="3859397" cy="2934401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51B7454-C1CC-46F2-A6FB-1FE786C48F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200AA3-798A-4433-8927-6E115914B6EF}" type="datetimeFigureOut">
              <a:rPr lang="en-US" dirty="0"/>
              <a:t>9/6/2026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9077DBE-6CC7-421B-AB5E-341E20BD92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D6EAB8F-7526-4CDB-B782-FAD8B3E70B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0623206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31647F-5A61-44C9-81DC-331C9AE5DD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2628" y="1463038"/>
            <a:ext cx="3859397" cy="1471548"/>
          </a:xfrm>
        </p:spPr>
        <p:txBody>
          <a:bodyPr anchor="t"/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1627A0F-F1B8-49BE-A0FF-7FE16E3BDCC1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86D1BD6-1519-4431-9FAF-7D4F4129972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912628" y="2934586"/>
            <a:ext cx="3859397" cy="2934401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5A587A0-353B-42C2-BA96-B1ADEDF642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322871-0F85-43DC-99D7-CA8E7437E2EC}" type="datetimeFigureOut">
              <a:rPr lang="en-US" dirty="0"/>
              <a:t>9/6/2026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4D5A88E-3957-4B76-B1BE-4164029217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5F7C5FD-E56A-4C66-8F23-087F95A2FD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3768837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5E4BB7-3F30-4C31-9BB2-8EC24FC0A1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ECF4134-70F5-4EE6-88BE-49D129630CD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19EABC7-C044-44DE-B303-55A0581DA1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9BE5A2-57A1-4629-B29D-D386573AF9F3}" type="datetimeFigureOut">
              <a:rPr lang="en-US" dirty="0"/>
              <a:t>9/6/2026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D4A63E1-5BC5-402E-9916-BAB84BCF0B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A2EF915-AF64-4ECC-8B1A-B7E6A89B79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8021853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EB09414-2AA1-4D8E-A00A-C092FBC92D9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9198077" y="1401097"/>
            <a:ext cx="2155722" cy="4775865"/>
          </a:xfrm>
        </p:spPr>
        <p:txBody>
          <a:bodyPr vert="eaVert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42C3A78-37C5-46D0-9DF4-CB78AF883C2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1401097"/>
            <a:ext cx="8232058" cy="4775866"/>
          </a:xfrm>
        </p:spPr>
        <p:txBody>
          <a:bodyPr vert="eaVer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9D8705E-925D-4F57-8268-107CE3CF4C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A72485-1B57-41B4-A998-97848CC136C2}" type="datetimeFigureOut">
              <a:rPr lang="en-US" dirty="0"/>
              <a:t>9/6/2026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0FE207E-070D-4EC8-A44C-21F1815FDA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15D01D1-C266-4161-A820-C084B98013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6975978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Úvodní sníme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CC1EC507-9D48-814A-107D-D9876629200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cs-CZ"/>
              <a:t>Kliknutím lze upravit styl.</a:t>
            </a:r>
          </a:p>
        </p:txBody>
      </p:sp>
      <p:sp>
        <p:nvSpPr>
          <p:cNvPr id="3" name="Podnadpis 2">
            <a:extLst>
              <a:ext uri="{FF2B5EF4-FFF2-40B4-BE49-F238E27FC236}">
                <a16:creationId xmlns:a16="http://schemas.microsoft.com/office/drawing/2014/main" id="{FAAE5CC6-3B37-22EE-A9B0-564E78E3034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cs-CZ"/>
              <a:t>Kliknutím můžete upravit styl předlohy.</a:t>
            </a:r>
          </a:p>
        </p:txBody>
      </p:sp>
      <p:sp>
        <p:nvSpPr>
          <p:cNvPr id="4" name="Zástupný symbol pro datum 3">
            <a:extLst>
              <a:ext uri="{FF2B5EF4-FFF2-40B4-BE49-F238E27FC236}">
                <a16:creationId xmlns:a16="http://schemas.microsoft.com/office/drawing/2014/main" id="{8142D8EA-88F6-ED40-D0B2-E046BE3FD6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FDAE6B-F434-4D75-A516-931321BD7CDF}" type="datetime1">
              <a:rPr lang="cs-CZ" smtClean="0"/>
              <a:t>06.09.2026</a:t>
            </a:fld>
            <a:endParaRPr lang="cs-CZ"/>
          </a:p>
        </p:txBody>
      </p:sp>
      <p:sp>
        <p:nvSpPr>
          <p:cNvPr id="5" name="Zástupný symbol pro zápatí 4">
            <a:extLst>
              <a:ext uri="{FF2B5EF4-FFF2-40B4-BE49-F238E27FC236}">
                <a16:creationId xmlns:a16="http://schemas.microsoft.com/office/drawing/2014/main" id="{E8D3F6D9-520A-146B-7085-A42808E7E1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cs-CZ"/>
              <a:t>Bc. David Sládeček</a:t>
            </a:r>
          </a:p>
        </p:txBody>
      </p:sp>
      <p:sp>
        <p:nvSpPr>
          <p:cNvPr id="6" name="Zástupný symbol pro číslo snímku 5">
            <a:extLst>
              <a:ext uri="{FF2B5EF4-FFF2-40B4-BE49-F238E27FC236}">
                <a16:creationId xmlns:a16="http://schemas.microsoft.com/office/drawing/2014/main" id="{07ED629F-8CD5-883D-DA2E-BE89415DC9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00683B-2A95-47FE-BB8F-45BBE6B62DC7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56216449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Nadpis a obsa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2E0C1FE6-C93A-1AFA-3A8F-F80833814B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868774A0-D418-1512-09FA-845AC39D874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symbol pro datum 3">
            <a:extLst>
              <a:ext uri="{FF2B5EF4-FFF2-40B4-BE49-F238E27FC236}">
                <a16:creationId xmlns:a16="http://schemas.microsoft.com/office/drawing/2014/main" id="{5BC7DE20-1314-0F6B-F93C-D562C5054B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80BD06-30B0-4DD9-8E84-D549DE2E8E44}" type="datetime1">
              <a:rPr lang="cs-CZ" smtClean="0"/>
              <a:t>06.09.2026</a:t>
            </a:fld>
            <a:endParaRPr lang="cs-CZ"/>
          </a:p>
        </p:txBody>
      </p:sp>
      <p:sp>
        <p:nvSpPr>
          <p:cNvPr id="5" name="Zástupný symbol pro zápatí 4">
            <a:extLst>
              <a:ext uri="{FF2B5EF4-FFF2-40B4-BE49-F238E27FC236}">
                <a16:creationId xmlns:a16="http://schemas.microsoft.com/office/drawing/2014/main" id="{C9F1CA4E-5ACD-C4A8-8FEE-7766523794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cs-CZ"/>
              <a:t>Bc. David Sládeček</a:t>
            </a:r>
          </a:p>
        </p:txBody>
      </p:sp>
      <p:sp>
        <p:nvSpPr>
          <p:cNvPr id="6" name="Zástupný symbol pro číslo snímku 5">
            <a:extLst>
              <a:ext uri="{FF2B5EF4-FFF2-40B4-BE49-F238E27FC236}">
                <a16:creationId xmlns:a16="http://schemas.microsoft.com/office/drawing/2014/main" id="{95613BFC-1AEE-6DD3-AEC3-7FC96675E3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00683B-2A95-47FE-BB8F-45BBE6B62DC7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23449070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Záhlaví oddíl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BB4542A1-D8AA-BB3D-EF3D-3632D055E4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cs-CZ"/>
              <a:t>Kliknutím lze upravit styl.</a:t>
            </a:r>
          </a:p>
        </p:txBody>
      </p:sp>
      <p:sp>
        <p:nvSpPr>
          <p:cNvPr id="3" name="Zástupný text 2">
            <a:extLst>
              <a:ext uri="{FF2B5EF4-FFF2-40B4-BE49-F238E27FC236}">
                <a16:creationId xmlns:a16="http://schemas.microsoft.com/office/drawing/2014/main" id="{E23A41E4-4EC6-F0FB-68A8-CE632EE9724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4" name="Zástupný symbol pro datum 3">
            <a:extLst>
              <a:ext uri="{FF2B5EF4-FFF2-40B4-BE49-F238E27FC236}">
                <a16:creationId xmlns:a16="http://schemas.microsoft.com/office/drawing/2014/main" id="{9F62271F-7356-D704-D797-3082E32FB9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79C5B6-8305-46DE-B7D5-03E22D5BF998}" type="datetime1">
              <a:rPr lang="cs-CZ" smtClean="0"/>
              <a:t>06.09.2026</a:t>
            </a:fld>
            <a:endParaRPr lang="cs-CZ"/>
          </a:p>
        </p:txBody>
      </p:sp>
      <p:sp>
        <p:nvSpPr>
          <p:cNvPr id="5" name="Zástupný symbol pro zápatí 4">
            <a:extLst>
              <a:ext uri="{FF2B5EF4-FFF2-40B4-BE49-F238E27FC236}">
                <a16:creationId xmlns:a16="http://schemas.microsoft.com/office/drawing/2014/main" id="{0FDC55B6-D597-0372-A060-480B6E9FAA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cs-CZ"/>
              <a:t>Bc. David Sládeček</a:t>
            </a:r>
          </a:p>
        </p:txBody>
      </p:sp>
      <p:sp>
        <p:nvSpPr>
          <p:cNvPr id="6" name="Zástupný symbol pro číslo snímku 5">
            <a:extLst>
              <a:ext uri="{FF2B5EF4-FFF2-40B4-BE49-F238E27FC236}">
                <a16:creationId xmlns:a16="http://schemas.microsoft.com/office/drawing/2014/main" id="{E09A5F5B-0D72-FF23-DA21-2687A8817D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00683B-2A95-47FE-BB8F-45BBE6B62DC7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74233146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va obsah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69757834-DB95-1E5D-C3BA-08AC77997A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2D9AC786-3D3E-1C1E-3988-032A910AADA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obsah 3">
            <a:extLst>
              <a:ext uri="{FF2B5EF4-FFF2-40B4-BE49-F238E27FC236}">
                <a16:creationId xmlns:a16="http://schemas.microsoft.com/office/drawing/2014/main" id="{4E5FADE5-EB18-919D-8B8D-B9973D0EBCB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5" name="Zástupný symbol pro datum 4">
            <a:extLst>
              <a:ext uri="{FF2B5EF4-FFF2-40B4-BE49-F238E27FC236}">
                <a16:creationId xmlns:a16="http://schemas.microsoft.com/office/drawing/2014/main" id="{08A30B05-F151-4477-5045-F69BBB12C3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548496-5064-4AC1-A526-DB0568A12DB7}" type="datetime1">
              <a:rPr lang="cs-CZ" smtClean="0"/>
              <a:t>06.09.2026</a:t>
            </a:fld>
            <a:endParaRPr lang="cs-CZ"/>
          </a:p>
        </p:txBody>
      </p:sp>
      <p:sp>
        <p:nvSpPr>
          <p:cNvPr id="6" name="Zástupný symbol pro zápatí 5">
            <a:extLst>
              <a:ext uri="{FF2B5EF4-FFF2-40B4-BE49-F238E27FC236}">
                <a16:creationId xmlns:a16="http://schemas.microsoft.com/office/drawing/2014/main" id="{C498BE17-3B5B-E0DF-797C-2781477FC2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cs-CZ"/>
              <a:t>Bc. David Sládeček</a:t>
            </a:r>
          </a:p>
        </p:txBody>
      </p:sp>
      <p:sp>
        <p:nvSpPr>
          <p:cNvPr id="7" name="Zástupný symbol pro číslo snímku 6">
            <a:extLst>
              <a:ext uri="{FF2B5EF4-FFF2-40B4-BE49-F238E27FC236}">
                <a16:creationId xmlns:a16="http://schemas.microsoft.com/office/drawing/2014/main" id="{DAE135F5-EDC5-E72A-15E1-02810E672D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00683B-2A95-47FE-BB8F-45BBE6B62DC7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394367665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Porovnání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5C14C29D-44D1-39EA-A232-E795F992CF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text 2">
            <a:extLst>
              <a:ext uri="{FF2B5EF4-FFF2-40B4-BE49-F238E27FC236}">
                <a16:creationId xmlns:a16="http://schemas.microsoft.com/office/drawing/2014/main" id="{DD4EF219-1250-F738-BB27-442EB72BD23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4" name="Zástupný obsah 3">
            <a:extLst>
              <a:ext uri="{FF2B5EF4-FFF2-40B4-BE49-F238E27FC236}">
                <a16:creationId xmlns:a16="http://schemas.microsoft.com/office/drawing/2014/main" id="{70E0614C-A5B3-C9E1-35CC-D691DDBE86D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5" name="Zástupný text 4">
            <a:extLst>
              <a:ext uri="{FF2B5EF4-FFF2-40B4-BE49-F238E27FC236}">
                <a16:creationId xmlns:a16="http://schemas.microsoft.com/office/drawing/2014/main" id="{121A550F-F034-35D2-3297-5A4A3AAB1A0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6" name="Zástupný obsah 5">
            <a:extLst>
              <a:ext uri="{FF2B5EF4-FFF2-40B4-BE49-F238E27FC236}">
                <a16:creationId xmlns:a16="http://schemas.microsoft.com/office/drawing/2014/main" id="{E2391903-6B3E-E525-FA81-56FD53B1787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7" name="Zástupný symbol pro datum 6">
            <a:extLst>
              <a:ext uri="{FF2B5EF4-FFF2-40B4-BE49-F238E27FC236}">
                <a16:creationId xmlns:a16="http://schemas.microsoft.com/office/drawing/2014/main" id="{6345B073-A24C-1ED4-3F0E-63A4AA715C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300745-4B12-41DA-9575-17E161F09ABA}" type="datetime1">
              <a:rPr lang="cs-CZ" smtClean="0"/>
              <a:t>06.09.2026</a:t>
            </a:fld>
            <a:endParaRPr lang="cs-CZ"/>
          </a:p>
        </p:txBody>
      </p:sp>
      <p:sp>
        <p:nvSpPr>
          <p:cNvPr id="8" name="Zástupný symbol pro zápatí 7">
            <a:extLst>
              <a:ext uri="{FF2B5EF4-FFF2-40B4-BE49-F238E27FC236}">
                <a16:creationId xmlns:a16="http://schemas.microsoft.com/office/drawing/2014/main" id="{C41EEC67-C46B-57E4-E853-EAC2FBEA62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cs-CZ"/>
              <a:t>Bc. David Sládeček</a:t>
            </a:r>
          </a:p>
        </p:txBody>
      </p:sp>
      <p:sp>
        <p:nvSpPr>
          <p:cNvPr id="9" name="Zástupný symbol pro číslo snímku 8">
            <a:extLst>
              <a:ext uri="{FF2B5EF4-FFF2-40B4-BE49-F238E27FC236}">
                <a16:creationId xmlns:a16="http://schemas.microsoft.com/office/drawing/2014/main" id="{2BBE66FE-0F4C-85B8-975A-28DCCCC2ED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00683B-2A95-47FE-BB8F-45BBE6B62DC7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044043330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Jenom nadp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5A54EFDF-45AE-742A-BE4C-D6FB532EAF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symbol pro datum 2">
            <a:extLst>
              <a:ext uri="{FF2B5EF4-FFF2-40B4-BE49-F238E27FC236}">
                <a16:creationId xmlns:a16="http://schemas.microsoft.com/office/drawing/2014/main" id="{0D4E2C8F-ABD1-E5ED-968D-20B6243D89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F7BC2C-7CEA-4C18-ABBF-95D008F60610}" type="datetime1">
              <a:rPr lang="cs-CZ" smtClean="0"/>
              <a:t>06.09.2026</a:t>
            </a:fld>
            <a:endParaRPr lang="cs-CZ"/>
          </a:p>
        </p:txBody>
      </p:sp>
      <p:sp>
        <p:nvSpPr>
          <p:cNvPr id="4" name="Zástupný symbol pro zápatí 3">
            <a:extLst>
              <a:ext uri="{FF2B5EF4-FFF2-40B4-BE49-F238E27FC236}">
                <a16:creationId xmlns:a16="http://schemas.microsoft.com/office/drawing/2014/main" id="{AD0E2231-CA64-0462-43D2-E1A25E5607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cs-CZ"/>
              <a:t>Bc. David Sládeček</a:t>
            </a:r>
          </a:p>
        </p:txBody>
      </p:sp>
      <p:sp>
        <p:nvSpPr>
          <p:cNvPr id="5" name="Zástupný symbol pro číslo snímku 4">
            <a:extLst>
              <a:ext uri="{FF2B5EF4-FFF2-40B4-BE49-F238E27FC236}">
                <a16:creationId xmlns:a16="http://schemas.microsoft.com/office/drawing/2014/main" id="{5A58C5A1-11DD-0192-F4B9-DB19E2B26E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00683B-2A95-47FE-BB8F-45BBE6B62DC7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808275616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Prázdn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datum 1">
            <a:extLst>
              <a:ext uri="{FF2B5EF4-FFF2-40B4-BE49-F238E27FC236}">
                <a16:creationId xmlns:a16="http://schemas.microsoft.com/office/drawing/2014/main" id="{385F0434-2684-66CC-CAA4-392449DE1D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BC3E9D-E99D-4FC7-9137-DD436094A679}" type="datetime1">
              <a:rPr lang="cs-CZ" smtClean="0"/>
              <a:t>06.09.2026</a:t>
            </a:fld>
            <a:endParaRPr lang="cs-CZ"/>
          </a:p>
        </p:txBody>
      </p:sp>
      <p:sp>
        <p:nvSpPr>
          <p:cNvPr id="3" name="Zástupný symbol pro zápatí 2">
            <a:extLst>
              <a:ext uri="{FF2B5EF4-FFF2-40B4-BE49-F238E27FC236}">
                <a16:creationId xmlns:a16="http://schemas.microsoft.com/office/drawing/2014/main" id="{305EC71A-1D17-3862-6955-526261DFBF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cs-CZ"/>
              <a:t>Bc. David Sládeček</a:t>
            </a:r>
          </a:p>
        </p:txBody>
      </p:sp>
      <p:sp>
        <p:nvSpPr>
          <p:cNvPr id="4" name="Zástupný symbol pro číslo snímku 3">
            <a:extLst>
              <a:ext uri="{FF2B5EF4-FFF2-40B4-BE49-F238E27FC236}">
                <a16:creationId xmlns:a16="http://schemas.microsoft.com/office/drawing/2014/main" id="{A13F53B6-AA31-6490-3A95-65370C7971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00683B-2A95-47FE-BB8F-45BBE6B62DC7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3244329099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Obsah s titulk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A5E0FFD7-90CA-41D8-BC8B-BD7DDD1A62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cs-CZ"/>
              <a:t>Kliknutím lze upravit styl.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6F4C7F5B-A331-C79D-E2A9-2E3FDCB7AED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text 3">
            <a:extLst>
              <a:ext uri="{FF2B5EF4-FFF2-40B4-BE49-F238E27FC236}">
                <a16:creationId xmlns:a16="http://schemas.microsoft.com/office/drawing/2014/main" id="{FD5081B9-4F93-3126-978D-0942307F2A5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5" name="Zástupný symbol pro datum 4">
            <a:extLst>
              <a:ext uri="{FF2B5EF4-FFF2-40B4-BE49-F238E27FC236}">
                <a16:creationId xmlns:a16="http://schemas.microsoft.com/office/drawing/2014/main" id="{30929EA8-B0DD-E6AC-AB50-EE85EB5B86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E058B8-FBA7-4834-9558-00579AD5EE39}" type="datetime1">
              <a:rPr lang="cs-CZ" smtClean="0"/>
              <a:t>06.09.2026</a:t>
            </a:fld>
            <a:endParaRPr lang="cs-CZ"/>
          </a:p>
        </p:txBody>
      </p:sp>
      <p:sp>
        <p:nvSpPr>
          <p:cNvPr id="6" name="Zástupný symbol pro zápatí 5">
            <a:extLst>
              <a:ext uri="{FF2B5EF4-FFF2-40B4-BE49-F238E27FC236}">
                <a16:creationId xmlns:a16="http://schemas.microsoft.com/office/drawing/2014/main" id="{67EFE214-D55E-8392-805B-5DADBCBDB6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cs-CZ"/>
              <a:t>Bc. David Sládeček</a:t>
            </a:r>
          </a:p>
        </p:txBody>
      </p:sp>
      <p:sp>
        <p:nvSpPr>
          <p:cNvPr id="7" name="Zástupný symbol pro číslo snímku 6">
            <a:extLst>
              <a:ext uri="{FF2B5EF4-FFF2-40B4-BE49-F238E27FC236}">
                <a16:creationId xmlns:a16="http://schemas.microsoft.com/office/drawing/2014/main" id="{186AE443-7EEB-CE6B-CF3C-0752689CE0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00683B-2A95-47FE-BB8F-45BBE6B62DC7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458780430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Obrázek s titulk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78FC1EBA-9B40-5855-4CA3-98DAA2E098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cs-CZ"/>
              <a:t>Kliknutím lze upravit styl.</a:t>
            </a:r>
          </a:p>
        </p:txBody>
      </p:sp>
      <p:sp>
        <p:nvSpPr>
          <p:cNvPr id="3" name="Zástupný symbol obrázku 2">
            <a:extLst>
              <a:ext uri="{FF2B5EF4-FFF2-40B4-BE49-F238E27FC236}">
                <a16:creationId xmlns:a16="http://schemas.microsoft.com/office/drawing/2014/main" id="{4D52B9A0-1C86-689A-9602-E3DF533D472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cs-CZ"/>
          </a:p>
        </p:txBody>
      </p:sp>
      <p:sp>
        <p:nvSpPr>
          <p:cNvPr id="4" name="Zástupný text 3">
            <a:extLst>
              <a:ext uri="{FF2B5EF4-FFF2-40B4-BE49-F238E27FC236}">
                <a16:creationId xmlns:a16="http://schemas.microsoft.com/office/drawing/2014/main" id="{92C8B178-68A7-368E-C852-1F769A17CA9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5" name="Zástupný symbol pro datum 4">
            <a:extLst>
              <a:ext uri="{FF2B5EF4-FFF2-40B4-BE49-F238E27FC236}">
                <a16:creationId xmlns:a16="http://schemas.microsoft.com/office/drawing/2014/main" id="{D06510EF-4C30-D8DA-A1B3-2EF005E5C0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4F8945-7CE8-4160-95BD-AE4C9F7EADA6}" type="datetime1">
              <a:rPr lang="cs-CZ" smtClean="0"/>
              <a:t>06.09.2026</a:t>
            </a:fld>
            <a:endParaRPr lang="cs-CZ"/>
          </a:p>
        </p:txBody>
      </p:sp>
      <p:sp>
        <p:nvSpPr>
          <p:cNvPr id="6" name="Zástupný symbol pro zápatí 5">
            <a:extLst>
              <a:ext uri="{FF2B5EF4-FFF2-40B4-BE49-F238E27FC236}">
                <a16:creationId xmlns:a16="http://schemas.microsoft.com/office/drawing/2014/main" id="{F85EDFC3-A28E-DAF7-0CC3-60F52AC805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cs-CZ"/>
              <a:t>Bc. David Sládeček</a:t>
            </a:r>
          </a:p>
        </p:txBody>
      </p:sp>
      <p:sp>
        <p:nvSpPr>
          <p:cNvPr id="7" name="Zástupný symbol pro číslo snímku 6">
            <a:extLst>
              <a:ext uri="{FF2B5EF4-FFF2-40B4-BE49-F238E27FC236}">
                <a16:creationId xmlns:a16="http://schemas.microsoft.com/office/drawing/2014/main" id="{EFB1FC63-031B-9B05-2B8C-F810DEFE5F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00683B-2A95-47FE-BB8F-45BBE6B62DC7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326318636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Nadpis a svislý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2D30D313-12FE-9DBB-FCC7-D25B5CEA46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symbol pro svislý text 2">
            <a:extLst>
              <a:ext uri="{FF2B5EF4-FFF2-40B4-BE49-F238E27FC236}">
                <a16:creationId xmlns:a16="http://schemas.microsoft.com/office/drawing/2014/main" id="{655FED1B-3AE3-A64F-B0F9-21E2C6C490B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symbol pro datum 3">
            <a:extLst>
              <a:ext uri="{FF2B5EF4-FFF2-40B4-BE49-F238E27FC236}">
                <a16:creationId xmlns:a16="http://schemas.microsoft.com/office/drawing/2014/main" id="{695016D4-33E1-6E0C-7990-2B734CC77C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9D776F-6D66-4CC5-A69D-38B5CDB62271}" type="datetime1">
              <a:rPr lang="cs-CZ" smtClean="0"/>
              <a:t>06.09.2026</a:t>
            </a:fld>
            <a:endParaRPr lang="cs-CZ"/>
          </a:p>
        </p:txBody>
      </p:sp>
      <p:sp>
        <p:nvSpPr>
          <p:cNvPr id="5" name="Zástupný symbol pro zápatí 4">
            <a:extLst>
              <a:ext uri="{FF2B5EF4-FFF2-40B4-BE49-F238E27FC236}">
                <a16:creationId xmlns:a16="http://schemas.microsoft.com/office/drawing/2014/main" id="{F97A7216-8A03-3736-9144-221A874F3B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cs-CZ"/>
              <a:t>Bc. David Sládeček</a:t>
            </a:r>
          </a:p>
        </p:txBody>
      </p:sp>
      <p:sp>
        <p:nvSpPr>
          <p:cNvPr id="6" name="Zástupný symbol pro číslo snímku 5">
            <a:extLst>
              <a:ext uri="{FF2B5EF4-FFF2-40B4-BE49-F238E27FC236}">
                <a16:creationId xmlns:a16="http://schemas.microsoft.com/office/drawing/2014/main" id="{E3E963BE-D345-7F13-2AB1-17EB9FF25E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00683B-2A95-47FE-BB8F-45BBE6B62DC7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894822203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Svislý nadpis a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vislý nadpis 1">
            <a:extLst>
              <a:ext uri="{FF2B5EF4-FFF2-40B4-BE49-F238E27FC236}">
                <a16:creationId xmlns:a16="http://schemas.microsoft.com/office/drawing/2014/main" id="{AEAAE7C2-0ED6-EB1C-1EE7-115628D8C63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symbol pro svislý text 2">
            <a:extLst>
              <a:ext uri="{FF2B5EF4-FFF2-40B4-BE49-F238E27FC236}">
                <a16:creationId xmlns:a16="http://schemas.microsoft.com/office/drawing/2014/main" id="{A309289F-8D46-4A14-8202-EBA3EC576CB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symbol pro datum 3">
            <a:extLst>
              <a:ext uri="{FF2B5EF4-FFF2-40B4-BE49-F238E27FC236}">
                <a16:creationId xmlns:a16="http://schemas.microsoft.com/office/drawing/2014/main" id="{540D15A5-1381-0DE7-7683-5C6C35A8FB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8739BE-F881-40E7-9978-F51B3B4BC027}" type="datetime1">
              <a:rPr lang="cs-CZ" smtClean="0"/>
              <a:t>06.09.2026</a:t>
            </a:fld>
            <a:endParaRPr lang="cs-CZ"/>
          </a:p>
        </p:txBody>
      </p:sp>
      <p:sp>
        <p:nvSpPr>
          <p:cNvPr id="5" name="Zástupný symbol pro zápatí 4">
            <a:extLst>
              <a:ext uri="{FF2B5EF4-FFF2-40B4-BE49-F238E27FC236}">
                <a16:creationId xmlns:a16="http://schemas.microsoft.com/office/drawing/2014/main" id="{9BAD1621-4317-3B9F-EB0B-28A0879AEB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cs-CZ"/>
              <a:t>Bc. David Sládeček</a:t>
            </a:r>
          </a:p>
        </p:txBody>
      </p:sp>
      <p:sp>
        <p:nvSpPr>
          <p:cNvPr id="6" name="Zástupný symbol pro číslo snímku 5">
            <a:extLst>
              <a:ext uri="{FF2B5EF4-FFF2-40B4-BE49-F238E27FC236}">
                <a16:creationId xmlns:a16="http://schemas.microsoft.com/office/drawing/2014/main" id="{EF0D44DC-9239-636E-89F9-DD86D28A47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00683B-2A95-47FE-BB8F-45BBE6B62DC7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23314290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AB4E786-7636-4278-8595-D365D28A79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1371601"/>
            <a:ext cx="10363200" cy="118757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A740849-7059-4C70-992B-5304D2EE9BA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14399" y="2559171"/>
            <a:ext cx="10363200" cy="338265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09FEBF6-CEA6-4332-87B3-697807571C8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912628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b="1" cap="all" spc="300" baseline="0">
                <a:solidFill>
                  <a:schemeClr val="tx1"/>
                </a:solidFill>
              </a:defRPr>
            </a:lvl1pPr>
          </a:lstStyle>
          <a:p>
            <a:fld id="{E857DF4D-D974-434D-9D64-40B7405DF5F0}" type="datetimeFigureOut">
              <a:rPr lang="en-US" dirty="0"/>
              <a:t>9/6/2026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C6BAF94-621C-43E1-BA0C-410A6899031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767622" y="6356350"/>
            <a:ext cx="404037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 b="1" cap="all" spc="300" baseline="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37D19E5-9E16-48C9-AAE2-0C70679A8D7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807995" y="6356350"/>
            <a:ext cx="72301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 b="1" cap="all" spc="300" baseline="0">
                <a:solidFill>
                  <a:schemeClr val="tx1"/>
                </a:solidFill>
              </a:defRPr>
            </a:lvl1pPr>
          </a:lstStyle>
          <a:p>
            <a:fld id="{70C12960-6E85-460F-B6E3-5B82CB31AF3D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F209B62C-3402-4623-9A7C-AA048B56F8C3}"/>
              </a:ext>
            </a:extLst>
          </p:cNvPr>
          <p:cNvCxnSpPr>
            <a:cxnSpLocks/>
          </p:cNvCxnSpPr>
          <p:nvPr/>
        </p:nvCxnSpPr>
        <p:spPr>
          <a:xfrm>
            <a:off x="990600" y="1031001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7061487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01" r:id="rId1"/>
    <p:sldLayoutId id="2147483802" r:id="rId2"/>
    <p:sldLayoutId id="2147483803" r:id="rId3"/>
    <p:sldLayoutId id="2147483804" r:id="rId4"/>
    <p:sldLayoutId id="2147483805" r:id="rId5"/>
    <p:sldLayoutId id="2147483806" r:id="rId6"/>
    <p:sldLayoutId id="2147483807" r:id="rId7"/>
    <p:sldLayoutId id="2147483808" r:id="rId8"/>
    <p:sldLayoutId id="2147483809" r:id="rId9"/>
    <p:sldLayoutId id="2147483810" r:id="rId10"/>
    <p:sldLayoutId id="2147483811" r:id="rId11"/>
  </p:sldLayoutIdLst>
  <p:hf hdr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40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SzPct val="87000"/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493776" indent="-228600" algn="l" defTabSz="914400" rtl="0" eaLnBrk="1" latinLnBrk="0" hangingPunct="1">
        <a:lnSpc>
          <a:spcPct val="120000"/>
        </a:lnSpc>
        <a:spcBef>
          <a:spcPts val="500"/>
        </a:spcBef>
        <a:buSzPct val="87000"/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731520" indent="-228600" algn="l" defTabSz="914400" rtl="0" eaLnBrk="1" latinLnBrk="0" hangingPunct="1">
        <a:lnSpc>
          <a:spcPct val="120000"/>
        </a:lnSpc>
        <a:spcBef>
          <a:spcPts val="500"/>
        </a:spcBef>
        <a:buSzPct val="87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051560" indent="-285750" algn="l" defTabSz="914400" rtl="0" eaLnBrk="1" latinLnBrk="0" hangingPunct="1">
        <a:lnSpc>
          <a:spcPct val="120000"/>
        </a:lnSpc>
        <a:spcBef>
          <a:spcPts val="500"/>
        </a:spcBef>
        <a:buSzPct val="87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298448" indent="-228600" algn="l" defTabSz="914400" rtl="0" eaLnBrk="1" latinLnBrk="0" hangingPunct="1">
        <a:lnSpc>
          <a:spcPct val="120000"/>
        </a:lnSpc>
        <a:spcBef>
          <a:spcPts val="500"/>
        </a:spcBef>
        <a:buSzPct val="87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3" orient="horz" pos="2160">
          <p15:clr>
            <a:srgbClr val="F26B43"/>
          </p15:clr>
        </p15:guide>
        <p15:guide id="4" pos="3840">
          <p15:clr>
            <a:srgbClr val="F26B43"/>
          </p15:clr>
        </p15:guide>
        <p15:guide id="5" pos="576">
          <p15:clr>
            <a:srgbClr val="F26B43"/>
          </p15:clr>
        </p15:guide>
        <p15:guide id="6" orient="horz" pos="864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nadpis 1">
            <a:extLst>
              <a:ext uri="{FF2B5EF4-FFF2-40B4-BE49-F238E27FC236}">
                <a16:creationId xmlns:a16="http://schemas.microsoft.com/office/drawing/2014/main" id="{23E01B3D-BBE9-18BE-5751-F0C4AD81E0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text 2">
            <a:extLst>
              <a:ext uri="{FF2B5EF4-FFF2-40B4-BE49-F238E27FC236}">
                <a16:creationId xmlns:a16="http://schemas.microsoft.com/office/drawing/2014/main" id="{A35EF750-6507-688E-556C-19A2FA9EC9D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symbol pro datum 3">
            <a:extLst>
              <a:ext uri="{FF2B5EF4-FFF2-40B4-BE49-F238E27FC236}">
                <a16:creationId xmlns:a16="http://schemas.microsoft.com/office/drawing/2014/main" id="{1B5722FF-A893-0147-5916-0BE527E27DD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F578592-6412-420B-A3CD-C3D13D879B44}" type="datetime1">
              <a:rPr lang="cs-CZ" smtClean="0"/>
              <a:t>06.09.2026</a:t>
            </a:fld>
            <a:endParaRPr lang="cs-CZ"/>
          </a:p>
        </p:txBody>
      </p:sp>
      <p:sp>
        <p:nvSpPr>
          <p:cNvPr id="5" name="Zástupný symbol pro zápatí 4">
            <a:extLst>
              <a:ext uri="{FF2B5EF4-FFF2-40B4-BE49-F238E27FC236}">
                <a16:creationId xmlns:a16="http://schemas.microsoft.com/office/drawing/2014/main" id="{D3F6865A-3678-F627-C7EA-A3E799EFC6D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cs-CZ"/>
              <a:t>Bc. David Sládeček</a:t>
            </a:r>
          </a:p>
        </p:txBody>
      </p:sp>
      <p:sp>
        <p:nvSpPr>
          <p:cNvPr id="6" name="Zástupný symbol pro číslo snímku 5">
            <a:extLst>
              <a:ext uri="{FF2B5EF4-FFF2-40B4-BE49-F238E27FC236}">
                <a16:creationId xmlns:a16="http://schemas.microsoft.com/office/drawing/2014/main" id="{F220F977-B132-398B-EC36-A7136816081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800683B-2A95-47FE-BB8F-45BBE6B62DC7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341845212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7" r:id="rId1"/>
    <p:sldLayoutId id="2147483688" r:id="rId2"/>
    <p:sldLayoutId id="2147483689" r:id="rId3"/>
    <p:sldLayoutId id="2147483690" r:id="rId4"/>
    <p:sldLayoutId id="2147483691" r:id="rId5"/>
    <p:sldLayoutId id="2147483692" r:id="rId6"/>
    <p:sldLayoutId id="2147483693" r:id="rId7"/>
    <p:sldLayoutId id="2147483694" r:id="rId8"/>
    <p:sldLayoutId id="2147483695" r:id="rId9"/>
    <p:sldLayoutId id="2147483696" r:id="rId10"/>
    <p:sldLayoutId id="2147483697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cs-CZ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w3schools.com/cs/index.php" TargetMode="External"/><Relationship Id="rId2" Type="http://schemas.openxmlformats.org/officeDocument/2006/relationships/hyperlink" Target="https://dawissl.github.io/hradebni-pgm/" TargetMode="External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learn.microsoft.com/cs-cz/dotnet/csharp/" TargetMode="External"/><Relationship Id="rId4" Type="http://schemas.openxmlformats.org/officeDocument/2006/relationships/hyperlink" Target="https://www.freecodecamp.org/learn/foundational-c-sharp-with-microsoft/" TargetMode="Externa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dawissl/hradebni-pgm/blob/master/README.md" TargetMode="Externa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dawissl/hradebni-pgm/blob/master/AI.md" TargetMode="Externa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2093369C-77B0-C115-AB94-0307230DF8B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cs-CZ" dirty="0"/>
              <a:t>ÚVODNÍ HODINA</a:t>
            </a:r>
          </a:p>
        </p:txBody>
      </p:sp>
      <p:sp>
        <p:nvSpPr>
          <p:cNvPr id="3" name="Podnadpis 2">
            <a:extLst>
              <a:ext uri="{FF2B5EF4-FFF2-40B4-BE49-F238E27FC236}">
                <a16:creationId xmlns:a16="http://schemas.microsoft.com/office/drawing/2014/main" id="{8185B028-52E3-A6E7-5FC1-7AC57CC934A2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cs-CZ"/>
              <a:t>PROGRAMOVÁNÍ</a:t>
            </a:r>
          </a:p>
        </p:txBody>
      </p:sp>
    </p:spTree>
    <p:extLst>
      <p:ext uri="{BB962C8B-B14F-4D97-AF65-F5344CB8AC3E}">
        <p14:creationId xmlns:p14="http://schemas.microsoft.com/office/powerpoint/2010/main" val="337807674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66876ECA-6B04-0E95-8412-96330D4C08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Studijní materiály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4F2B67D3-B33A-473A-5A92-A0388EB9D6E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 fontScale="85000" lnSpcReduction="10000"/>
          </a:bodyPr>
          <a:lstStyle/>
          <a:p>
            <a:r>
              <a:rPr lang="cs-CZ" dirty="0"/>
              <a:t>Vlastní poznámky</a:t>
            </a:r>
          </a:p>
          <a:p>
            <a:r>
              <a:rPr lang="cs-CZ" dirty="0"/>
              <a:t>Prezentace (budou uloženy v MS Teams nebo na repozitáři)</a:t>
            </a:r>
          </a:p>
          <a:p>
            <a:r>
              <a:rPr lang="cs-CZ" dirty="0">
                <a:hlinkClick r:id="rId2"/>
              </a:rPr>
              <a:t>Online učebnice programování</a:t>
            </a:r>
          </a:p>
          <a:p>
            <a:r>
              <a:rPr lang="cs-CZ" dirty="0"/>
              <a:t>Implementace hotových řešení na repozitáři</a:t>
            </a:r>
          </a:p>
          <a:p>
            <a:endParaRPr lang="cs-CZ" dirty="0"/>
          </a:p>
          <a:p>
            <a:r>
              <a:rPr lang="cs-CZ" b="1" dirty="0"/>
              <a:t>Online učebnice, kurzy</a:t>
            </a:r>
          </a:p>
          <a:p>
            <a:pPr lvl="1" indent="-342900">
              <a:buFont typeface="Courier New" panose="020B0604020202020204" pitchFamily="34" charset="0"/>
              <a:buChar char="o"/>
            </a:pPr>
            <a:r>
              <a:rPr lang="cs-CZ" dirty="0">
                <a:ea typeface="+mj-lt"/>
                <a:cs typeface="+mj-lt"/>
                <a:hlinkClick r:id="rId3"/>
              </a:rPr>
              <a:t>https://www.w3schools.com/cs/index.php</a:t>
            </a:r>
            <a:endParaRPr lang="cs-CZ"/>
          </a:p>
          <a:p>
            <a:pPr lvl="1" indent="-342900">
              <a:buFont typeface="Courier New" panose="020B0604020202020204" pitchFamily="34" charset="0"/>
              <a:buChar char="o"/>
            </a:pPr>
            <a:r>
              <a:rPr lang="cs-CZ" dirty="0">
                <a:ea typeface="+mj-lt"/>
                <a:cs typeface="+mj-lt"/>
                <a:hlinkClick r:id="rId4"/>
              </a:rPr>
              <a:t>https://www.freecodecamp.org/learn/foundational-c-sharp-with-microsoft/</a:t>
            </a:r>
            <a:endParaRPr lang="cs-CZ"/>
          </a:p>
          <a:p>
            <a:pPr lvl="1" indent="-342900">
              <a:buFont typeface="Courier New" panose="020B0604020202020204" pitchFamily="34" charset="0"/>
              <a:buChar char="o"/>
            </a:pPr>
            <a:r>
              <a:rPr lang="cs-CZ" dirty="0">
                <a:ea typeface="+mj-lt"/>
                <a:cs typeface="+mj-lt"/>
                <a:hlinkClick r:id="rId5"/>
              </a:rPr>
              <a:t>https://learn.microsoft.com/cs-cz/dotnet/csharp/</a:t>
            </a:r>
            <a:endParaRPr lang="cs-CZ"/>
          </a:p>
          <a:p>
            <a:pPr marL="0" indent="0">
              <a:buNone/>
            </a:pPr>
            <a:endParaRPr lang="cs-CZ" dirty="0"/>
          </a:p>
          <a:p>
            <a:endParaRPr lang="cs-CZ" dirty="0"/>
          </a:p>
        </p:txBody>
      </p:sp>
      <p:sp>
        <p:nvSpPr>
          <p:cNvPr id="4" name="Zástupný symbol pro datum 3">
            <a:extLst>
              <a:ext uri="{FF2B5EF4-FFF2-40B4-BE49-F238E27FC236}">
                <a16:creationId xmlns:a16="http://schemas.microsoft.com/office/drawing/2014/main" id="{261AA4D9-A898-93BB-31F7-1C210D6AD5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9F5665-2F26-4AEF-9366-B5A7556F05B5}" type="datetime1">
              <a:t>06.09.2026</a:t>
            </a:fld>
            <a:endParaRPr lang="en-US" dirty="0"/>
          </a:p>
        </p:txBody>
      </p:sp>
      <p:sp>
        <p:nvSpPr>
          <p:cNvPr id="5" name="Zástupný symbol pro zápatí 4">
            <a:extLst>
              <a:ext uri="{FF2B5EF4-FFF2-40B4-BE49-F238E27FC236}">
                <a16:creationId xmlns:a16="http://schemas.microsoft.com/office/drawing/2014/main" id="{A8548BC8-3447-5C4F-93CC-315B2E8C7E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6" name="Zástupný symbol pro číslo snímku 5">
            <a:extLst>
              <a:ext uri="{FF2B5EF4-FFF2-40B4-BE49-F238E27FC236}">
                <a16:creationId xmlns:a16="http://schemas.microsoft.com/office/drawing/2014/main" id="{BE7DC7ED-0DC2-4059-E1E1-7859D9BE36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FDE724-0293-4953-AE9D-4D814FA589B0}" type="slidenum">
              <a:rPr lang="en-US" dirty="0"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4714216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CC8311E3-3B63-EA42-A977-1A1AAC6440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Pravidla hry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A258D01A-A246-1BC1-270B-FF167B54E9C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 lnSpcReduction="10000"/>
          </a:bodyPr>
          <a:lstStyle/>
          <a:p>
            <a:r>
              <a:rPr lang="cs-CZ" dirty="0"/>
              <a:t>Známka vzniká jako vážený průměr</a:t>
            </a:r>
          </a:p>
          <a:p>
            <a:r>
              <a:rPr lang="cs-CZ" dirty="0">
                <a:ea typeface="+mj-lt"/>
                <a:cs typeface="+mj-lt"/>
              </a:rPr>
              <a:t>Neodevzdaná práce v hodině → </a:t>
            </a:r>
            <a:r>
              <a:rPr lang="cs-CZ" b="1" dirty="0">
                <a:ea typeface="+mj-lt"/>
                <a:cs typeface="+mj-lt"/>
              </a:rPr>
              <a:t>N</a:t>
            </a:r>
            <a:r>
              <a:rPr lang="cs-CZ" dirty="0">
                <a:ea typeface="+mj-lt"/>
                <a:cs typeface="+mj-lt"/>
              </a:rPr>
              <a:t>, ale aktivita se hodnotí zvlášť se stejnou vahou</a:t>
            </a:r>
            <a:endParaRPr lang="cs-CZ" dirty="0"/>
          </a:p>
          <a:p>
            <a:r>
              <a:rPr lang="cs-CZ" dirty="0">
                <a:ea typeface="+mj-lt"/>
                <a:cs typeface="+mj-lt"/>
              </a:rPr>
              <a:t>Testy lze dopsat do 14 dnů po absenci (stačí se domluvit)</a:t>
            </a:r>
            <a:endParaRPr lang="cs-CZ" dirty="0"/>
          </a:p>
          <a:p>
            <a:r>
              <a:rPr lang="cs-CZ" dirty="0">
                <a:ea typeface="+mj-lt"/>
                <a:cs typeface="+mj-lt"/>
              </a:rPr>
              <a:t>Nerozhodná známka (X,40–X,60) → rozhoduje přístup, příprava, chování, dobrovolné úkoly</a:t>
            </a:r>
            <a:endParaRPr lang="cs-CZ" dirty="0"/>
          </a:p>
          <a:p>
            <a:r>
              <a:rPr lang="cs-CZ" dirty="0"/>
              <a:t>Absence se řídí školním řádem</a:t>
            </a:r>
          </a:p>
          <a:p>
            <a:r>
              <a:rPr lang="cs-CZ" b="1" dirty="0"/>
              <a:t>Minimálně jedno ústní zkoušení za pololetí</a:t>
            </a:r>
          </a:p>
          <a:p>
            <a:r>
              <a:rPr lang="cs-CZ" dirty="0"/>
              <a:t>Více zde: </a:t>
            </a:r>
            <a:r>
              <a:rPr lang="cs-CZ" dirty="0">
                <a:hlinkClick r:id="rId2"/>
              </a:rPr>
              <a:t>Hodnocení a klasifikace v předmětu programování</a:t>
            </a:r>
            <a:endParaRPr lang="cs-CZ" dirty="0"/>
          </a:p>
          <a:p>
            <a:endParaRPr lang="cs-CZ" dirty="0"/>
          </a:p>
        </p:txBody>
      </p:sp>
      <p:sp>
        <p:nvSpPr>
          <p:cNvPr id="4" name="Zástupný symbol pro datum 3">
            <a:extLst>
              <a:ext uri="{FF2B5EF4-FFF2-40B4-BE49-F238E27FC236}">
                <a16:creationId xmlns:a16="http://schemas.microsoft.com/office/drawing/2014/main" id="{35AA4527-A322-4732-2832-1B990D9D15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D85BFF-2F4A-406D-8CBE-B5E63F8AE4E5}" type="datetime1">
              <a:t>06.09.2026</a:t>
            </a:fld>
            <a:endParaRPr lang="en-US" dirty="0"/>
          </a:p>
        </p:txBody>
      </p:sp>
      <p:sp>
        <p:nvSpPr>
          <p:cNvPr id="5" name="Zástupný symbol pro zápatí 4">
            <a:extLst>
              <a:ext uri="{FF2B5EF4-FFF2-40B4-BE49-F238E27FC236}">
                <a16:creationId xmlns:a16="http://schemas.microsoft.com/office/drawing/2014/main" id="{F0FD53FF-8E6B-749F-2EA9-13CDAB0B02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6" name="Zástupný symbol pro číslo snímku 5">
            <a:extLst>
              <a:ext uri="{FF2B5EF4-FFF2-40B4-BE49-F238E27FC236}">
                <a16:creationId xmlns:a16="http://schemas.microsoft.com/office/drawing/2014/main" id="{CF628C65-BF79-B6CF-4659-375A3151CB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FDE724-0293-4953-AE9D-4D814FA589B0}" type="slidenum">
              <a:rPr lang="en-US" dirty="0"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9201367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3D14B5EB-6DE6-5EC8-0727-F80CACB867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Používání umělé inteligence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F8A2B135-5EB0-03DE-C377-1953EC42DEB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cs-CZ" dirty="0"/>
              <a:t>AI je vítaným pomocníkem pro </a:t>
            </a:r>
            <a:r>
              <a:rPr lang="cs-CZ" b="1" dirty="0"/>
              <a:t>rozšíření</a:t>
            </a:r>
            <a:r>
              <a:rPr lang="cs-CZ" dirty="0"/>
              <a:t> svých vlastních znalostí a schopností</a:t>
            </a:r>
          </a:p>
          <a:p>
            <a:r>
              <a:rPr lang="cs-CZ" dirty="0"/>
              <a:t>Neslouží k nahrazení snažení při vypracování řešení</a:t>
            </a:r>
          </a:p>
          <a:p>
            <a:r>
              <a:rPr lang="cs-CZ" dirty="0">
                <a:hlinkClick r:id="rId2"/>
              </a:rPr>
              <a:t>Zásady používání AI nástrojů</a:t>
            </a:r>
            <a:endParaRPr lang="cs-CZ" dirty="0"/>
          </a:p>
        </p:txBody>
      </p:sp>
      <p:sp>
        <p:nvSpPr>
          <p:cNvPr id="4" name="Zástupný symbol pro datum 3">
            <a:extLst>
              <a:ext uri="{FF2B5EF4-FFF2-40B4-BE49-F238E27FC236}">
                <a16:creationId xmlns:a16="http://schemas.microsoft.com/office/drawing/2014/main" id="{24F8C6BE-4923-ACB9-AFAE-E4A712D9EE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B94DFB-F16D-4218-B88E-739D5637980C}" type="datetime1">
              <a:t>06.09.2026</a:t>
            </a:fld>
            <a:endParaRPr lang="en-US" dirty="0"/>
          </a:p>
        </p:txBody>
      </p:sp>
      <p:sp>
        <p:nvSpPr>
          <p:cNvPr id="5" name="Zástupný symbol pro zápatí 4">
            <a:extLst>
              <a:ext uri="{FF2B5EF4-FFF2-40B4-BE49-F238E27FC236}">
                <a16:creationId xmlns:a16="http://schemas.microsoft.com/office/drawing/2014/main" id="{66039704-D70D-7204-520F-6C4EE1759C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6" name="Zástupný symbol pro číslo snímku 5">
            <a:extLst>
              <a:ext uri="{FF2B5EF4-FFF2-40B4-BE49-F238E27FC236}">
                <a16:creationId xmlns:a16="http://schemas.microsoft.com/office/drawing/2014/main" id="{967514C8-7342-6873-A047-C38F4F6B08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FDE724-0293-4953-AE9D-4D814FA589B0}" type="slidenum">
              <a:rPr lang="en-US" dirty="0"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3582284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7E757261-4884-A517-6771-0F433B93B0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Konzultace a kontakt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E08090A8-E7E1-1495-875B-BB9A7EDAEDC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cs-CZ"/>
              <a:t>Konzultace jsou vypisovány individuálně po předchozí domluvě</a:t>
            </a:r>
            <a:endParaRPr lang="cs-CZ" dirty="0"/>
          </a:p>
          <a:p>
            <a:r>
              <a:rPr lang="cs-CZ"/>
              <a:t>Kontaktovat mě můžete:</a:t>
            </a:r>
            <a:endParaRPr lang="cs-CZ" dirty="0"/>
          </a:p>
          <a:p>
            <a:pPr lvl="1" indent="-342900">
              <a:buFont typeface="Courier New" panose="020B0604020202020204" pitchFamily="34" charset="0"/>
              <a:buChar char="o"/>
            </a:pPr>
            <a:r>
              <a:rPr lang="cs-CZ"/>
              <a:t>Mail</a:t>
            </a:r>
            <a:endParaRPr lang="cs-CZ" sz="2000" dirty="0"/>
          </a:p>
          <a:p>
            <a:pPr lvl="1" indent="-342900">
              <a:buFont typeface="Courier New" panose="020B0604020202020204" pitchFamily="34" charset="0"/>
              <a:buChar char="o"/>
            </a:pPr>
            <a:r>
              <a:rPr lang="cs-CZ"/>
              <a:t>Zpráva v Bakaláři</a:t>
            </a:r>
          </a:p>
          <a:p>
            <a:pPr lvl="1" indent="-342900">
              <a:buFont typeface="Courier New" panose="020B0604020202020204" pitchFamily="34" charset="0"/>
              <a:buChar char="o"/>
            </a:pPr>
            <a:r>
              <a:rPr lang="cs-CZ"/>
              <a:t>Chat v MS Teams</a:t>
            </a:r>
            <a:endParaRPr lang="cs-CZ" dirty="0"/>
          </a:p>
          <a:p>
            <a:pPr lvl="1" indent="-342900">
              <a:buFont typeface="Courier New" panose="020B0604020202020204" pitchFamily="34" charset="0"/>
              <a:buChar char="o"/>
            </a:pPr>
            <a:r>
              <a:rPr lang="cs-CZ"/>
              <a:t>Kanál v týmu MS Teams</a:t>
            </a:r>
          </a:p>
          <a:p>
            <a:r>
              <a:rPr lang="cs-CZ"/>
              <a:t>Obvykle reaguji i v pozdních nočních hodinách, ale nespoléhejte na to</a:t>
            </a:r>
            <a:endParaRPr lang="cs-CZ" dirty="0"/>
          </a:p>
        </p:txBody>
      </p:sp>
      <p:sp>
        <p:nvSpPr>
          <p:cNvPr id="4" name="Zástupný symbol pro datum 3">
            <a:extLst>
              <a:ext uri="{FF2B5EF4-FFF2-40B4-BE49-F238E27FC236}">
                <a16:creationId xmlns:a16="http://schemas.microsoft.com/office/drawing/2014/main" id="{2C95DE08-DE68-2422-E202-B4A0CE825C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3D7727-6189-4A48-8559-A9C7B1D8B790}" type="datetime1">
              <a:rPr lang="cs-CZ"/>
              <a:t>06.09.2026</a:t>
            </a:fld>
            <a:endParaRPr lang="cs-CZ" dirty="0"/>
          </a:p>
        </p:txBody>
      </p:sp>
      <p:sp>
        <p:nvSpPr>
          <p:cNvPr id="5" name="Zástupný symbol pro zápatí 4">
            <a:extLst>
              <a:ext uri="{FF2B5EF4-FFF2-40B4-BE49-F238E27FC236}">
                <a16:creationId xmlns:a16="http://schemas.microsoft.com/office/drawing/2014/main" id="{546CD005-6305-C8C6-CC2B-4379CB654A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6" name="Zástupný symbol pro číslo snímku 5">
            <a:extLst>
              <a:ext uri="{FF2B5EF4-FFF2-40B4-BE49-F238E27FC236}">
                <a16:creationId xmlns:a16="http://schemas.microsoft.com/office/drawing/2014/main" id="{EA5C0404-5797-F7E4-D789-A7DBD9F793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FDE724-0293-4953-AE9D-4D814FA589B0}" type="slidenum">
              <a:rPr lang="en-US" dirty="0"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8613443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2C46694E-150D-725C-FD96-9556972FC5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1371601"/>
            <a:ext cx="10363200" cy="771010"/>
          </a:xfrm>
        </p:spPr>
        <p:txBody>
          <a:bodyPr anchor="b">
            <a:normAutofit/>
          </a:bodyPr>
          <a:lstStyle/>
          <a:p>
            <a:r>
              <a:rPr lang="cs-CZ"/>
              <a:t>Prostor pro dotazy</a:t>
            </a:r>
          </a:p>
        </p:txBody>
      </p:sp>
      <p:sp>
        <p:nvSpPr>
          <p:cNvPr id="4" name="Zástupný symbol pro datum 3">
            <a:extLst>
              <a:ext uri="{FF2B5EF4-FFF2-40B4-BE49-F238E27FC236}">
                <a16:creationId xmlns:a16="http://schemas.microsoft.com/office/drawing/2014/main" id="{00C46594-FD3B-C62A-32E0-3BAEEF1D03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71A47616-F344-4339-A0DF-5484FE6C6013}" type="datetime1">
              <a:pPr>
                <a:spcAft>
                  <a:spcPts val="600"/>
                </a:spcAft>
              </a:pPr>
              <a:t>06.09.2026</a:t>
            </a:fld>
            <a:endParaRPr lang="en-US"/>
          </a:p>
        </p:txBody>
      </p:sp>
      <p:sp>
        <p:nvSpPr>
          <p:cNvPr id="5" name="Zástupný symbol pro zápatí 4">
            <a:extLst>
              <a:ext uri="{FF2B5EF4-FFF2-40B4-BE49-F238E27FC236}">
                <a16:creationId xmlns:a16="http://schemas.microsoft.com/office/drawing/2014/main" id="{228F88B9-7206-016B-D580-FC53B80435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anchor="ctr"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700"/>
              <a:t>
              </a:t>
            </a:r>
          </a:p>
        </p:txBody>
      </p:sp>
      <p:sp>
        <p:nvSpPr>
          <p:cNvPr id="6" name="Zástupný symbol pro číslo snímku 5">
            <a:extLst>
              <a:ext uri="{FF2B5EF4-FFF2-40B4-BE49-F238E27FC236}">
                <a16:creationId xmlns:a16="http://schemas.microsoft.com/office/drawing/2014/main" id="{4A967298-A579-A2FE-1258-77F4FC14C5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8DFDE724-0293-4953-AE9D-4D814FA589B0}" type="slidenum">
              <a:rPr lang="en-US" dirty="0"/>
              <a:pPr>
                <a:spcAft>
                  <a:spcPts val="600"/>
                </a:spcAft>
              </a:pPr>
              <a:t>6</a:t>
            </a:fld>
            <a:endParaRPr lang="en-US"/>
          </a:p>
        </p:txBody>
      </p:sp>
      <p:pic>
        <p:nvPicPr>
          <p:cNvPr id="8" name="Picture 7" descr="Žluté a modré symboly">
            <a:extLst>
              <a:ext uri="{FF2B5EF4-FFF2-40B4-BE49-F238E27FC236}">
                <a16:creationId xmlns:a16="http://schemas.microsoft.com/office/drawing/2014/main" id="{C3CC5A7C-3D34-08C0-2AAF-92F6CCBACCD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23767" r="-9" b="24307"/>
          <a:stretch>
            <a:fillRect/>
          </a:stretch>
        </p:blipFill>
        <p:spPr>
          <a:xfrm>
            <a:off x="808662" y="2628899"/>
            <a:ext cx="10367826" cy="3505201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3739402399"/>
      </p:ext>
    </p:extLst>
  </p:cSld>
  <p:clrMapOvr>
    <a:masterClrMapping/>
  </p:clrMapOvr>
</p:sld>
</file>

<file path=ppt/theme/theme1.xml><?xml version="1.0" encoding="utf-8"?>
<a:theme xmlns:a="http://schemas.openxmlformats.org/drawingml/2006/main" name="DashVTI">
  <a:themeElements>
    <a:clrScheme name="DashVTI">
      <a:dk1>
        <a:sysClr val="windowText" lastClr="000000"/>
      </a:dk1>
      <a:lt1>
        <a:sysClr val="window" lastClr="FFFFFF"/>
      </a:lt1>
      <a:dk2>
        <a:srgbClr val="0D1C3B"/>
      </a:dk2>
      <a:lt2>
        <a:srgbClr val="F5F2F9"/>
      </a:lt2>
      <a:accent1>
        <a:srgbClr val="1973EB"/>
      </a:accent1>
      <a:accent2>
        <a:srgbClr val="25C8A2"/>
      </a:accent2>
      <a:accent3>
        <a:srgbClr val="BF8ED1"/>
      </a:accent3>
      <a:accent4>
        <a:srgbClr val="FE733C"/>
      </a:accent4>
      <a:accent5>
        <a:srgbClr val="FE5A5A"/>
      </a:accent5>
      <a:accent6>
        <a:srgbClr val="1AC16E"/>
      </a:accent6>
      <a:hlink>
        <a:srgbClr val="1AC16E"/>
      </a:hlink>
      <a:folHlink>
        <a:srgbClr val="00B0F0"/>
      </a:folHlink>
    </a:clrScheme>
    <a:fontScheme name="DashVTI">
      <a:majorFont>
        <a:latin typeface="Grandview Display"/>
        <a:ea typeface=""/>
        <a:cs typeface=""/>
      </a:majorFont>
      <a:minorFont>
        <a:latin typeface="Grandview Display"/>
        <a:ea typeface=""/>
        <a:cs typeface=""/>
      </a:minorFont>
    </a:fontScheme>
    <a:fmtScheme name="DashVTI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ashVTI" id="{E0E31462-65AE-4087-9B94-B3347EE711B2}" vid="{CA8B31CB-369F-4872-A917-A9EAAF918275}"/>
    </a:ext>
  </a:extLst>
</a:theme>
</file>

<file path=ppt/theme/theme2.xml><?xml version="1.0" encoding="utf-8"?>
<a:theme xmlns:a="http://schemas.openxmlformats.org/drawingml/2006/main" name="Vlastní návrh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Motiv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Motiv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kument" ma:contentTypeID="0x010100835861FD81B3EE45AAC4C81C5640ECE7" ma:contentTypeVersion="4" ma:contentTypeDescription="Vytvoří nový dokument" ma:contentTypeScope="" ma:versionID="9ef8b661d8eb31bc59fd4d064638f75c">
  <xsd:schema xmlns:xsd="http://www.w3.org/2001/XMLSchema" xmlns:xs="http://www.w3.org/2001/XMLSchema" xmlns:p="http://schemas.microsoft.com/office/2006/metadata/properties" xmlns:ns2="c8cc7701-65b3-4efe-89ae-c871b5b7820b" targetNamespace="http://schemas.microsoft.com/office/2006/metadata/properties" ma:root="true" ma:fieldsID="72de23a8390aadfc4041f33935428244" ns2:_="">
    <xsd:import namespace="c8cc7701-65b3-4efe-89ae-c871b5b7820b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8cc7701-65b3-4efe-89ae-c871b5b7820b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yp obsahu"/>
        <xsd:element ref="dc:title" minOccurs="0" maxOccurs="1" ma:index="4" ma:displayName="Nadpis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9E539A93-B774-4C16-8663-D9D779FD3094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78A476F6-A853-4762-9C3D-78175B6A009C}">
  <ds:schemaRefs>
    <ds:schemaRef ds:uri="http://schemas.microsoft.com/office/2006/metadata/properties"/>
    <ds:schemaRef ds:uri="http://schemas.microsoft.com/office/infopath/2007/PartnerControls"/>
  </ds:schemaRefs>
</ds:datastoreItem>
</file>

<file path=customXml/itemProps3.xml><?xml version="1.0" encoding="utf-8"?>
<ds:datastoreItem xmlns:ds="http://schemas.openxmlformats.org/officeDocument/2006/customXml" ds:itemID="{AFC331C2-AA0B-496C-9B82-DCF0822AE9B5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c8cc7701-65b3-4efe-89ae-c871b5b7820b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57</TotalTime>
  <Words>217</Words>
  <Application>Microsoft Office PowerPoint</Application>
  <PresentationFormat>Širokoúhlá obrazovka</PresentationFormat>
  <Paragraphs>64</Paragraphs>
  <Slides>6</Slides>
  <Notes>0</Notes>
  <HiddenSlides>0</HiddenSlides>
  <MMClips>0</MMClips>
  <ScaleCrop>false</ScaleCrop>
  <HeadingPairs>
    <vt:vector size="4" baseType="variant">
      <vt:variant>
        <vt:lpstr>Motiv</vt:lpstr>
      </vt:variant>
      <vt:variant>
        <vt:i4>2</vt:i4>
      </vt:variant>
      <vt:variant>
        <vt:lpstr>Nadpisy snímků</vt:lpstr>
      </vt:variant>
      <vt:variant>
        <vt:i4>6</vt:i4>
      </vt:variant>
    </vt:vector>
  </HeadingPairs>
  <TitlesOfParts>
    <vt:vector size="8" baseType="lpstr">
      <vt:lpstr>DashVTI</vt:lpstr>
      <vt:lpstr>Vlastní návrh</vt:lpstr>
      <vt:lpstr>ÚVODNÍ HODINA</vt:lpstr>
      <vt:lpstr>Studijní materiály</vt:lpstr>
      <vt:lpstr>Pravidla hry</vt:lpstr>
      <vt:lpstr>Používání umělé inteligence</vt:lpstr>
      <vt:lpstr>Konzultace a kontakt</vt:lpstr>
      <vt:lpstr>Prostor pro dotazy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Programování</dc:title>
  <dc:creator>Sládeček David</dc:creator>
  <cp:lastModifiedBy>Sládeček David</cp:lastModifiedBy>
  <cp:revision>277</cp:revision>
  <dcterms:created xsi:type="dcterms:W3CDTF">2024-06-17T08:40:16Z</dcterms:created>
  <dcterms:modified xsi:type="dcterms:W3CDTF">2026-09-07T05:34:30Z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0x010100835861FD81B3EE45AAC4C81C5640ECE7</vt:lpwstr>
  </property>
</Properties>
</file>