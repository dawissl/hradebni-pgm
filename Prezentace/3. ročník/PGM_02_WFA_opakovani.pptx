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1" dt="2026-09-03T05:52:15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addSld delSld modSld addMainMaster delMainMaster">
      <pc:chgData name="Sládeček David" userId="S::sladecek@hradebni.cz::474d93f0-3a32-49cc-b837-47806091b590" providerId="AD" clId="Web-{00000000-0000-0000-0000-000000000000}" dt="2026-09-03T05:52:15.123" v="68" actId="2057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7:12.545" v="18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7:12.545" v="18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7:00.451" v="14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00.451" v="14"/>
          <ac:spMkLst>
            <pc:docMk/>
            <pc:sldMk cId="1179415898" sldId="256"/>
            <ac:spMk id="8" creationId="{FFDC7AD9-C190-49B7-247A-4EE379686943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00.451" v="14"/>
          <ac:spMkLst>
            <pc:docMk/>
            <pc:sldMk cId="1179415898" sldId="256"/>
            <ac:spMk id="10" creationId="{35450B6A-83F6-0FD3-7E2C-42981CDDC23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00.451" v="14"/>
          <ac:spMkLst>
            <pc:docMk/>
            <pc:sldMk cId="1179415898" sldId="256"/>
            <ac:spMk id="12" creationId="{FC7472D1-C66A-126E-DCD6-4A37EB6D56D3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6:41.247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7:24.639" v="19"/>
        <pc:sldMkLst>
          <pc:docMk/>
          <pc:sldMk cId="2796352703" sldId="257"/>
        </pc:sldMkLst>
        <pc:spChg chg="mod or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2" creationId="{E062AE22-0694-645D-7621-2B81342E3B4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3" creationId="{1383BEE7-C503-E81F-F62A-9DBFD32D432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8" creationId="{5D69BD06-58B6-180F-7CF3-745EC74E7C9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10" creationId="{52090A1F-6E71-5442-B16C-F794D904BE62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12" creationId="{811C89F4-E22A-33E8-0885-2CAA0DBEFEFC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4.639" v="19"/>
          <ac:spMkLst>
            <pc:docMk/>
            <pc:sldMk cId="2796352703" sldId="257"/>
            <ac:spMk id="14" creationId="{2DE99A15-8AD8-1100-02AF-9B28FD4F2157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7:28.218" v="20"/>
        <pc:sldMkLst>
          <pc:docMk/>
          <pc:sldMk cId="3582118165" sldId="258"/>
        </pc:sldMkLst>
        <pc:spChg chg="mod ord">
          <ac:chgData name="Sládeček David" userId="S::sladecek@hradebni.cz::474d93f0-3a32-49cc-b837-47806091b590" providerId="AD" clId="Web-{00000000-0000-0000-0000-000000000000}" dt="2026-09-03T05:47:28.218" v="20"/>
          <ac:spMkLst>
            <pc:docMk/>
            <pc:sldMk cId="3582118165" sldId="258"/>
            <ac:spMk id="2" creationId="{952A39BB-5EC1-8A5E-1CB6-8D926D04A872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7:28.218" v="20"/>
          <ac:spMkLst>
            <pc:docMk/>
            <pc:sldMk cId="3582118165" sldId="258"/>
            <ac:spMk id="3" creationId="{B5759F9A-43C6-3FB2-1809-69AF36287FF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8.218" v="20"/>
          <ac:spMkLst>
            <pc:docMk/>
            <pc:sldMk cId="3582118165" sldId="258"/>
            <ac:spMk id="12" creationId="{2FCA6BCE-220F-4134-DFDD-3A994EC4F0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8.218" v="20"/>
          <ac:spMkLst>
            <pc:docMk/>
            <pc:sldMk cId="3582118165" sldId="258"/>
            <ac:spMk id="14" creationId="{744537B3-8871-7F86-7683-6FBD7D552959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7:28.218" v="20"/>
          <ac:spMkLst>
            <pc:docMk/>
            <pc:sldMk cId="3582118165" sldId="258"/>
            <ac:spMk id="16" creationId="{7FE75EBC-3F62-603E-6955-FDBF3DC37783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7:28.218" v="20"/>
          <ac:picMkLst>
            <pc:docMk/>
            <pc:sldMk cId="3582118165" sldId="258"/>
            <ac:picMk id="7" creationId="{F92B5F34-20AD-D046-DF88-57652952EDCC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50:30.385" v="36" actId="1076"/>
        <pc:sldMkLst>
          <pc:docMk/>
          <pc:sldMk cId="3162471761" sldId="259"/>
        </pc:sldMkLst>
        <pc:spChg chg="mod ord">
          <ac:chgData name="Sládeček David" userId="S::sladecek@hradebni.cz::474d93f0-3a32-49cc-b837-47806091b590" providerId="AD" clId="Web-{00000000-0000-0000-0000-000000000000}" dt="2026-09-03T05:50:14.838" v="31" actId="14100"/>
          <ac:spMkLst>
            <pc:docMk/>
            <pc:sldMk cId="3162471761" sldId="259"/>
            <ac:spMk id="4" creationId="{F4C8960B-B79E-7406-467B-039415997CD6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50:18.572" v="32" actId="1076"/>
          <ac:spMkLst>
            <pc:docMk/>
            <pc:sldMk cId="3162471761" sldId="259"/>
            <ac:spMk id="5" creationId="{17A99EC3-5011-DEE6-98C8-8B2F03F0ED22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50:22.276" v="33" actId="1076"/>
          <ac:spMkLst>
            <pc:docMk/>
            <pc:sldMk cId="3162471761" sldId="259"/>
            <ac:spMk id="6" creationId="{165D73A9-94A9-6163-054F-66A22E15AD46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0:24.854" v="34" actId="1076"/>
          <ac:picMkLst>
            <pc:docMk/>
            <pc:sldMk cId="3162471761" sldId="259"/>
            <ac:picMk id="8" creationId="{F20D0D03-8A4B-123E-7CBC-8E5DB836879C}"/>
          </ac:picMkLst>
        </pc:picChg>
        <pc:picChg chg="mod">
          <ac:chgData name="Sládeček David" userId="S::sladecek@hradebni.cz::474d93f0-3a32-49cc-b837-47806091b590" providerId="AD" clId="Web-{00000000-0000-0000-0000-000000000000}" dt="2026-09-03T05:50:30.385" v="36" actId="1076"/>
          <ac:picMkLst>
            <pc:docMk/>
            <pc:sldMk cId="3162471761" sldId="259"/>
            <ac:picMk id="12" creationId="{21F69D2A-31C3-7420-E3A2-7BF460F0DD6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6:38.919" v="0"/>
        <pc:sldMkLst>
          <pc:docMk/>
          <pc:sldMk cId="1712923834" sldId="260"/>
        </pc:sldMkLst>
        <pc:spChg chg="mod ord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1712923834" sldId="260"/>
            <ac:spMk id="5" creationId="{2470A828-9B17-E19F-1FD7-3213C539067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1712923834" sldId="260"/>
            <ac:spMk id="6" creationId="{1E55A303-31B0-6FAE-A562-84622071C9D3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50:55.261" v="39" actId="1076"/>
        <pc:sldMkLst>
          <pc:docMk/>
          <pc:sldMk cId="2642391035" sldId="261"/>
        </pc:sldMkLst>
        <pc:spChg chg="mod ord">
          <ac:chgData name="Sládeček David" userId="S::sladecek@hradebni.cz::474d93f0-3a32-49cc-b837-47806091b590" providerId="AD" clId="Web-{00000000-0000-0000-0000-000000000000}" dt="2026-09-03T05:50:48.636" v="37"/>
          <ac:spMkLst>
            <pc:docMk/>
            <pc:sldMk cId="2642391035" sldId="261"/>
            <ac:spMk id="2" creationId="{E162C537-EDE2-72C0-BAB9-5AA5F76CF5C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50:48.636" v="37"/>
          <ac:spMkLst>
            <pc:docMk/>
            <pc:sldMk cId="2642391035" sldId="261"/>
            <ac:spMk id="3" creationId="{592B69EE-E5A0-5520-D12F-B0DDA0735B2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0:48.636" v="37"/>
          <ac:spMkLst>
            <pc:docMk/>
            <pc:sldMk cId="2642391035" sldId="261"/>
            <ac:spMk id="14" creationId="{A10DB79A-931B-98A4-9E58-7C9BEE4144C9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0:48.636" v="37"/>
          <ac:spMkLst>
            <pc:docMk/>
            <pc:sldMk cId="2642391035" sldId="261"/>
            <ac:spMk id="16" creationId="{1F6986AC-1A01-2169-EA3F-4D5F9538511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0:48.636" v="37"/>
          <ac:spMkLst>
            <pc:docMk/>
            <pc:sldMk cId="2642391035" sldId="261"/>
            <ac:spMk id="18" creationId="{14E8F457-9F0A-FD4A-1C9B-01EF80F4CA99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0:55.261" v="39" actId="1076"/>
          <ac:picMkLst>
            <pc:docMk/>
            <pc:sldMk cId="2642391035" sldId="261"/>
            <ac:picMk id="9" creationId="{F6B6A573-D75F-E8D3-CDDE-584063D427CF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52:15.123" v="68" actId="20577"/>
        <pc:sldMkLst>
          <pc:docMk/>
          <pc:sldMk cId="1262503118" sldId="262"/>
        </pc:sldMkLst>
        <pc:spChg chg="mod ord">
          <ac:chgData name="Sládeček David" userId="S::sladecek@hradebni.cz::474d93f0-3a32-49cc-b837-47806091b590" providerId="AD" clId="Web-{00000000-0000-0000-0000-000000000000}" dt="2026-09-03T05:52:08.685" v="66"/>
          <ac:spMkLst>
            <pc:docMk/>
            <pc:sldMk cId="1262503118" sldId="262"/>
            <ac:spMk id="2" creationId="{3F782131-CE5A-E282-A4D7-B63C5455AD77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52:15.123" v="68" actId="20577"/>
          <ac:spMkLst>
            <pc:docMk/>
            <pc:sldMk cId="1262503118" sldId="262"/>
            <ac:spMk id="3" creationId="{AFE5A970-61BC-14A9-FD57-FA1327ED996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2:08.685" v="66"/>
          <ac:spMkLst>
            <pc:docMk/>
            <pc:sldMk cId="1262503118" sldId="262"/>
            <ac:spMk id="8" creationId="{F0A3F504-4153-BA0E-85CE-E91CBA2A8C0C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2:08.685" v="66"/>
          <ac:spMkLst>
            <pc:docMk/>
            <pc:sldMk cId="1262503118" sldId="262"/>
            <ac:spMk id="10" creationId="{D71D124E-6FCE-133F-6229-C7B786C7698C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2:08.685" v="66"/>
          <ac:spMkLst>
            <pc:docMk/>
            <pc:sldMk cId="1262503118" sldId="262"/>
            <ac:spMk id="12" creationId="{0457C90F-7DE4-9D92-4D1B-2A32CA0D0D3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2:08.685" v="66"/>
          <ac:spMkLst>
            <pc:docMk/>
            <pc:sldMk cId="1262503118" sldId="262"/>
            <ac:spMk id="14" creationId="{16B428A6-36D0-5F07-6FBB-5B9D5AA41FC2}"/>
          </ac:spMkLst>
        </pc:spChg>
      </pc:sldChg>
      <pc:sldChg chg="modSp add">
        <pc:chgData name="Sládeček David" userId="S::sladecek@hradebni.cz::474d93f0-3a32-49cc-b837-47806091b590" providerId="AD" clId="Web-{00000000-0000-0000-0000-000000000000}" dt="2026-09-03T05:51:16.137" v="46" actId="14100"/>
        <pc:sldMkLst>
          <pc:docMk/>
          <pc:sldMk cId="1173668495" sldId="263"/>
        </pc:sldMkLst>
        <pc:spChg chg="mod">
          <ac:chgData name="Sládeček David" userId="S::sladecek@hradebni.cz::474d93f0-3a32-49cc-b837-47806091b590" providerId="AD" clId="Web-{00000000-0000-0000-0000-000000000000}" dt="2026-09-03T05:51:02.464" v="40" actId="1076"/>
          <ac:spMkLst>
            <pc:docMk/>
            <pc:sldMk cId="1173668495" sldId="263"/>
            <ac:spMk id="3" creationId="{F83FABB2-5431-7E25-103C-0DBA801316E5}"/>
          </ac:spMkLst>
        </pc:spChg>
        <pc:spChg chg="mod">
          <ac:chgData name="Sládeček David" userId="S::sladecek@hradebni.cz::474d93f0-3a32-49cc-b837-47806091b590" providerId="AD" clId="Web-{00000000-0000-0000-0000-000000000000}" dt="2026-09-03T05:51:16.137" v="46" actId="14100"/>
          <ac:spMkLst>
            <pc:docMk/>
            <pc:sldMk cId="1173668495" sldId="263"/>
            <ac:spMk id="6" creationId="{68B80F48-1817-4E50-94ED-B60338D04874}"/>
          </ac:spMkLst>
        </pc:spChg>
        <pc:spChg chg="mod">
          <ac:chgData name="Sládeček David" userId="S::sladecek@hradebni.cz::474d93f0-3a32-49cc-b837-47806091b590" providerId="AD" clId="Web-{00000000-0000-0000-0000-000000000000}" dt="2026-09-03T05:51:13.480" v="45" actId="1076"/>
          <ac:spMkLst>
            <pc:docMk/>
            <pc:sldMk cId="1173668495" sldId="263"/>
            <ac:spMk id="9" creationId="{AB913AF6-3D30-CB01-9514-8ED23AC5BBFB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1:04.136" v="41" actId="1076"/>
          <ac:picMkLst>
            <pc:docMk/>
            <pc:sldMk cId="1173668495" sldId="263"/>
            <ac:picMk id="11" creationId="{1529A3CD-B41B-B73A-2FB7-E3ECBBA3BC4A}"/>
          </ac:picMkLst>
        </pc:picChg>
      </pc:sldChg>
      <pc:sldChg chg="modSp del mod modClrScheme chgLayout">
        <pc:chgData name="Sládeček David" userId="S::sladecek@hradebni.cz::474d93f0-3a32-49cc-b837-47806091b590" providerId="AD" clId="Web-{00000000-0000-0000-0000-000000000000}" dt="2026-09-03T05:49:30.836" v="21"/>
        <pc:sldMkLst>
          <pc:docMk/>
          <pc:sldMk cId="3272182977" sldId="263"/>
        </pc:sldMkLst>
        <pc:spChg chg="mod ord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3272182977" sldId="263"/>
            <ac:spMk id="2" creationId="{3ACA2E4A-524A-6EF8-964B-367E49D609A1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6:38.919" v="0"/>
          <ac:picMkLst>
            <pc:docMk/>
            <pc:sldMk cId="3272182977" sldId="263"/>
            <ac:picMk id="1028" creationId="{DC2D4DE4-CC62-8241-E91D-8E3A1976300A}"/>
          </ac:picMkLst>
        </pc:picChg>
      </pc:sldChg>
      <pc:sldChg chg="modSp del mod modClrScheme chgLayout">
        <pc:chgData name="Sládeček David" userId="S::sladecek@hradebni.cz::474d93f0-3a32-49cc-b837-47806091b590" providerId="AD" clId="Web-{00000000-0000-0000-0000-000000000000}" dt="2026-09-03T05:49:32.930" v="22"/>
        <pc:sldMkLst>
          <pc:docMk/>
          <pc:sldMk cId="2356649969" sldId="264"/>
        </pc:sldMkLst>
        <pc:spChg chg="mod ord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2356649969" sldId="264"/>
            <ac:spMk id="2" creationId="{188FCD09-0115-97AC-3DAF-2B8D0F52D97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38.919" v="0"/>
          <ac:spMkLst>
            <pc:docMk/>
            <pc:sldMk cId="2356649969" sldId="264"/>
            <ac:spMk id="3" creationId="{370C2056-C15E-00EF-A4EF-E85D18AB7073}"/>
          </ac:spMkLst>
        </pc:spChg>
      </pc:sldChg>
      <pc:sldChg chg="modSp add">
        <pc:chgData name="Sládeček David" userId="S::sladecek@hradebni.cz::474d93f0-3a32-49cc-b837-47806091b590" providerId="AD" clId="Web-{00000000-0000-0000-0000-000000000000}" dt="2026-09-03T05:51:23.356" v="48" actId="1076"/>
        <pc:sldMkLst>
          <pc:docMk/>
          <pc:sldMk cId="3106895086" sldId="264"/>
        </pc:sldMkLst>
        <pc:spChg chg="mod">
          <ac:chgData name="Sládeček David" userId="S::sladecek@hradebni.cz::474d93f0-3a32-49cc-b837-47806091b590" providerId="AD" clId="Web-{00000000-0000-0000-0000-000000000000}" dt="2026-09-03T05:51:23.356" v="48" actId="1076"/>
          <ac:spMkLst>
            <pc:docMk/>
            <pc:sldMk cId="3106895086" sldId="264"/>
            <ac:spMk id="10" creationId="{D4CB42E4-FC86-E6C6-5BCA-CB818BC06819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1:20.621" v="47" actId="1076"/>
          <ac:picMkLst>
            <pc:docMk/>
            <pc:sldMk cId="3106895086" sldId="264"/>
            <ac:picMk id="5" creationId="{9E3416F5-BC15-3EFB-C128-FDA975C5B559}"/>
          </ac:picMkLst>
        </pc:picChg>
      </pc:sldChg>
      <pc:sldChg chg="addSp modSp add mod setBg modClrScheme chgLayout">
        <pc:chgData name="Sládeček David" userId="S::sladecek@hradebni.cz::474d93f0-3a32-49cc-b837-47806091b590" providerId="AD" clId="Web-{00000000-0000-0000-0000-000000000000}" dt="2026-09-03T05:51:28.450" v="49"/>
        <pc:sldMkLst>
          <pc:docMk/>
          <pc:sldMk cId="1590376524" sldId="265"/>
        </pc:sldMkLst>
        <pc:spChg chg="mod">
          <ac:chgData name="Sládeček David" userId="S::sladecek@hradebni.cz::474d93f0-3a32-49cc-b837-47806091b590" providerId="AD" clId="Web-{00000000-0000-0000-0000-000000000000}" dt="2026-09-03T05:51:28.450" v="49"/>
          <ac:spMkLst>
            <pc:docMk/>
            <pc:sldMk cId="1590376524" sldId="265"/>
            <ac:spMk id="2" creationId="{9A2A0B4C-24B1-9E3A-9D09-127824EE66E4}"/>
          </ac:spMkLst>
        </pc:spChg>
        <pc:spChg chg="mod">
          <ac:chgData name="Sládeček David" userId="S::sladecek@hradebni.cz::474d93f0-3a32-49cc-b837-47806091b590" providerId="AD" clId="Web-{00000000-0000-0000-0000-000000000000}" dt="2026-09-03T05:51:28.450" v="49"/>
          <ac:spMkLst>
            <pc:docMk/>
            <pc:sldMk cId="1590376524" sldId="265"/>
            <ac:spMk id="3" creationId="{7643F146-C310-245D-A3B7-EA0B0FF5DF1E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28.450" v="49"/>
          <ac:spMkLst>
            <pc:docMk/>
            <pc:sldMk cId="1590376524" sldId="265"/>
            <ac:spMk id="10" creationId="{0D52BCAF-1B9E-1A27-EBEA-2BB0CCA7EA5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28.450" v="49"/>
          <ac:spMkLst>
            <pc:docMk/>
            <pc:sldMk cId="1590376524" sldId="265"/>
            <ac:spMk id="12" creationId="{BC8CC73B-5C0B-0D68-3EE4-87FD19C9B60D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28.450" v="49"/>
          <ac:spMkLst>
            <pc:docMk/>
            <pc:sldMk cId="1590376524" sldId="265"/>
            <ac:spMk id="14" creationId="{663C2242-0964-99CD-AE1D-D4F68EAAF325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1:28.450" v="49"/>
          <ac:picMkLst>
            <pc:docMk/>
            <pc:sldMk cId="1590376524" sldId="265"/>
            <ac:picMk id="5" creationId="{BBEC09C3-AD0D-A1BE-6959-7536AB5155D5}"/>
          </ac:picMkLst>
        </pc:picChg>
      </pc:sldChg>
      <pc:sldChg chg="addSp modSp add mod modClrScheme chgLayout">
        <pc:chgData name="Sládeček David" userId="S::sladecek@hradebni.cz::474d93f0-3a32-49cc-b837-47806091b590" providerId="AD" clId="Web-{00000000-0000-0000-0000-000000000000}" dt="2026-09-03T05:51:37.075" v="50"/>
        <pc:sldMkLst>
          <pc:docMk/>
          <pc:sldMk cId="2827973445" sldId="266"/>
        </pc:sldMkLst>
        <pc:spChg chg="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2" creationId="{A7219448-ECB7-F7AC-7748-6A8BEFF61D96}"/>
          </ac:spMkLst>
        </pc:spChg>
        <pc:spChg chg="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3" creationId="{36526F08-8D44-B3C6-1137-0E8B6E79CA3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8" creationId="{DEE65DD2-2E87-A4FD-6BFF-7B175E27BD1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10" creationId="{980C2229-78CE-7B4D-7B05-F15DBACC268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12" creationId="{1A0F833D-32AA-E0F0-4B9F-1A8A6C8E48C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37.075" v="50"/>
          <ac:spMkLst>
            <pc:docMk/>
            <pc:sldMk cId="2827973445" sldId="266"/>
            <ac:spMk id="14" creationId="{BAC8958D-77D8-279B-410D-2B3CE6686F9E}"/>
          </ac:spMkLst>
        </pc:spChg>
      </pc:sldChg>
      <pc:sldChg chg="addSp modSp add mod setBg modClrScheme chgLayout">
        <pc:chgData name="Sládeček David" userId="S::sladecek@hradebni.cz::474d93f0-3a32-49cc-b837-47806091b590" providerId="AD" clId="Web-{00000000-0000-0000-0000-000000000000}" dt="2026-09-03T05:51:43.981" v="51"/>
        <pc:sldMkLst>
          <pc:docMk/>
          <pc:sldMk cId="594673264" sldId="267"/>
        </pc:sldMkLst>
        <pc:spChg chg="mod">
          <ac:chgData name="Sládeček David" userId="S::sladecek@hradebni.cz::474d93f0-3a32-49cc-b837-47806091b590" providerId="AD" clId="Web-{00000000-0000-0000-0000-000000000000}" dt="2026-09-03T05:51:43.981" v="51"/>
          <ac:spMkLst>
            <pc:docMk/>
            <pc:sldMk cId="594673264" sldId="267"/>
            <ac:spMk id="2" creationId="{9862A455-B753-EA5A-0313-9A6CCF66F58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51:43.981" v="51"/>
          <ac:spMkLst>
            <pc:docMk/>
            <pc:sldMk cId="594673264" sldId="267"/>
            <ac:spMk id="3" creationId="{DDE29143-122D-11E0-B9F0-4DE588F27D7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43.981" v="51"/>
          <ac:spMkLst>
            <pc:docMk/>
            <pc:sldMk cId="594673264" sldId="267"/>
            <ac:spMk id="10" creationId="{74B9F6B1-4DEE-765F-C389-9392A60666A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43.981" v="51"/>
          <ac:spMkLst>
            <pc:docMk/>
            <pc:sldMk cId="594673264" sldId="267"/>
            <ac:spMk id="12" creationId="{6A8CF448-B90D-6A39-4449-2241944EA046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43.981" v="51"/>
          <ac:spMkLst>
            <pc:docMk/>
            <pc:sldMk cId="594673264" sldId="267"/>
            <ac:spMk id="14" creationId="{468ABD20-6DE2-1A4D-F084-E98BC4172EC5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51:43.981" v="51"/>
          <ac:picMkLst>
            <pc:docMk/>
            <pc:sldMk cId="594673264" sldId="267"/>
            <ac:picMk id="5" creationId="{20C4E8B7-EE70-CAF8-2FC0-3E476F1893BE}"/>
          </ac:picMkLst>
        </pc:picChg>
      </pc:sldChg>
      <pc:sldChg chg="addSp delSp modSp add mod setBg modClrScheme chgLayout">
        <pc:chgData name="Sládeček David" userId="S::sladecek@hradebni.cz::474d93f0-3a32-49cc-b837-47806091b590" providerId="AD" clId="Web-{00000000-0000-0000-0000-000000000000}" dt="2026-09-03T05:52:03.654" v="65" actId="1076"/>
        <pc:sldMkLst>
          <pc:docMk/>
          <pc:sldMk cId="3174130932" sldId="268"/>
        </pc:sldMkLst>
        <pc:spChg chg="mod">
          <ac:chgData name="Sládeček David" userId="S::sladecek@hradebni.cz::474d93f0-3a32-49cc-b837-47806091b590" providerId="AD" clId="Web-{00000000-0000-0000-0000-000000000000}" dt="2026-09-03T05:51:54.075" v="54"/>
          <ac:spMkLst>
            <pc:docMk/>
            <pc:sldMk cId="3174130932" sldId="268"/>
            <ac:spMk id="2" creationId="{594FE660-B63B-5EE4-AFC3-2E206F86886D}"/>
          </ac:spMkLst>
        </pc:spChg>
        <pc:spChg chg="mod">
          <ac:chgData name="Sládeček David" userId="S::sladecek@hradebni.cz::474d93f0-3a32-49cc-b837-47806091b590" providerId="AD" clId="Web-{00000000-0000-0000-0000-000000000000}" dt="2026-09-03T05:51:54.075" v="54"/>
          <ac:spMkLst>
            <pc:docMk/>
            <pc:sldMk cId="3174130932" sldId="268"/>
            <ac:spMk id="3" creationId="{A9E4F010-873E-C49B-B0D0-71ECD1556C9B}"/>
          </ac:spMkLst>
        </pc:spChg>
        <pc:spChg chg="add del mod">
          <ac:chgData name="Sládeček David" userId="S::sladecek@hradebni.cz::474d93f0-3a32-49cc-b837-47806091b590" providerId="AD" clId="Web-{00000000-0000-0000-0000-000000000000}" dt="2026-09-03T05:51:56.451" v="55"/>
          <ac:spMkLst>
            <pc:docMk/>
            <pc:sldMk cId="3174130932" sldId="268"/>
            <ac:spMk id="8" creationId="{AFAE6FFE-8CE4-B246-DCB0-A317B489DAC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54.075" v="54"/>
          <ac:spMkLst>
            <pc:docMk/>
            <pc:sldMk cId="3174130932" sldId="268"/>
            <ac:spMk id="10" creationId="{18712595-9D77-9A9E-5D68-56710291F6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54.075" v="54"/>
          <ac:spMkLst>
            <pc:docMk/>
            <pc:sldMk cId="3174130932" sldId="268"/>
            <ac:spMk id="12" creationId="{73899356-9FB9-53D1-C57A-7D0B46A5E63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51:54.075" v="54"/>
          <ac:spMkLst>
            <pc:docMk/>
            <pc:sldMk cId="3174130932" sldId="268"/>
            <ac:spMk id="14" creationId="{785B33AA-483E-5A1F-8AC0-CF0090C2FB91}"/>
          </ac:spMkLst>
        </pc:spChg>
        <pc:picChg chg="add mod ord modCrop">
          <ac:chgData name="Sládeček David" userId="S::sladecek@hradebni.cz::474d93f0-3a32-49cc-b837-47806091b590" providerId="AD" clId="Web-{00000000-0000-0000-0000-000000000000}" dt="2026-09-03T05:52:03.654" v="65" actId="1076"/>
          <ac:picMkLst>
            <pc:docMk/>
            <pc:sldMk cId="3174130932" sldId="268"/>
            <ac:picMk id="4" creationId="{CD8AD0C1-8C39-1DD1-FE0D-679D7A02AE1D}"/>
          </ac:picMkLst>
        </pc:picChg>
        <pc:picChg chg="del">
          <ac:chgData name="Sládeček David" userId="S::sladecek@hradebni.cz::474d93f0-3a32-49cc-b837-47806091b590" providerId="AD" clId="Web-{00000000-0000-0000-0000-000000000000}" dt="2026-09-03T05:51:51.216" v="52"/>
          <ac:picMkLst>
            <pc:docMk/>
            <pc:sldMk cId="3174130932" sldId="268"/>
            <ac:picMk id="5" creationId="{6C19B03E-465D-63ED-1781-83A032CAC45D}"/>
          </ac:picMkLst>
        </pc:picChg>
        <pc:picChg chg="add mod modCrop">
          <ac:chgData name="Sládeček David" userId="S::sladecek@hradebni.cz::474d93f0-3a32-49cc-b837-47806091b590" providerId="AD" clId="Web-{00000000-0000-0000-0000-000000000000}" dt="2026-09-03T05:52:01.841" v="64" actId="1076"/>
          <ac:picMkLst>
            <pc:docMk/>
            <pc:sldMk cId="3174130932" sldId="268"/>
            <ac:picMk id="6" creationId="{8CE55C80-C37D-F518-60F3-8965FCD9BF88}"/>
          </ac:picMkLst>
        </pc:picChg>
        <pc:picChg chg="del">
          <ac:chgData name="Sládeček David" userId="S::sladecek@hradebni.cz::474d93f0-3a32-49cc-b837-47806091b590" providerId="AD" clId="Web-{00000000-0000-0000-0000-000000000000}" dt="2026-09-03T05:51:51.216" v="53"/>
          <ac:picMkLst>
            <pc:docMk/>
            <pc:sldMk cId="3174130932" sldId="268"/>
            <ac:picMk id="7" creationId="{AE02F2B5-4C86-FD46-1156-685FD5BD4FA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6:38.919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6:38.919" v="0"/>
        <pc:sldMasterMkLst>
          <pc:docMk/>
          <pc:sldMasterMk cId="185077551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3494126052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3261730842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4291506648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2368789169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2649924659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865434837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3939658114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827620974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3816273355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233648630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6:38.919" v="0"/>
          <pc:sldLayoutMkLst>
            <pc:docMk/>
            <pc:sldMasterMk cId="1850775517" sldId="2147483728"/>
            <pc:sldLayoutMk cId="1700450492" sldId="214748373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19CD6-A7A2-478E-9294-6B57494289C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561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26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3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0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78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2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43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5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2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7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8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77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C90CD6-0E54-5071-9182-36048610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/>
          <a:p>
            <a:r>
              <a:rPr lang="cs-CZ" b="1" cap="all" dirty="0"/>
              <a:t>Formulářové aplikace, vizuální prvky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E364F67-BE5F-AA7F-9525-0F7D636F3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/>
          <a:p>
            <a:r>
              <a:rPr lang="cs-CZ" b="0"/>
              <a:t>Programování</a:t>
            </a:r>
          </a:p>
          <a:p>
            <a:endParaRPr lang="cs-CZ" b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FDC7AD9-C190-49B7-247A-4EE37968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2E23C57-FA6D-4949-BD25-F611567BFED6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5450B6A-83F6-0FD3-7E2C-42981CDD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472D1-C66A-126E-DCD6-4A37EB6D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1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62AE22-0694-645D-7621-2B81342E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 dirty="0"/>
              <a:t>Formulářová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83BEE7-C503-E81F-F62A-9DBFD32D4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/>
              <a:t>Projekt jazyka C#.NET umožňující vytvářet desktopové aplikace pro platformu Windows</a:t>
            </a:r>
          </a:p>
          <a:p>
            <a:pPr>
              <a:lnSpc>
                <a:spcPct val="110000"/>
              </a:lnSpc>
            </a:pPr>
            <a:r>
              <a:rPr lang="cs-CZ" sz="1800"/>
              <a:t>Návrh aplikací je zjednodušen pomocí grafického návrháře</a:t>
            </a:r>
          </a:p>
          <a:p>
            <a:pPr lvl="1">
              <a:lnSpc>
                <a:spcPct val="110000"/>
              </a:lnSpc>
            </a:pPr>
            <a:r>
              <a:rPr lang="cs-CZ" sz="1800"/>
              <a:t>Při návrhu vidíme reálnou podobu výsledné aplikace</a:t>
            </a:r>
          </a:p>
          <a:p>
            <a:pPr lvl="1">
              <a:lnSpc>
                <a:spcPct val="110000"/>
              </a:lnSpc>
            </a:pPr>
            <a:r>
              <a:rPr lang="cs-CZ" sz="1800"/>
              <a:t>Kód přidávající komponenty je generován automaticky</a:t>
            </a:r>
          </a:p>
          <a:p>
            <a:pPr lvl="1">
              <a:lnSpc>
                <a:spcPct val="110000"/>
              </a:lnSpc>
            </a:pPr>
            <a:r>
              <a:rPr lang="cs-CZ" sz="1800"/>
              <a:t>Designer nabízí širokou paletu komponent, které lze ve formuláři využít</a:t>
            </a:r>
          </a:p>
          <a:p>
            <a:pPr lvl="1">
              <a:lnSpc>
                <a:spcPct val="110000"/>
              </a:lnSpc>
            </a:pPr>
            <a:r>
              <a:rPr lang="cs-CZ" sz="1800"/>
              <a:t>Každá lze v sekci vlastností editovat – text, velikost, zobrazení, …</a:t>
            </a:r>
          </a:p>
          <a:p>
            <a:pPr lvl="1">
              <a:lnSpc>
                <a:spcPct val="110000"/>
              </a:lnSpc>
            </a:pPr>
            <a:r>
              <a:rPr lang="cs-CZ" sz="1800"/>
              <a:t>Vkládat komponenty lze jednoduchým drag and drop systémem</a:t>
            </a:r>
          </a:p>
          <a:p>
            <a:pPr>
              <a:lnSpc>
                <a:spcPct val="110000"/>
              </a:lnSpc>
            </a:pPr>
            <a:r>
              <a:rPr lang="cs-CZ" sz="1800"/>
              <a:t>Pokud chceme aplikaci s více formulářovými okny, lze každé modelovat zvlášť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D69BD06-58B6-180F-7CF3-745EC74E7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52090A1F-6E71-5442-B16C-F794D904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A4C5E84-AC64-4C81-B073-7CEC3EE9EF17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811C89F4-E22A-33E8-0885-2CAA0DBE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2DE99A15-8AD8-1100-02AF-9B28FD4F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5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2A39BB-5EC1-8A5E-1CB6-8D926D04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/>
              <a:t>Formulářová aplikace – VS 2022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759F9A-43C6-3FB2-1809-69AF36287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dirty="0"/>
              <a:t>Sada nástrojů</a:t>
            </a:r>
          </a:p>
          <a:p>
            <a:r>
              <a:rPr lang="cs-CZ" dirty="0"/>
              <a:t>Návrhář</a:t>
            </a:r>
          </a:p>
          <a:p>
            <a:r>
              <a:rPr lang="cs-CZ" dirty="0"/>
              <a:t>Okno vlastností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92B5F34-20AD-D046-DF88-57652952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" r="4" b="9999"/>
          <a:stretch>
            <a:fillRect/>
          </a:stretch>
        </p:blipFill>
        <p:spPr>
          <a:xfrm>
            <a:off x="6172200" y="2849526"/>
            <a:ext cx="5105400" cy="3210480"/>
          </a:xfrm>
          <a:prstGeom prst="rect">
            <a:avLst/>
          </a:prstGeom>
          <a:noFill/>
        </p:spPr>
      </p:pic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FCA6BCE-220F-4134-DFDD-3A994EC4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E60276A-0076-4391-B197-34BB3CE1685B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44537B3-8871-7F86-7683-6FBD7D55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7FE75EBC-3F62-603E-6955-FDBF3DC3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1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4C8960B-B79E-7406-467B-03941599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53040" cy="720210"/>
          </a:xfrm>
        </p:spPr>
        <p:txBody>
          <a:bodyPr/>
          <a:lstStyle/>
          <a:p>
            <a:r>
              <a:rPr lang="cs-CZ" dirty="0"/>
              <a:t>Zdrojový kód formulářové aplikace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7A99EC3-5011-DEE6-98C8-8B2F03F0E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097686"/>
            <a:ext cx="5105400" cy="3210479"/>
          </a:xfrm>
        </p:spPr>
        <p:txBody>
          <a:bodyPr/>
          <a:lstStyle/>
          <a:p>
            <a:r>
              <a:rPr lang="cs-CZ" dirty="0"/>
              <a:t>Implementace obslužných funkcí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65D73A9-94A9-6163-054F-66A22E15A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1080" y="2097686"/>
            <a:ext cx="5105400" cy="3210480"/>
          </a:xfrm>
        </p:spPr>
        <p:txBody>
          <a:bodyPr/>
          <a:lstStyle/>
          <a:p>
            <a:r>
              <a:rPr lang="cs-CZ" dirty="0"/>
              <a:t>Návrh a rozložení komponent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20D0D03-8A4B-123E-7CBC-8E5DB8368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93"/>
          <a:stretch/>
        </p:blipFill>
        <p:spPr>
          <a:xfrm>
            <a:off x="916997" y="2675262"/>
            <a:ext cx="4313864" cy="3124200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21F69D2A-31C3-7420-E3A2-7BF460F0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523" y="2507615"/>
            <a:ext cx="52578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7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2470A828-9B17-E19F-1FD7-3213C539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Class</a:t>
            </a:r>
            <a:r>
              <a:rPr lang="cs-CZ" dirty="0"/>
              <a:t> </a:t>
            </a:r>
            <a:r>
              <a:rPr lang="cs-CZ" dirty="0" err="1"/>
              <a:t>Form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E55A303-31B0-6FAE-A562-84622071C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Třída reprezentující dialogové okno formulářové aplikace</a:t>
            </a:r>
          </a:p>
          <a:p>
            <a:r>
              <a:rPr lang="cs-CZ" dirty="0"/>
              <a:t>Formulářové okno tvoří ovládací rozhraní aplikace</a:t>
            </a:r>
          </a:p>
          <a:p>
            <a:r>
              <a:rPr lang="cs-CZ" dirty="0"/>
              <a:t>Instance třídy </a:t>
            </a:r>
            <a:r>
              <a:rPr lang="cs-CZ" dirty="0" err="1"/>
              <a:t>Form</a:t>
            </a:r>
            <a:r>
              <a:rPr lang="cs-CZ" dirty="0"/>
              <a:t> nám reprezentuje libovolné okno aplikace:</a:t>
            </a:r>
          </a:p>
          <a:p>
            <a:pPr lvl="1"/>
            <a:r>
              <a:rPr lang="cs-CZ" dirty="0"/>
              <a:t>Nástrojový dialog</a:t>
            </a:r>
          </a:p>
          <a:p>
            <a:pPr lvl="1"/>
            <a:r>
              <a:rPr lang="cs-CZ" dirty="0"/>
              <a:t>Bez rámování (</a:t>
            </a:r>
            <a:r>
              <a:rPr lang="cs-CZ" dirty="0" err="1"/>
              <a:t>borderless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Plovoucí okno</a:t>
            </a:r>
          </a:p>
          <a:p>
            <a:r>
              <a:rPr lang="cs-CZ" dirty="0"/>
              <a:t>Formulářové okno je rovněž komponentou WFA se svými vlastnostmi</a:t>
            </a:r>
          </a:p>
          <a:p>
            <a:pPr lvl="1"/>
            <a:r>
              <a:rPr lang="cs-CZ" dirty="0"/>
              <a:t>Pozice, velikost, barva, …</a:t>
            </a:r>
          </a:p>
        </p:txBody>
      </p:sp>
    </p:spTree>
    <p:extLst>
      <p:ext uri="{BB962C8B-B14F-4D97-AF65-F5344CB8AC3E}">
        <p14:creationId xmlns:p14="http://schemas.microsoft.com/office/powerpoint/2010/main" val="171292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62C537-EDE2-72C0-BAB9-5AA5F76C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/>
              <a:t>Základní komponenty - připomenutí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2B69EE-E5A0-5520-D12F-B0DDA0735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600"/>
              <a:t>Komponenty lze dělit na vstupní, výstupní a akční</a:t>
            </a:r>
          </a:p>
          <a:p>
            <a:pPr>
              <a:lnSpc>
                <a:spcPct val="110000"/>
              </a:lnSpc>
            </a:pPr>
            <a:r>
              <a:rPr lang="cs-CZ" sz="1600"/>
              <a:t>Při návrhu se snažíme přemýšlet na reálným používáním aplikace</a:t>
            </a:r>
          </a:p>
          <a:p>
            <a:pPr>
              <a:lnSpc>
                <a:spcPct val="110000"/>
              </a:lnSpc>
            </a:pPr>
            <a:r>
              <a:rPr lang="cs-CZ" sz="1600"/>
              <a:t>Aplikace by měla být dostatečně intuitivní pro používání</a:t>
            </a:r>
          </a:p>
          <a:p>
            <a:pPr>
              <a:lnSpc>
                <a:spcPct val="110000"/>
              </a:lnSpc>
            </a:pPr>
            <a:r>
              <a:rPr lang="cs-CZ" sz="1600"/>
              <a:t>Uživateli by se nikdy neměla zobrazovat klamavá informace</a:t>
            </a:r>
          </a:p>
          <a:p>
            <a:pPr>
              <a:lnSpc>
                <a:spcPct val="110000"/>
              </a:lnSpc>
            </a:pPr>
            <a:r>
              <a:rPr lang="cs-CZ" sz="1600"/>
              <a:t>Pokud nechceme uživatele spamovat vyskakovacími okny, lze využít </a:t>
            </a:r>
            <a:r>
              <a:rPr lang="cs-CZ" sz="1600" err="1"/>
              <a:t>tooltip</a:t>
            </a:r>
            <a:r>
              <a:rPr lang="cs-CZ" sz="1600"/>
              <a:t> nebo </a:t>
            </a:r>
            <a:r>
              <a:rPr lang="cs-CZ" sz="1600" err="1"/>
              <a:t>placeholder</a:t>
            </a:r>
            <a:endParaRPr lang="cs-CZ" sz="1600"/>
          </a:p>
          <a:p>
            <a:pPr marL="0" indent="0">
              <a:lnSpc>
                <a:spcPct val="110000"/>
              </a:lnSpc>
              <a:buNone/>
            </a:pPr>
            <a:endParaRPr lang="cs-CZ" sz="1600"/>
          </a:p>
          <a:p>
            <a:pPr>
              <a:lnSpc>
                <a:spcPct val="110000"/>
              </a:lnSpc>
            </a:pPr>
            <a:endParaRPr lang="cs-CZ" sz="160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6B6A573-D75F-E8D3-CDDE-584063D42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204" y="837846"/>
            <a:ext cx="2677232" cy="5222160"/>
          </a:xfrm>
          <a:prstGeom prst="rect">
            <a:avLst/>
          </a:prstGeom>
          <a:noFill/>
        </p:spPr>
      </p:pic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A10DB79A-931B-98A4-9E58-7C9BEE41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0E4ABE5-F092-4341-9F0C-73E7C26BD839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1F6986AC-1A01-2169-EA3F-4D5F9538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14E8F457-9F0A-FD4A-1C9B-01EF80F4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9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8ABB2A-867C-2BFF-172A-E77968ED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Uživatelská nabídka a status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3FABB2-5431-7E25-103C-0DBA80131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244211"/>
            <a:ext cx="10363200" cy="3382658"/>
          </a:xfrm>
        </p:spPr>
        <p:txBody>
          <a:bodyPr/>
          <a:lstStyle/>
          <a:p>
            <a:r>
              <a:rPr lang="cs-CZ" dirty="0"/>
              <a:t>Standartní ovládací prvek u většiny desktopových aplikací</a:t>
            </a:r>
          </a:p>
          <a:p>
            <a:r>
              <a:rPr lang="cs-CZ" dirty="0"/>
              <a:t>Komponenty </a:t>
            </a:r>
            <a:r>
              <a:rPr lang="cs-CZ" b="1" dirty="0" err="1"/>
              <a:t>MenuStrip</a:t>
            </a:r>
            <a:r>
              <a:rPr lang="cs-CZ" dirty="0"/>
              <a:t>, </a:t>
            </a:r>
            <a:r>
              <a:rPr lang="cs-CZ" b="1" dirty="0" err="1"/>
              <a:t>StatusStrip</a:t>
            </a:r>
            <a:endParaRPr lang="cs-CZ" b="1" dirty="0"/>
          </a:p>
          <a:p>
            <a:endParaRPr lang="cs-CZ" dirty="0"/>
          </a:p>
        </p:txBody>
      </p:sp>
      <p:sp>
        <p:nvSpPr>
          <p:cNvPr id="6" name="Šipka: doprava 5">
            <a:extLst>
              <a:ext uri="{FF2B5EF4-FFF2-40B4-BE49-F238E27FC236}">
                <a16:creationId xmlns:a16="http://schemas.microsoft.com/office/drawing/2014/main" id="{68B80F48-1817-4E50-94ED-B60338D04874}"/>
              </a:ext>
            </a:extLst>
          </p:cNvPr>
          <p:cNvSpPr/>
          <p:nvPr/>
        </p:nvSpPr>
        <p:spPr>
          <a:xfrm flipH="1">
            <a:off x="6642555" y="3006754"/>
            <a:ext cx="3597639" cy="1087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MenuStrip</a:t>
            </a:r>
            <a:endParaRPr lang="cs-CZ" dirty="0"/>
          </a:p>
        </p:txBody>
      </p:sp>
      <p:sp>
        <p:nvSpPr>
          <p:cNvPr id="9" name="Šipka: doprava 8">
            <a:extLst>
              <a:ext uri="{FF2B5EF4-FFF2-40B4-BE49-F238E27FC236}">
                <a16:creationId xmlns:a16="http://schemas.microsoft.com/office/drawing/2014/main" id="{AB913AF6-3D30-CB01-9514-8ED23AC5BBFB}"/>
              </a:ext>
            </a:extLst>
          </p:cNvPr>
          <p:cNvSpPr/>
          <p:nvPr/>
        </p:nvSpPr>
        <p:spPr>
          <a:xfrm flipH="1">
            <a:off x="6642554" y="5779100"/>
            <a:ext cx="3597639" cy="1077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StatusStrip</a:t>
            </a:r>
            <a:endParaRPr lang="cs-CZ"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1529A3CD-B41B-B73A-2FB7-E3ECBBA3B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227" y="3270464"/>
            <a:ext cx="4494043" cy="336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6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8ABB2A-867C-2BFF-172A-E77968ED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Uživatelská nabídka a status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3FABB2-5431-7E25-103C-0DBA8013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Obě komponenty </a:t>
            </a:r>
            <a:r>
              <a:rPr lang="cs-CZ" dirty="0" err="1"/>
              <a:t>MenuStrip</a:t>
            </a:r>
            <a:r>
              <a:rPr lang="cs-CZ" dirty="0"/>
              <a:t> a </a:t>
            </a:r>
            <a:r>
              <a:rPr lang="cs-CZ" dirty="0" err="1"/>
              <a:t>StatusStrip</a:t>
            </a:r>
            <a:r>
              <a:rPr lang="cs-CZ" dirty="0"/>
              <a:t> lze nahradit komponentou </a:t>
            </a:r>
            <a:r>
              <a:rPr lang="cs-CZ" b="1" dirty="0" err="1"/>
              <a:t>ToolStrip</a:t>
            </a:r>
            <a:r>
              <a:rPr lang="cs-CZ" dirty="0"/>
              <a:t>, která může dvě samostatné komponenty nahradit</a:t>
            </a:r>
          </a:p>
          <a:p>
            <a:r>
              <a:rPr lang="cs-CZ" dirty="0"/>
              <a:t>Jednotlivé komponenty, které se těchto </a:t>
            </a:r>
            <a:r>
              <a:rPr lang="cs-CZ" dirty="0" err="1"/>
              <a:t>strip</a:t>
            </a:r>
            <a:r>
              <a:rPr lang="cs-CZ" dirty="0"/>
              <a:t> komponent vkládají se chovají jako běžné komponenty – vlastnosti, obslužné metody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3416F5-BC15-3EFB-C128-FDA975C5B5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91" b="9910"/>
          <a:stretch/>
        </p:blipFill>
        <p:spPr>
          <a:xfrm>
            <a:off x="2142797" y="4585585"/>
            <a:ext cx="4907373" cy="1635334"/>
          </a:xfrm>
          <a:prstGeom prst="rect">
            <a:avLst/>
          </a:prstGeom>
        </p:spPr>
      </p:pic>
      <p:sp>
        <p:nvSpPr>
          <p:cNvPr id="10" name="Šipka: doprava 9">
            <a:extLst>
              <a:ext uri="{FF2B5EF4-FFF2-40B4-BE49-F238E27FC236}">
                <a16:creationId xmlns:a16="http://schemas.microsoft.com/office/drawing/2014/main" id="{D4CB42E4-FC86-E6C6-5BCA-CB818BC06819}"/>
              </a:ext>
            </a:extLst>
          </p:cNvPr>
          <p:cNvSpPr/>
          <p:nvPr/>
        </p:nvSpPr>
        <p:spPr>
          <a:xfrm flipH="1">
            <a:off x="7436250" y="4495800"/>
            <a:ext cx="3597639" cy="14428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ToolStrip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689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2A0B4C-24B1-9E3A-9D09-127824EE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 dirty="0"/>
              <a:t>Formulářová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43F146-C310-245D-A3B7-EA0B0FF5D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 sz="1900"/>
              <a:t>Formulářová okna vytváří prostor (kontejner) pro umístění dalších komponent</a:t>
            </a:r>
          </a:p>
          <a:p>
            <a:r>
              <a:rPr lang="cs-CZ" sz="1900"/>
              <a:t>Při spouštění WFA je z funkce </a:t>
            </a:r>
            <a:r>
              <a:rPr lang="cs-CZ" sz="1900" b="1" err="1"/>
              <a:t>Main</a:t>
            </a:r>
            <a:r>
              <a:rPr lang="cs-CZ" sz="1900" b="1"/>
              <a:t> </a:t>
            </a:r>
            <a:r>
              <a:rPr lang="cs-CZ" sz="1900"/>
              <a:t>voláno hlavní formulářové okno</a:t>
            </a:r>
          </a:p>
          <a:p>
            <a:pPr lvl="1"/>
            <a:r>
              <a:rPr lang="cs-CZ" sz="1900"/>
              <a:t>Defaultně Form1 uložený ve souboru Form1.cs</a:t>
            </a:r>
          </a:p>
          <a:p>
            <a:r>
              <a:rPr lang="cs-CZ" sz="1900"/>
              <a:t>Inicializace výchozího okna je proveden v jeho konstruktoru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BEC09C3-AD0D-A1BE-6959-7536AB51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86963"/>
            <a:ext cx="5105400" cy="2935605"/>
          </a:xfrm>
          <a:prstGeom prst="rect">
            <a:avLst/>
          </a:prstGeom>
          <a:noFill/>
        </p:spPr>
      </p:pic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0D52BCAF-1B9E-1A27-EBEA-2BB0CCA7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7975D4-15F4-417C-8C65-8DB95865F370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8CC73B-5C0B-0D68-3EE4-87FD19C9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63C2242-0964-99CD-AE1D-D4F68EAA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7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19448-ECB7-F7AC-7748-6A8BEFF6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 dirty="0"/>
              <a:t>Modální a dialogová okna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526F08-8D44-B3C6-1137-0E8B6E79C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2200"/>
              <a:t>Ve WFA jsou reprezentována pomocí komponenty </a:t>
            </a:r>
            <a:r>
              <a:rPr lang="cs-CZ" sz="2200" err="1"/>
              <a:t>Form</a:t>
            </a:r>
            <a:endParaRPr lang="cs-CZ" sz="2200"/>
          </a:p>
          <a:p>
            <a:pPr>
              <a:lnSpc>
                <a:spcPct val="110000"/>
              </a:lnSpc>
            </a:pPr>
            <a:r>
              <a:rPr lang="cs-CZ" sz="2200"/>
              <a:t>Slouží jako rozhraní pro ovládání aplikace</a:t>
            </a:r>
          </a:p>
          <a:p>
            <a:pPr>
              <a:lnSpc>
                <a:spcPct val="110000"/>
              </a:lnSpc>
            </a:pPr>
            <a:r>
              <a:rPr lang="cs-CZ" sz="2200"/>
              <a:t>Dialog, který vychází ze třídy </a:t>
            </a:r>
            <a:r>
              <a:rPr lang="cs-CZ" sz="2200" err="1"/>
              <a:t>Form</a:t>
            </a:r>
            <a:r>
              <a:rPr lang="cs-CZ" sz="2200"/>
              <a:t> lze otevřít jako modální nebo dialogové okno</a:t>
            </a:r>
          </a:p>
          <a:p>
            <a:pPr>
              <a:lnSpc>
                <a:spcPct val="110000"/>
              </a:lnSpc>
            </a:pPr>
            <a:r>
              <a:rPr lang="cs-CZ" sz="2200" b="1"/>
              <a:t>Dialogová okna </a:t>
            </a:r>
            <a:r>
              <a:rPr lang="cs-CZ" sz="2200"/>
              <a:t>– po otevření umožňují pokračovat v práci v jiném okně</a:t>
            </a:r>
          </a:p>
          <a:p>
            <a:pPr lvl="1">
              <a:lnSpc>
                <a:spcPct val="110000"/>
              </a:lnSpc>
            </a:pPr>
            <a:r>
              <a:rPr lang="cs-CZ" sz="2200"/>
              <a:t>Otevření pomocí funkce </a:t>
            </a:r>
            <a:r>
              <a:rPr lang="cs-CZ" sz="2200" b="1"/>
              <a:t>Show();</a:t>
            </a:r>
          </a:p>
          <a:p>
            <a:pPr>
              <a:lnSpc>
                <a:spcPct val="110000"/>
              </a:lnSpc>
            </a:pPr>
            <a:r>
              <a:rPr lang="cs-CZ" sz="2200" b="1"/>
              <a:t>Modální okna </a:t>
            </a:r>
            <a:r>
              <a:rPr lang="cs-CZ" sz="2200"/>
              <a:t>– po otevření neumožňují práci v jiném okně</a:t>
            </a:r>
          </a:p>
          <a:p>
            <a:pPr lvl="1">
              <a:lnSpc>
                <a:spcPct val="110000"/>
              </a:lnSpc>
            </a:pPr>
            <a:r>
              <a:rPr lang="cs-CZ" sz="2200"/>
              <a:t>Otevření pomocí funkce </a:t>
            </a:r>
            <a:r>
              <a:rPr lang="cs-CZ" sz="2200" b="1" err="1"/>
              <a:t>ShowDialog</a:t>
            </a:r>
            <a:r>
              <a:rPr lang="cs-CZ" sz="2200" b="1"/>
              <a:t>();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E65DD2-2E87-A4FD-6BFF-7B175E27B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980C2229-78CE-7B4D-7B05-F15DBACC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18556E8-7911-4C97-8FC9-71C097F536D2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A0F833D-32AA-E0F0-4B9F-1A8A6C8E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BAC8958D-77D8-279B-410D-2B3CE668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7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62A455-B753-EA5A-0313-9A6CCF66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/>
              <a:t>Funkce ShowDialog()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0C4E8B7-EE70-CAF8-2FC0-3E476F18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758" y="987425"/>
            <a:ext cx="5101060" cy="4873625"/>
          </a:xfrm>
          <a:prstGeom prst="rect">
            <a:avLst/>
          </a:prstGeom>
          <a:noFill/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E29143-122D-11E0-B9F0-4DE588F27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>
            <a:normAutofit/>
          </a:bodyPr>
          <a:lstStyle/>
          <a:p>
            <a:r>
              <a:rPr lang="cs-CZ"/>
              <a:t>Funkce otevírá dialog jako modální okno</a:t>
            </a:r>
          </a:p>
          <a:p>
            <a:r>
              <a:rPr lang="cs-CZ"/>
              <a:t>Při jeho zavření je zpět do programu vrácena hodnota </a:t>
            </a:r>
            <a:r>
              <a:rPr lang="cs-CZ" b="1" err="1"/>
              <a:t>DialogResult</a:t>
            </a:r>
            <a:endParaRPr lang="cs-CZ" b="1"/>
          </a:p>
          <a:p>
            <a:r>
              <a:rPr lang="cs-CZ" err="1"/>
              <a:t>DialogResult</a:t>
            </a:r>
            <a:r>
              <a:rPr lang="cs-CZ"/>
              <a:t> je výčtovým typem možností výsledků zavření okna</a:t>
            </a:r>
          </a:p>
          <a:p>
            <a:r>
              <a:rPr lang="cs-CZ"/>
              <a:t>V programu lze tento výsledek sledovat a přizpůsobit tomu chování aplikace</a:t>
            </a:r>
          </a:p>
          <a:p>
            <a:endParaRPr lang="cs-CZ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74B9F6B1-4DEE-765F-C389-9392A606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04EC18-9852-48F0-9FEE-FE16E349D4E4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A8CF448-B90D-6A39-4449-2241944E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468ABD20-6DE2-1A4D-F084-E98BC417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4FE660-B63B-5EE4-AFC3-2E206F8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</p:spPr>
        <p:txBody>
          <a:bodyPr>
            <a:normAutofit/>
          </a:bodyPr>
          <a:lstStyle/>
          <a:p>
            <a:r>
              <a:rPr lang="cs-CZ"/>
              <a:t>MesageBox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E4F010-873E-C49B-B0D0-71ECD1556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>
            <a:normAutofit/>
          </a:bodyPr>
          <a:lstStyle/>
          <a:p>
            <a:r>
              <a:rPr lang="cs-CZ"/>
              <a:t>Modální okno, které je uživateli zobrazeno</a:t>
            </a:r>
          </a:p>
          <a:p>
            <a:r>
              <a:rPr lang="cs-CZ"/>
              <a:t>Přestože se jedná o modální okno je voláno pomocí funkce </a:t>
            </a:r>
            <a:r>
              <a:rPr lang="cs-CZ" b="1"/>
              <a:t>Show();</a:t>
            </a:r>
          </a:p>
          <a:p>
            <a:r>
              <a:rPr lang="cs-CZ"/>
              <a:t>Vhodné pro upozornění uživatele při pokusu o destruktivní operaci</a:t>
            </a:r>
          </a:p>
          <a:p>
            <a:r>
              <a:rPr lang="cs-CZ"/>
              <a:t>Dle vstupních parametrů funkce lze upravit podobu MessageBoxu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CD8AD0C1-8C39-1DD1-FE0D-679D7A02AE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-187"/>
          <a:stretch>
            <a:fillRect/>
          </a:stretch>
        </p:blipFill>
        <p:spPr>
          <a:xfrm>
            <a:off x="6090920" y="5131503"/>
            <a:ext cx="5114925" cy="1044286"/>
          </a:xfrm>
          <a:prstGeom prst="rect">
            <a:avLst/>
          </a:prstGeom>
        </p:spPr>
      </p:pic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8712595-9D77-9A9E-5D68-56710291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2ED2395-04DC-47EE-AC4F-8C21E3A2C506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73899356-9FB9-53D1-C57A-7D0B46A5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85B33AA-483E-5A1F-8AC0-CF0090C2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CE55C80-C37D-F518-60F3-8965FCD9B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49"/>
          <a:stretch>
            <a:fillRect/>
          </a:stretch>
        </p:blipFill>
        <p:spPr>
          <a:xfrm>
            <a:off x="6615430" y="1880870"/>
            <a:ext cx="4086866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3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782131-CE5A-E282-A4D7-B63C5455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>
            <a:normAutofit/>
          </a:bodyPr>
          <a:lstStyle/>
          <a:p>
            <a:r>
              <a:rPr lang="cs-CZ" dirty="0"/>
              <a:t>A zase to pojmenování…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E5A970-61BC-14A9-FD57-FA1327ED9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800" dirty="0"/>
              <a:t>Stejně jako proměnné i komponenty (instance objektů) mají své jméno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Pojmenování volíme vhodně dle jejich použití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Pro pojmenování doporučuji zachovat v názvu název komponenty</a:t>
            </a:r>
          </a:p>
          <a:p>
            <a:pPr>
              <a:lnSpc>
                <a:spcPct val="110000"/>
              </a:lnSpc>
            </a:pPr>
            <a:r>
              <a:rPr lang="cs-CZ" sz="1800" dirty="0" err="1"/>
              <a:t>TextBox</a:t>
            </a:r>
            <a:r>
              <a:rPr lang="cs-CZ" sz="1800" dirty="0"/>
              <a:t> pro načtení počtu řádků -&gt; </a:t>
            </a:r>
            <a:r>
              <a:rPr lang="cs-CZ" sz="1800" b="1" dirty="0" err="1"/>
              <a:t>TxtBoxRowsCount</a:t>
            </a:r>
            <a:endParaRPr lang="cs-CZ" sz="1800" b="1" dirty="0"/>
          </a:p>
          <a:p>
            <a:pPr>
              <a:lnSpc>
                <a:spcPct val="110000"/>
              </a:lnSpc>
            </a:pPr>
            <a:endParaRPr lang="cs-CZ" sz="1800" b="1"/>
          </a:p>
          <a:p>
            <a:pPr>
              <a:lnSpc>
                <a:spcPct val="110000"/>
              </a:lnSpc>
            </a:pPr>
            <a:r>
              <a:rPr lang="cs-CZ" sz="1800" dirty="0"/>
              <a:t>Vhodné pojmenování komponent se hodí zejména u vygenerovaných obslužných funkcí</a:t>
            </a:r>
          </a:p>
          <a:p>
            <a:pPr>
              <a:lnSpc>
                <a:spcPct val="110000"/>
              </a:lnSpc>
            </a:pPr>
            <a:r>
              <a:rPr lang="cs-CZ" sz="1800" dirty="0"/>
              <a:t>Z názvu funkce již víme, co má daná komponenta vykonat</a:t>
            </a:r>
          </a:p>
          <a:p>
            <a:pPr>
              <a:lnSpc>
                <a:spcPct val="110000"/>
              </a:lnSpc>
            </a:pPr>
            <a:r>
              <a:rPr lang="cs-CZ" sz="1800" dirty="0">
                <a:solidFill>
                  <a:srgbClr val="FF0000"/>
                </a:solidFill>
              </a:rPr>
              <a:t>Nepřejmenování výchozích názvů komponent bude v projektech penalizováno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0A3F504-4153-BA0E-85CE-E91CBA2A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71D124E-6FCE-133F-6229-C7B786C7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28B41FF-38FE-477A-8EC6-01F6644391D9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0457C90F-7DE4-9D92-4D1B-2A32CA0D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B428A6-36D0-5F07-6FBB-5B9D5AA4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31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9ef8b661d8eb31bc59fd4d064638f75c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72de23a8390aadfc4041f33935428244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1BACF8-DE73-44EC-803D-D2688AFE04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25AB87-85A2-4EE5-A2B1-117DCD261E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DB7289-7A49-4B7C-BED9-61BD6AF4C5D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335</TotalTime>
  <Words>335</Words>
  <Application>Microsoft Office PowerPoint</Application>
  <PresentationFormat>Širokoúhlá obrazovka</PresentationFormat>
  <Paragraphs>55</Paragraphs>
  <Slides>13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4" baseType="lpstr">
      <vt:lpstr>DashVTI</vt:lpstr>
      <vt:lpstr>Formulářové aplikace, vizuální prvky</vt:lpstr>
      <vt:lpstr>Formulářová aplikace</vt:lpstr>
      <vt:lpstr>Formulářová aplikace – VS 2022</vt:lpstr>
      <vt:lpstr>Zdrojový kód formulářové aplikace</vt:lpstr>
      <vt:lpstr>Class Form</vt:lpstr>
      <vt:lpstr>Základní komponenty - připomenutí</vt:lpstr>
      <vt:lpstr>Uživatelská nabídka a status aplikace</vt:lpstr>
      <vt:lpstr>Uživatelská nabídka a status aplikace</vt:lpstr>
      <vt:lpstr>Formulářová okna</vt:lpstr>
      <vt:lpstr>Modální a dialogová okna</vt:lpstr>
      <vt:lpstr>Funkce ShowDialog()</vt:lpstr>
      <vt:lpstr>MesageBox</vt:lpstr>
      <vt:lpstr>A zase to pojmenování…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55</cp:revision>
  <dcterms:created xsi:type="dcterms:W3CDTF">2022-09-21T15:44:15Z</dcterms:created>
  <dcterms:modified xsi:type="dcterms:W3CDTF">2026-09-03T05:52:17Z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